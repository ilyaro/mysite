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91" r:id="rId5"/>
    <p:sldId id="288" r:id="rId6"/>
    <p:sldId id="289" r:id="rId7"/>
    <p:sldId id="293" r:id="rId8"/>
    <p:sldId id="290" r:id="rId9"/>
    <p:sldId id="292" r:id="rId10"/>
    <p:sldId id="294" r:id="rId11"/>
    <p:sldId id="298" r:id="rId12"/>
  </p:sldIdLst>
  <p:sldSz cx="9144000" cy="6858000" type="screen4x3"/>
  <p:notesSz cx="6934200" cy="9232900"/>
  <p:embeddedFontLst>
    <p:embeddedFont>
      <p:font typeface="Amatic SC" pitchFamily="2" charset="-79"/>
      <p:regular r:id="rId14"/>
      <p:bold r:id="rId15"/>
    </p:embeddedFont>
    <p:embeddedFont>
      <p:font typeface="Merriweather" pitchFamily="2" charset="77"/>
      <p:regular r:id="rId16"/>
      <p:bold r:id="rId17"/>
      <p:italic r:id="rId18"/>
      <p:boldItalic r:id="rId19"/>
    </p:embeddedFont>
    <p:embeddedFont>
      <p:font typeface="Source Code Pro" panose="020B0509030403020204" pitchFamily="49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8"/>
  </p:normalViewPr>
  <p:slideViewPr>
    <p:cSldViewPr>
      <p:cViewPr varScale="1">
        <p:scale>
          <a:sx n="117" d="100"/>
          <a:sy n="117" d="100"/>
        </p:scale>
        <p:origin x="616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05137" cy="46196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929062" y="0"/>
            <a:ext cx="3005137" cy="46196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58875" y="692150"/>
            <a:ext cx="4616450" cy="346233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har char="●"/>
              <a:defRPr sz="1800" b="0" i="0" u="none" strike="noStrike" cap="none"/>
            </a:lvl1pPr>
            <a:lvl2pPr marL="457200" marR="0" lvl="1" indent="0" algn="l" rtl="0">
              <a:spcBef>
                <a:spcPts val="0"/>
              </a:spcBef>
              <a:buChar char="○"/>
              <a:defRPr sz="1800" b="0" i="0" u="none" strike="noStrike" cap="none"/>
            </a:lvl2pPr>
            <a:lvl3pPr marL="914400" marR="0" lvl="2" indent="0" algn="l" rtl="0">
              <a:spcBef>
                <a:spcPts val="0"/>
              </a:spcBef>
              <a:buChar char="■"/>
              <a:defRPr sz="1800" b="0" i="0" u="none" strike="noStrike" cap="none"/>
            </a:lvl3pPr>
            <a:lvl4pPr marL="1371600" marR="0" lvl="3" indent="0" algn="l" rtl="0">
              <a:spcBef>
                <a:spcPts val="0"/>
              </a:spcBef>
              <a:buChar char="●"/>
              <a:defRPr sz="1800" b="0" i="0" u="none" strike="noStrike" cap="none"/>
            </a:lvl4pPr>
            <a:lvl5pPr marL="1828800" marR="0" lvl="4" indent="0" algn="l" rtl="0">
              <a:spcBef>
                <a:spcPts val="0"/>
              </a:spcBef>
              <a:buChar char="○"/>
              <a:defRPr sz="1800" b="0" i="0" u="none" strike="noStrike" cap="none"/>
            </a:lvl5pPr>
            <a:lvl6pPr marL="2286000" marR="0" lvl="5" indent="0" algn="l" rtl="0">
              <a:spcBef>
                <a:spcPts val="0"/>
              </a:spcBef>
              <a:buChar char="■"/>
              <a:defRPr sz="1800" b="0" i="0" u="none" strike="noStrike" cap="none"/>
            </a:lvl6pPr>
            <a:lvl7pPr marL="2743200" marR="0" lvl="6" indent="0" algn="l" rtl="0">
              <a:spcBef>
                <a:spcPts val="0"/>
              </a:spcBef>
              <a:buChar char="●"/>
              <a:defRPr sz="1800" b="0" i="0" u="none" strike="noStrike" cap="none"/>
            </a:lvl7pPr>
            <a:lvl8pPr marL="3200400" marR="0" lvl="7" indent="0" algn="l" rtl="0">
              <a:spcBef>
                <a:spcPts val="0"/>
              </a:spcBef>
              <a:buChar char="○"/>
              <a:defRPr sz="1800" b="0" i="0" u="none" strike="noStrike" cap="none"/>
            </a:lvl8pPr>
            <a:lvl9pPr marL="3657600" marR="0" lvl="8" indent="0" algn="l" rtl="0">
              <a:spcBef>
                <a:spcPts val="0"/>
              </a:spcBef>
              <a:buChar char="■"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770937"/>
            <a:ext cx="3005137" cy="46196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37" cy="461962"/>
          </a:xfrm>
          <a:prstGeom prst="rect">
            <a:avLst/>
          </a:prstGeom>
          <a:noFill/>
          <a:ln>
            <a:noFill/>
          </a:ln>
        </p:spPr>
        <p:txBody>
          <a:bodyPr wrap="square" lIns="92375" tIns="46175" rIns="92375" bIns="461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71661334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4" name="Shape 64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0" name="Shape 70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" name="Shape 76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Shape 578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79" name="Shape 579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Shape 554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55" name="Shape 555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Shape 562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63" name="Shape 563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Shape 595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96" name="Shape 596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Shape 570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Shape 571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72" name="Shape 572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Shape 586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Shape 587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88" name="Shape 588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Shape 603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04" name="Shape 604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Shape 626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27" name="Shape 627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solidFill>
          <a:schemeClr val="dk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/>
          <p:nvPr/>
        </p:nvSpPr>
        <p:spPr>
          <a:xfrm>
            <a:off x="0" y="0"/>
            <a:ext cx="9144000" cy="45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ctrTitle"/>
          </p:nvPr>
        </p:nvSpPr>
        <p:spPr>
          <a:xfrm>
            <a:off x="311700" y="522867"/>
            <a:ext cx="8520600" cy="35871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algn="ctr">
              <a:spcBef>
                <a:spcPts val="0"/>
              </a:spcBef>
              <a:buSzPct val="100000"/>
              <a:defRPr sz="8000"/>
            </a:lvl1pPr>
            <a:lvl2pPr lvl="1" algn="ctr">
              <a:spcBef>
                <a:spcPts val="0"/>
              </a:spcBef>
              <a:buSzPct val="100000"/>
              <a:defRPr sz="8000"/>
            </a:lvl2pPr>
            <a:lvl3pPr lvl="2" algn="ctr">
              <a:spcBef>
                <a:spcPts val="0"/>
              </a:spcBef>
              <a:buSzPct val="100000"/>
              <a:defRPr sz="8000"/>
            </a:lvl3pPr>
            <a:lvl4pPr lvl="3" algn="ctr">
              <a:spcBef>
                <a:spcPts val="0"/>
              </a:spcBef>
              <a:buSzPct val="100000"/>
              <a:defRPr sz="8000"/>
            </a:lvl4pPr>
            <a:lvl5pPr lvl="4" algn="ctr">
              <a:spcBef>
                <a:spcPts val="0"/>
              </a:spcBef>
              <a:buSzPct val="100000"/>
              <a:defRPr sz="8000"/>
            </a:lvl5pPr>
            <a:lvl6pPr lvl="5" algn="ctr">
              <a:spcBef>
                <a:spcPts val="0"/>
              </a:spcBef>
              <a:buSzPct val="100000"/>
              <a:defRPr sz="8000"/>
            </a:lvl6pPr>
            <a:lvl7pPr lvl="6" algn="ctr">
              <a:spcBef>
                <a:spcPts val="0"/>
              </a:spcBef>
              <a:buSzPct val="100000"/>
              <a:defRPr sz="8000"/>
            </a:lvl7pPr>
            <a:lvl8pPr lvl="7" algn="ctr">
              <a:spcBef>
                <a:spcPts val="0"/>
              </a:spcBef>
              <a:buSzPct val="100000"/>
              <a:defRPr sz="8000"/>
            </a:lvl8pPr>
            <a:lvl9pPr lvl="8" algn="ctr">
              <a:spcBef>
                <a:spcPts val="0"/>
              </a:spcBef>
              <a:buSzPct val="100000"/>
              <a:defRPr sz="8000"/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subTitle" idx="1"/>
          </p:nvPr>
        </p:nvSpPr>
        <p:spPr>
          <a:xfrm>
            <a:off x="311700" y="5187200"/>
            <a:ext cx="8520600" cy="9417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1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9FE8C8-AC97-4ADA-A254-8F11A723A69F}" type="datetimeFigureOut">
              <a:rPr lang="en-US" smtClean="0"/>
              <a:t>7/19/23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bg>
      <p:bgPr>
        <a:solidFill>
          <a:schemeClr val="dk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 txBox="1">
            <a:spLocks noGrp="1"/>
          </p:cNvSpPr>
          <p:nvPr>
            <p:ph type="title"/>
          </p:nvPr>
        </p:nvSpPr>
        <p:spPr>
          <a:xfrm>
            <a:off x="2802750" y="1070000"/>
            <a:ext cx="3538500" cy="4718100"/>
          </a:xfrm>
          <a:prstGeom prst="rect">
            <a:avLst/>
          </a:prstGeom>
          <a:solidFill>
            <a:srgbClr val="FFFFFF"/>
          </a:solidFill>
        </p:spPr>
        <p:txBody>
          <a:bodyPr wrap="square" lIns="91425" tIns="91425" rIns="91425" bIns="91425" anchor="ctr" anchorCtr="0"/>
          <a:lstStyle>
            <a:lvl1pPr lvl="0" algn="ctr">
              <a:spcBef>
                <a:spcPts val="0"/>
              </a:spcBef>
              <a:buSzPct val="100000"/>
              <a:defRPr sz="4800"/>
            </a:lvl1pPr>
            <a:lvl2pPr lvl="1" algn="ctr">
              <a:spcBef>
                <a:spcPts val="0"/>
              </a:spcBef>
              <a:buSzPct val="100000"/>
              <a:defRPr sz="4800"/>
            </a:lvl2pPr>
            <a:lvl3pPr lvl="2" algn="ctr">
              <a:spcBef>
                <a:spcPts val="0"/>
              </a:spcBef>
              <a:buSzPct val="100000"/>
              <a:defRPr sz="4800"/>
            </a:lvl3pPr>
            <a:lvl4pPr lvl="3" algn="ctr">
              <a:spcBef>
                <a:spcPts val="0"/>
              </a:spcBef>
              <a:buSzPct val="100000"/>
              <a:defRPr sz="4800"/>
            </a:lvl4pPr>
            <a:lvl5pPr lvl="4" algn="ctr">
              <a:spcBef>
                <a:spcPts val="0"/>
              </a:spcBef>
              <a:buSzPct val="100000"/>
              <a:defRPr sz="4800"/>
            </a:lvl5pPr>
            <a:lvl6pPr lvl="5" algn="ctr">
              <a:spcBef>
                <a:spcPts val="0"/>
              </a:spcBef>
              <a:buSzPct val="100000"/>
              <a:defRPr sz="4800"/>
            </a:lvl6pPr>
            <a:lvl7pPr lvl="6" algn="ctr">
              <a:spcBef>
                <a:spcPts val="0"/>
              </a:spcBef>
              <a:buSzPct val="100000"/>
              <a:defRPr sz="4800"/>
            </a:lvl7pPr>
            <a:lvl8pPr lvl="7" algn="ctr">
              <a:spcBef>
                <a:spcPts val="0"/>
              </a:spcBef>
              <a:buSzPct val="100000"/>
              <a:defRPr sz="4800"/>
            </a:lvl8pPr>
            <a:lvl9pPr lvl="8" algn="ctr">
              <a:spcBef>
                <a:spcPts val="0"/>
              </a:spcBef>
              <a:buSzPct val="100000"/>
              <a:defRPr sz="4800"/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1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EFA0557-7C35-4D1D-B97A-95898D157B33}" type="datetimeFigureOut">
              <a:rPr lang="en-US" smtClean="0"/>
              <a:t>7/19/23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>
            <a:spLocks noGrp="1"/>
          </p:cNvSpPr>
          <p:nvPr>
            <p:ph type="title"/>
          </p:nvPr>
        </p:nvSpPr>
        <p:spPr>
          <a:xfrm>
            <a:off x="311700" y="390467"/>
            <a:ext cx="8520600" cy="10680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1"/>
          </p:nvPr>
        </p:nvSpPr>
        <p:spPr>
          <a:xfrm>
            <a:off x="311700" y="1638233"/>
            <a:ext cx="8520600" cy="44535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1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236AB90-F632-4852-BC4B-53E103869F3D}" type="datetimeFigureOut">
              <a:rPr lang="en-US" smtClean="0"/>
              <a:t>7/19/23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311700" y="390467"/>
            <a:ext cx="8520600" cy="10680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311700" y="1638233"/>
            <a:ext cx="3999900" cy="44535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2"/>
          </p:nvPr>
        </p:nvSpPr>
        <p:spPr>
          <a:xfrm>
            <a:off x="4832400" y="1638233"/>
            <a:ext cx="3999900" cy="44535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1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2374C44-A702-4728-BB40-76FE555B9CF1}" type="datetimeFigureOut">
              <a:rPr lang="en-US" smtClean="0"/>
              <a:t>7/19/23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304800" y="412467"/>
            <a:ext cx="8537700" cy="9975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4000"/>
            </a:lvl1pPr>
            <a:lvl2pPr lvl="1">
              <a:spcBef>
                <a:spcPts val="0"/>
              </a:spcBef>
              <a:buSzPct val="100000"/>
              <a:defRPr sz="4000"/>
            </a:lvl2pPr>
            <a:lvl3pPr lvl="2">
              <a:spcBef>
                <a:spcPts val="0"/>
              </a:spcBef>
              <a:buSzPct val="100000"/>
              <a:defRPr sz="4000"/>
            </a:lvl3pPr>
            <a:lvl4pPr lvl="3">
              <a:spcBef>
                <a:spcPts val="0"/>
              </a:spcBef>
              <a:buSzPct val="100000"/>
              <a:defRPr sz="4000"/>
            </a:lvl4pPr>
            <a:lvl5pPr lvl="4">
              <a:spcBef>
                <a:spcPts val="0"/>
              </a:spcBef>
              <a:buSzPct val="100000"/>
              <a:defRPr sz="4000"/>
            </a:lvl5pPr>
            <a:lvl6pPr lvl="5">
              <a:spcBef>
                <a:spcPts val="0"/>
              </a:spcBef>
              <a:buSzPct val="100000"/>
              <a:defRPr sz="4000"/>
            </a:lvl6pPr>
            <a:lvl7pPr lvl="6">
              <a:spcBef>
                <a:spcPts val="0"/>
              </a:spcBef>
              <a:buSzPct val="100000"/>
              <a:defRPr sz="4000"/>
            </a:lvl7pPr>
            <a:lvl8pPr lvl="7">
              <a:spcBef>
                <a:spcPts val="0"/>
              </a:spcBef>
              <a:buSzPct val="100000"/>
              <a:defRPr sz="4000"/>
            </a:lvl8pPr>
            <a:lvl9pPr lvl="8">
              <a:spcBef>
                <a:spcPts val="0"/>
              </a:spcBef>
              <a:buSzPct val="100000"/>
              <a:defRPr sz="4000"/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1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1F32DF0-702E-431A-ADCF-2A06AC4E7F57}" type="datetimeFigureOut">
              <a:rPr lang="en-US" smtClean="0"/>
              <a:t>7/19/23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3000"/>
            </a:lvl1pPr>
            <a:lvl2pPr lvl="1">
              <a:spcBef>
                <a:spcPts val="0"/>
              </a:spcBef>
              <a:buSzPct val="100000"/>
              <a:defRPr sz="3000"/>
            </a:lvl2pPr>
            <a:lvl3pPr lvl="2">
              <a:spcBef>
                <a:spcPts val="0"/>
              </a:spcBef>
              <a:buSzPct val="100000"/>
              <a:defRPr sz="3000"/>
            </a:lvl3pPr>
            <a:lvl4pPr lvl="3">
              <a:spcBef>
                <a:spcPts val="0"/>
              </a:spcBef>
              <a:buSzPct val="100000"/>
              <a:defRPr sz="3000"/>
            </a:lvl4pPr>
            <a:lvl5pPr lvl="4">
              <a:spcBef>
                <a:spcPts val="0"/>
              </a:spcBef>
              <a:buSzPct val="100000"/>
              <a:defRPr sz="3000"/>
            </a:lvl5pPr>
            <a:lvl6pPr lvl="5">
              <a:spcBef>
                <a:spcPts val="0"/>
              </a:spcBef>
              <a:buSzPct val="100000"/>
              <a:defRPr sz="3000"/>
            </a:lvl6pPr>
            <a:lvl7pPr lvl="6">
              <a:spcBef>
                <a:spcPts val="0"/>
              </a:spcBef>
              <a:buSzPct val="100000"/>
              <a:defRPr sz="3000"/>
            </a:lvl7pPr>
            <a:lvl8pPr lvl="7">
              <a:spcBef>
                <a:spcPts val="0"/>
              </a:spcBef>
              <a:buSzPct val="100000"/>
              <a:defRPr sz="3000"/>
            </a:lvl8pPr>
            <a:lvl9pPr lvl="8">
              <a:spcBef>
                <a:spcPts val="0"/>
              </a:spcBef>
              <a:buSzPct val="100000"/>
              <a:defRPr sz="3000"/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2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1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BDC1F8B-7509-4E85-ABDB-3F1EEA772746}" type="datetimeFigureOut">
              <a:rPr lang="en-US" smtClean="0"/>
              <a:t>7/19/23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bg>
      <p:bgPr>
        <a:solidFill>
          <a:schemeClr val="accent4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>
            <a:spLocks noGrp="1"/>
          </p:cNvSpPr>
          <p:nvPr>
            <p:ph type="title"/>
          </p:nvPr>
        </p:nvSpPr>
        <p:spPr>
          <a:xfrm>
            <a:off x="490250" y="701800"/>
            <a:ext cx="5618700" cy="54543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1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2C5D9E0-CA9E-46E5-9606-B0D66E683FEE}" type="datetimeFigureOut">
              <a:rPr lang="en-US" smtClean="0"/>
              <a:t>7/19/23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42" name="Shape 42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" name="Shape 43"/>
          <p:cNvSpPr txBox="1">
            <a:spLocks noGrp="1"/>
          </p:cNvSpPr>
          <p:nvPr>
            <p:ph type="title"/>
          </p:nvPr>
        </p:nvSpPr>
        <p:spPr>
          <a:xfrm>
            <a:off x="265500" y="1441867"/>
            <a:ext cx="4045200" cy="22803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>
              <a:spcBef>
                <a:spcPts val="0"/>
              </a:spcBef>
              <a:buSzPct val="100000"/>
              <a:defRPr sz="5400"/>
            </a:lvl1pPr>
            <a:lvl2pPr lvl="1" algn="ctr">
              <a:spcBef>
                <a:spcPts val="0"/>
              </a:spcBef>
              <a:buSzPct val="100000"/>
              <a:defRPr sz="5400"/>
            </a:lvl2pPr>
            <a:lvl3pPr lvl="2" algn="ctr">
              <a:spcBef>
                <a:spcPts val="0"/>
              </a:spcBef>
              <a:buSzPct val="100000"/>
              <a:defRPr sz="5400"/>
            </a:lvl3pPr>
            <a:lvl4pPr lvl="3" algn="ctr">
              <a:spcBef>
                <a:spcPts val="0"/>
              </a:spcBef>
              <a:buSzPct val="100000"/>
              <a:defRPr sz="5400"/>
            </a:lvl4pPr>
            <a:lvl5pPr lvl="4" algn="ctr">
              <a:spcBef>
                <a:spcPts val="0"/>
              </a:spcBef>
              <a:buSzPct val="100000"/>
              <a:defRPr sz="5400"/>
            </a:lvl5pPr>
            <a:lvl6pPr lvl="5" algn="ctr">
              <a:spcBef>
                <a:spcPts val="0"/>
              </a:spcBef>
              <a:buSzPct val="100000"/>
              <a:defRPr sz="5400"/>
            </a:lvl6pPr>
            <a:lvl7pPr lvl="6" algn="ctr">
              <a:spcBef>
                <a:spcPts val="0"/>
              </a:spcBef>
              <a:buSzPct val="100000"/>
              <a:defRPr sz="5400"/>
            </a:lvl7pPr>
            <a:lvl8pPr lvl="7" algn="ctr">
              <a:spcBef>
                <a:spcPts val="0"/>
              </a:spcBef>
              <a:buSzPct val="100000"/>
              <a:defRPr sz="5400"/>
            </a:lvl8pPr>
            <a:lvl9pPr lvl="8" algn="ctr">
              <a:spcBef>
                <a:spcPts val="0"/>
              </a:spcBef>
              <a:buSzPct val="100000"/>
              <a:defRPr sz="5400"/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subTitle" idx="1"/>
          </p:nvPr>
        </p:nvSpPr>
        <p:spPr>
          <a:xfrm>
            <a:off x="265500" y="3793630"/>
            <a:ext cx="4045200" cy="17940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1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A37E64-D101-4693-B362-74BB0158B47B}" type="datetimeFigureOut">
              <a:rPr lang="en-US" smtClean="0"/>
              <a:t>7/19/23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>
            <a:off x="319500" y="5640767"/>
            <a:ext cx="5998800" cy="7983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matic SC"/>
              <a:buNone/>
              <a:defRPr sz="2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1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ACA2033-B529-4F88-BF0F-C9E77C7AF715}" type="datetimeFigureOut">
              <a:rPr lang="en-US" smtClean="0"/>
              <a:t>7/19/23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311700" y="1653700"/>
            <a:ext cx="8520600" cy="26424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311700" y="4406167"/>
            <a:ext cx="8520600" cy="17343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1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88F23AA-34D9-4A18-A5A1-06793324E42C}" type="datetimeFigureOut">
              <a:rPr lang="en-US" smtClean="0"/>
              <a:t>7/19/23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1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DA20C1D-75ED-450C-88C7-C497EA874E9C}" type="datetimeFigureOut">
              <a:rPr lang="en-US" smtClean="0"/>
              <a:t>7/19/23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>
            <a:spLocks noGrp="1"/>
          </p:cNvSpPr>
          <p:nvPr>
            <p:ph type="title"/>
          </p:nvPr>
        </p:nvSpPr>
        <p:spPr>
          <a:xfrm>
            <a:off x="592137" y="533400"/>
            <a:ext cx="8229600" cy="75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None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None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None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None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592137" y="16764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228600" marR="0" lvl="0" indent="-101600" algn="l" rtl="0">
              <a:spcBef>
                <a:spcPts val="10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28650" marR="0" lvl="1" indent="-158750" algn="l" rtl="0">
              <a:spcBef>
                <a:spcPts val="5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–"/>
              <a:defRPr sz="20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63500" algn="l" rtl="0">
              <a:spcBef>
                <a:spcPts val="45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00150" marR="0" lvl="3" indent="-57150" algn="l" rtl="0">
              <a:spcBef>
                <a:spcPts val="45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485900" marR="0" lvl="4" indent="-76200" algn="l" rtl="0">
              <a:spcBef>
                <a:spcPts val="4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»"/>
              <a:defRPr sz="16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943100" marR="0" lvl="5" indent="-76200" algn="l" rtl="0">
              <a:spcBef>
                <a:spcPts val="4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»"/>
              <a:defRPr sz="16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400300" marR="0" lvl="6" indent="-76200" algn="l" rtl="0">
              <a:spcBef>
                <a:spcPts val="4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»"/>
              <a:defRPr sz="16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857500" marR="0" lvl="7" indent="-76200" algn="l" rtl="0">
              <a:spcBef>
                <a:spcPts val="4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»"/>
              <a:defRPr sz="16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314700" marR="0" lvl="8" indent="-76200" algn="l" rtl="0">
              <a:spcBef>
                <a:spcPts val="4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»"/>
              <a:defRPr sz="16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Shape 59" hidden="1"/>
          <p:cNvSpPr txBox="1">
            <a:spLocks noGrp="1"/>
          </p:cNvSpPr>
          <p:nvPr>
            <p:ph type="dt" idx="10"/>
          </p:nvPr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Shape 60" hidden="1"/>
          <p:cNvSpPr txBox="1">
            <a:spLocks noGrp="1"/>
          </p:cNvSpPr>
          <p:nvPr>
            <p:ph type="ftr" idx="11"/>
          </p:nvPr>
        </p:nvSpPr>
        <p:spPr>
          <a:xfrm>
            <a:off x="4114800" y="6553200"/>
            <a:ext cx="2362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ach-day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311700" y="390467"/>
            <a:ext cx="8520600" cy="1068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311700" y="1638233"/>
            <a:ext cx="8520600" cy="4453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-US"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‹#›</a:t>
            </a:fld>
            <a:endParaRPr lang="en-US" sz="1000">
              <a:solidFill>
                <a:schemeClr val="accen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50279-8577-4DB5-A1B1-2A1239DFFE30}" type="datetimeFigureOut">
              <a:rPr lang="en-US" smtClean="0"/>
              <a:t>7/19/23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github.com/datreeio/node-datreeio/commits/master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rokhkin_ilya@yahoo.com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ctrTitle"/>
          </p:nvPr>
        </p:nvSpPr>
        <p:spPr>
          <a:xfrm>
            <a:off x="311700" y="522867"/>
            <a:ext cx="8520600" cy="35871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Merriweather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Git Best Practices</a:t>
            </a:r>
          </a:p>
        </p:txBody>
      </p:sp>
      <p:sp>
        <p:nvSpPr>
          <p:cNvPr id="67" name="Shape 67"/>
          <p:cNvSpPr txBox="1">
            <a:spLocks noGrp="1"/>
          </p:cNvSpPr>
          <p:nvPr>
            <p:ph type="subTitle" idx="1"/>
          </p:nvPr>
        </p:nvSpPr>
        <p:spPr>
          <a:xfrm>
            <a:off x="1600200" y="47244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you really use Git efficiently?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Merriweather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Ilya Rokhkin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Merriweather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2023</a:t>
            </a:r>
            <a:endParaRPr lang="en-US" sz="2000" b="0" dirty="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 hidden="1"/>
          <p:cNvSpPr>
            <a:spLocks noGrp="1"/>
          </p:cNvSpPr>
          <p:nvPr>
            <p:ph type="dt" sz="quarter" idx="1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title"/>
          </p:nvPr>
        </p:nvSpPr>
        <p:spPr>
          <a:xfrm>
            <a:off x="592137" y="533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3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Git – meaning?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609600" y="2514600"/>
            <a:ext cx="8229600" cy="1676400"/>
          </a:xfrm>
        </p:spPr>
        <p:txBody>
          <a:bodyPr/>
          <a:lstStyle/>
          <a:p>
            <a:pPr marL="127000" indent="0">
              <a:buNone/>
            </a:pPr>
            <a:r>
              <a:rPr lang="en-US" sz="4000" dirty="0"/>
              <a:t>What does the word Git mean?</a:t>
            </a:r>
          </a:p>
        </p:txBody>
      </p:sp>
      <p:sp>
        <p:nvSpPr>
          <p:cNvPr id="3" name="Footer Placeholder 2" hidden="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 hidden="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/>
          <p:nvPr/>
        </p:nvSpPr>
        <p:spPr>
          <a:xfrm>
            <a:off x="153897" y="228600"/>
            <a:ext cx="8229600" cy="64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3400" dirty="0">
                <a:solidFill>
                  <a:schemeClr val="dk2"/>
                </a:solidFill>
              </a:rPr>
              <a:t>GIT Overview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57" y="965250"/>
            <a:ext cx="8553450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41844"/>
            <a:ext cx="6820072" cy="2558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 hidden="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 hidden="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Shape 58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296400" cy="960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3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Best practices – local feature branches (topics)</a:t>
            </a:r>
            <a:br>
              <a:rPr lang="en-US" sz="3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3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Shape 582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583" name="Shape 583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4" name="Shape 58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57163" y="914400"/>
            <a:ext cx="8758237" cy="467836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 hidden="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 hidden="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57200" y="6172200"/>
            <a:ext cx="40030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create feature branch, checkout, commit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Shape 557"/>
          <p:cNvSpPr txBox="1">
            <a:spLocks noGrp="1"/>
          </p:cNvSpPr>
          <p:nvPr>
            <p:ph type="title"/>
          </p:nvPr>
        </p:nvSpPr>
        <p:spPr>
          <a:xfrm>
            <a:off x="592137" y="533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Best practices – commit</a:t>
            </a:r>
            <a:b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3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Shape 558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559" name="Shape 559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0" name="Shape 56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273175"/>
            <a:ext cx="8796337" cy="46704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 hidden="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 hidden="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96839" y="6260426"/>
            <a:ext cx="883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Demo: vim, change, commit, auto-commit, git log –c, git reset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Shape 565"/>
          <p:cNvSpPr txBox="1">
            <a:spLocks noGrp="1"/>
          </p:cNvSpPr>
          <p:nvPr>
            <p:ph type="title"/>
          </p:nvPr>
        </p:nvSpPr>
        <p:spPr>
          <a:xfrm>
            <a:off x="592137" y="533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Best practices – squashing</a:t>
            </a:r>
            <a:b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3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Shape 566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567" name="Shape 567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8" name="Shape 56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1549400"/>
            <a:ext cx="9150350" cy="4394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609600" y="6096000"/>
            <a:ext cx="3744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Demo: git merge --squash</a:t>
            </a:r>
          </a:p>
        </p:txBody>
      </p:sp>
      <p:sp>
        <p:nvSpPr>
          <p:cNvPr id="3" name="Footer Placeholder 2" hidden="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 hidden="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Shape 59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682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Best practices – clean up local branches</a:t>
            </a:r>
            <a:br>
              <a:rPr lang="en-US"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Shape 599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600" name="Shape 600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1" name="Shape 601" descr="Delete_local_feature_branc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7850"/>
            <a:ext cx="9144001" cy="57339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 hidden="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 hidden="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Shape 574"/>
          <p:cNvSpPr txBox="1">
            <a:spLocks noGrp="1"/>
          </p:cNvSpPr>
          <p:nvPr>
            <p:ph type="title"/>
          </p:nvPr>
        </p:nvSpPr>
        <p:spPr>
          <a:xfrm>
            <a:off x="0" y="149800"/>
            <a:ext cx="9144000" cy="758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/>
              <a:t>Best practices - concise commit messages</a:t>
            </a:r>
          </a:p>
        </p:txBody>
      </p:sp>
      <p:pic>
        <p:nvPicPr>
          <p:cNvPr id="576" name="Shape 576" descr="commit_message_header.png"/>
          <p:cNvPicPr preferRelativeResize="0"/>
          <p:nvPr/>
        </p:nvPicPr>
        <p:blipFill rotWithShape="1">
          <a:blip r:embed="rId3">
            <a:alphaModFix/>
          </a:blip>
          <a:srcRect t="31307"/>
          <a:stretch/>
        </p:blipFill>
        <p:spPr>
          <a:xfrm>
            <a:off x="0" y="2954867"/>
            <a:ext cx="9144000" cy="27215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8467" y="1295400"/>
            <a:ext cx="9067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Limit commit message Subject to 70 chars and it must be simple, clear, self explained – this is the line all will see!</a:t>
            </a:r>
          </a:p>
          <a:p>
            <a:r>
              <a:rPr lang="en-US" sz="2400" dirty="0"/>
              <a:t>Meaningful details put in the body of the commit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9855"/>
            <a:ext cx="8763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hlinkClick r:id="rId4"/>
              </a:rPr>
              <a:t>https://github.com/datreeio/node-datreeio/commits/master</a:t>
            </a:r>
            <a:endParaRPr lang="en-US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228600" y="5659253"/>
            <a:ext cx="289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Demo: Example:</a:t>
            </a:r>
          </a:p>
        </p:txBody>
      </p:sp>
      <p:sp>
        <p:nvSpPr>
          <p:cNvPr id="5" name="Footer Placeholder 4" hidden="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 hidden="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Shape 590"/>
          <p:cNvSpPr txBox="1">
            <a:spLocks noGrp="1"/>
          </p:cNvSpPr>
          <p:nvPr>
            <p:ph type="title"/>
          </p:nvPr>
        </p:nvSpPr>
        <p:spPr>
          <a:xfrm>
            <a:off x="12" y="0"/>
            <a:ext cx="8229600" cy="758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2"/>
              </a:buClr>
              <a:buSzPct val="25000"/>
              <a:buFont typeface="Arial"/>
              <a:buNone/>
            </a:pPr>
            <a:r>
              <a:rPr lang="en-US"/>
              <a:t>Best practices – Branch Layout</a:t>
            </a:r>
            <a:br>
              <a:rPr lang="en-US"/>
            </a:br>
            <a:endParaRPr lang="en-US"/>
          </a:p>
        </p:txBody>
      </p:sp>
      <p:sp>
        <p:nvSpPr>
          <p:cNvPr id="591" name="Shape 591"/>
          <p:cNvSpPr txBox="1">
            <a:spLocks noGrp="1"/>
          </p:cNvSpPr>
          <p:nvPr>
            <p:ph type="body" idx="1"/>
          </p:nvPr>
        </p:nvSpPr>
        <p:spPr>
          <a:xfrm>
            <a:off x="592137" y="1676400"/>
            <a:ext cx="8229600" cy="42672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92" name="Shape 592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 lang="en-US"/>
          </a:p>
        </p:txBody>
      </p:sp>
      <p:pic>
        <p:nvPicPr>
          <p:cNvPr id="593" name="Shape 5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28125"/>
            <a:ext cx="9143999" cy="59298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 hidden="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 hidden="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Shape 606"/>
          <p:cNvSpPr txBox="1">
            <a:spLocks noGrp="1"/>
          </p:cNvSpPr>
          <p:nvPr>
            <p:ph type="title"/>
          </p:nvPr>
        </p:nvSpPr>
        <p:spPr>
          <a:xfrm>
            <a:off x="592137" y="533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Best practices – tag milestones</a:t>
            </a:r>
            <a:b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3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Shape 607"/>
          <p:cNvSpPr txBox="1">
            <a:spLocks noGrp="1"/>
          </p:cNvSpPr>
          <p:nvPr>
            <p:ph type="body" idx="1"/>
          </p:nvPr>
        </p:nvSpPr>
        <p:spPr>
          <a:xfrm>
            <a:off x="592137" y="16764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None/>
            </a:pPr>
            <a:endParaRPr sz="2000">
              <a:solidFill>
                <a:srgbClr val="5E5E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Shape 608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609" name="Shape 609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0" name="Shape 6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89050"/>
            <a:ext cx="9109075" cy="465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 hidden="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 hidden="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Shape 629"/>
          <p:cNvSpPr txBox="1">
            <a:spLocks noGrp="1"/>
          </p:cNvSpPr>
          <p:nvPr>
            <p:ph type="title"/>
          </p:nvPr>
        </p:nvSpPr>
        <p:spPr>
          <a:xfrm>
            <a:off x="292100" y="5334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4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Question?</a:t>
            </a:r>
            <a:br>
              <a:rPr lang="en-US" sz="4400" dirty="0"/>
            </a:br>
            <a:br>
              <a:rPr lang="en-US" sz="4400" dirty="0"/>
            </a:br>
            <a:br>
              <a:rPr lang="en-US" sz="4400" dirty="0"/>
            </a:br>
            <a:r>
              <a:rPr lang="en-US" sz="4400" dirty="0"/>
              <a:t>Ilya Rokhkin (Git Trainings)</a:t>
            </a:r>
            <a:br>
              <a:rPr lang="en-US" sz="4400" dirty="0"/>
            </a:br>
            <a:r>
              <a:rPr lang="en-US" sz="4400" dirty="0">
                <a:hlinkClick r:id="rId3"/>
              </a:rPr>
              <a:t>rokhkin_ilya@yahoo.com</a:t>
            </a:r>
            <a:br>
              <a:rPr lang="en-US" sz="4400" dirty="0"/>
            </a:br>
            <a:r>
              <a:rPr lang="en-US" sz="4400" dirty="0"/>
              <a:t>054-5224805</a:t>
            </a:r>
            <a:br>
              <a:rPr lang="en-US" sz="4400" dirty="0"/>
            </a:br>
            <a:br>
              <a:rPr lang="en-US" sz="4400" dirty="0"/>
            </a:br>
            <a:r>
              <a:rPr lang="en-US" sz="4400" dirty="0"/>
              <a:t>Thanks!</a:t>
            </a:r>
          </a:p>
        </p:txBody>
      </p:sp>
      <p:sp>
        <p:nvSpPr>
          <p:cNvPr id="630" name="Shape 630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631" name="Shape 631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 hidden="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355941"/>
      </p:ext>
    </p:extLst>
  </p:cSld>
  <p:clrMapOvr>
    <a:masterClrMapping/>
  </p:clrMapOvr>
</p:sld>
</file>

<file path=ppt/theme/theme1.xml><?xml version="1.0" encoding="utf-8"?>
<a:theme xmlns:a="http://schemas.openxmlformats.org/drawingml/2006/main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e0cf9a1c-2cb1-4d38-9733-321b2d511f49}" enabled="1" method="Standard" siteId="{612a5289-89a8-45c2-a40d-f36fadb6d37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2420</TotalTime>
  <Words>201</Words>
  <Application>Microsoft Macintosh PowerPoint</Application>
  <PresentationFormat>On-screen Show (4:3)</PresentationFormat>
  <Paragraphs>38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Merriweather</vt:lpstr>
      <vt:lpstr>Arial</vt:lpstr>
      <vt:lpstr>Amatic SC</vt:lpstr>
      <vt:lpstr>Source Code Pro</vt:lpstr>
      <vt:lpstr>Beach Day</vt:lpstr>
      <vt:lpstr>Git Best Practices</vt:lpstr>
      <vt:lpstr>Git – meaning?</vt:lpstr>
      <vt:lpstr>PowerPoint Presentation</vt:lpstr>
      <vt:lpstr>Best practices – local feature branches (topics)  </vt:lpstr>
      <vt:lpstr>Best practices – commit  </vt:lpstr>
      <vt:lpstr>Best practices – squashing  </vt:lpstr>
      <vt:lpstr>Best practices – clean up local branches </vt:lpstr>
      <vt:lpstr>Best practices - concise commit messages</vt:lpstr>
      <vt:lpstr>Best practices – Branch Layout </vt:lpstr>
      <vt:lpstr>Best practices – tag milestones  </vt:lpstr>
      <vt:lpstr>Question?   Ilya Rokhkin (Git Trainings) rokhkin_ilya@yahoo.com 054-5224805  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Best Practices</dc:title>
  <cp:lastModifiedBy>Ilya Rokhkin</cp:lastModifiedBy>
  <cp:revision>23</cp:revision>
  <dcterms:modified xsi:type="dcterms:W3CDTF">2023-07-19T16:41:13Z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NoClassification</vt:lpwstr>
  </property>
  <property fmtid="{D5CDD505-2E9C-101B-9397-08002B2CF9AE}" pid="3" name="ClassificationDisplay">
    <vt:lpwstr>[No Classification] </vt:lpwstr>
  </property>
  <property fmtid="{D5CDD505-2E9C-101B-9397-08002B2CF9AE}" pid="4" name="Verifier">
    <vt:lpwstr>IyCHJSc6Ni2APpMzOzkqPA==</vt:lpwstr>
  </property>
  <property fmtid="{D5CDD505-2E9C-101B-9397-08002B2CF9AE}" pid="5" name="PolicyName">
    <vt:lpwstr>IyBkiiooNjePMZkxLiQsPTo=</vt:lpwstr>
  </property>
  <property fmtid="{D5CDD505-2E9C-101B-9397-08002B2CF9AE}" pid="6" name="PolicyID">
    <vt:lpwstr/>
  </property>
  <property fmtid="{D5CDD505-2E9C-101B-9397-08002B2CF9AE}" pid="7" name="DomainID">
    <vt:lpwstr/>
  </property>
  <property fmtid="{D5CDD505-2E9C-101B-9397-08002B2CF9AE}" pid="8" name="HText">
    <vt:lpwstr/>
  </property>
  <property fmtid="{D5CDD505-2E9C-101B-9397-08002B2CF9AE}" pid="9" name="FText">
    <vt:lpwstr/>
  </property>
  <property fmtid="{D5CDD505-2E9C-101B-9397-08002B2CF9AE}" pid="10" name="WMark">
    <vt:lpwstr/>
  </property>
  <property fmtid="{D5CDD505-2E9C-101B-9397-08002B2CF9AE}" pid="11" name="Set">
    <vt:lpwstr>Ky4oOiM=</vt:lpwstr>
  </property>
  <property fmtid="{D5CDD505-2E9C-101B-9397-08002B2CF9AE}" pid="12" name="Version">
    <vt:lpwstr>Xw==</vt:lpwstr>
  </property>
  <property fmtid="{D5CDD505-2E9C-101B-9397-08002B2CF9AE}" pid="13" name="lqminfo">
    <vt:i4>1</vt:i4>
  </property>
  <property fmtid="{D5CDD505-2E9C-101B-9397-08002B2CF9AE}" pid="14" name="lqmsess">
    <vt:lpwstr>193bd545-2049-4d27-b51a-a1999d4bb2e7</vt:lpwstr>
  </property>
</Properties>
</file>