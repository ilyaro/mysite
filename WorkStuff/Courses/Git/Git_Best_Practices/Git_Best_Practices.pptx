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0" r:id="rId1"/>
  </p:sldMasterIdLst>
  <p:notesMasterIdLst>
    <p:notesMasterId r:id="rId13"/>
  </p:notesMasterIdLst>
  <p:sldIdLst>
    <p:sldId id="256" r:id="rId2"/>
    <p:sldId id="257" r:id="rId3"/>
    <p:sldId id="258" r:id="rId4"/>
    <p:sldId id="291" r:id="rId5"/>
    <p:sldId id="288" r:id="rId6"/>
    <p:sldId id="289" r:id="rId7"/>
    <p:sldId id="293" r:id="rId8"/>
    <p:sldId id="290" r:id="rId9"/>
    <p:sldId id="292" r:id="rId10"/>
    <p:sldId id="294" r:id="rId11"/>
    <p:sldId id="298" r:id="rId12"/>
  </p:sldIdLst>
  <p:sldSz cx="9144000" cy="6858000" type="screen4x3"/>
  <p:notesSz cx="6934200" cy="9232900"/>
  <p:embeddedFontLst>
    <p:embeddedFont>
      <p:font typeface="Amatic SC" pitchFamily="2" charset="-79"/>
      <p:regular r:id="rId14"/>
      <p:bold r:id="rId15"/>
    </p:embeddedFont>
    <p:embeddedFont>
      <p:font typeface="Merriweather" pitchFamily="2" charset="77"/>
      <p:regular r:id="rId16"/>
      <p:bold r:id="rId17"/>
      <p:italic r:id="rId18"/>
      <p:boldItalic r:id="rId19"/>
    </p:embeddedFont>
    <p:embeddedFont>
      <p:font typeface="Source Code Pro" panose="020B0509030403020204" pitchFamily="49" charset="0"/>
      <p:regular r:id="rId20"/>
      <p:bold r:id="rId21"/>
      <p:italic r:id="rId22"/>
      <p:boldItalic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48"/>
  </p:normalViewPr>
  <p:slideViewPr>
    <p:cSldViewPr>
      <p:cViewPr varScale="1">
        <p:scale>
          <a:sx n="117" d="100"/>
          <a:sy n="117" d="100"/>
        </p:scale>
        <p:origin x="616" y="16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font" Target="fonts/font10.fntdata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005137" cy="461962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/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57200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640080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Shape 4"/>
          <p:cNvSpPr txBox="1">
            <a:spLocks noGrp="1"/>
          </p:cNvSpPr>
          <p:nvPr>
            <p:ph type="dt" idx="10"/>
          </p:nvPr>
        </p:nvSpPr>
        <p:spPr>
          <a:xfrm>
            <a:off x="3929062" y="0"/>
            <a:ext cx="3005137" cy="461962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/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57200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640080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Shape 5"/>
          <p:cNvSpPr>
            <a:spLocks noGrp="1" noRot="1" noChangeAspect="1"/>
          </p:cNvSpPr>
          <p:nvPr>
            <p:ph type="sldImg" idx="3"/>
          </p:nvPr>
        </p:nvSpPr>
        <p:spPr>
          <a:xfrm>
            <a:off x="1158875" y="692150"/>
            <a:ext cx="4616450" cy="3462337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"/>
            <a:headEnd type="none" w="med" len="med"/>
            <a:tailEnd type="none" w="med" len="med"/>
          </a:ln>
        </p:spPr>
      </p:sp>
      <p:sp>
        <p:nvSpPr>
          <p:cNvPr id="6" name="Shape 6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/>
          <a:lstStyle>
            <a:lvl1pPr marL="0" marR="0" lvl="0" indent="0" algn="l" rtl="0">
              <a:spcBef>
                <a:spcPts val="0"/>
              </a:spcBef>
              <a:buChar char="●"/>
              <a:defRPr sz="1800" b="0" i="0" u="none" strike="noStrike" cap="none"/>
            </a:lvl1pPr>
            <a:lvl2pPr marL="457200" marR="0" lvl="1" indent="0" algn="l" rtl="0">
              <a:spcBef>
                <a:spcPts val="0"/>
              </a:spcBef>
              <a:buChar char="○"/>
              <a:defRPr sz="1800" b="0" i="0" u="none" strike="noStrike" cap="none"/>
            </a:lvl2pPr>
            <a:lvl3pPr marL="914400" marR="0" lvl="2" indent="0" algn="l" rtl="0">
              <a:spcBef>
                <a:spcPts val="0"/>
              </a:spcBef>
              <a:buChar char="■"/>
              <a:defRPr sz="1800" b="0" i="0" u="none" strike="noStrike" cap="none"/>
            </a:lvl3pPr>
            <a:lvl4pPr marL="1371600" marR="0" lvl="3" indent="0" algn="l" rtl="0">
              <a:spcBef>
                <a:spcPts val="0"/>
              </a:spcBef>
              <a:buChar char="●"/>
              <a:defRPr sz="1800" b="0" i="0" u="none" strike="noStrike" cap="none"/>
            </a:lvl4pPr>
            <a:lvl5pPr marL="1828800" marR="0" lvl="4" indent="0" algn="l" rtl="0">
              <a:spcBef>
                <a:spcPts val="0"/>
              </a:spcBef>
              <a:buChar char="○"/>
              <a:defRPr sz="1800" b="0" i="0" u="none" strike="noStrike" cap="none"/>
            </a:lvl5pPr>
            <a:lvl6pPr marL="2286000" marR="0" lvl="5" indent="0" algn="l" rtl="0">
              <a:spcBef>
                <a:spcPts val="0"/>
              </a:spcBef>
              <a:buChar char="■"/>
              <a:defRPr sz="1800" b="0" i="0" u="none" strike="noStrike" cap="none"/>
            </a:lvl6pPr>
            <a:lvl7pPr marL="2743200" marR="0" lvl="6" indent="0" algn="l" rtl="0">
              <a:spcBef>
                <a:spcPts val="0"/>
              </a:spcBef>
              <a:buChar char="●"/>
              <a:defRPr sz="1800" b="0" i="0" u="none" strike="noStrike" cap="none"/>
            </a:lvl7pPr>
            <a:lvl8pPr marL="3200400" marR="0" lvl="7" indent="0" algn="l" rtl="0">
              <a:spcBef>
                <a:spcPts val="0"/>
              </a:spcBef>
              <a:buChar char="○"/>
              <a:defRPr sz="1800" b="0" i="0" u="none" strike="noStrike" cap="none"/>
            </a:lvl8pPr>
            <a:lvl9pPr marL="3657600" marR="0" lvl="8" indent="0" algn="l" rtl="0">
              <a:spcBef>
                <a:spcPts val="0"/>
              </a:spcBef>
              <a:buChar char="■"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7" name="Shape 7"/>
          <p:cNvSpPr txBox="1">
            <a:spLocks noGrp="1"/>
          </p:cNvSpPr>
          <p:nvPr>
            <p:ph type="ftr" idx="11"/>
          </p:nvPr>
        </p:nvSpPr>
        <p:spPr>
          <a:xfrm>
            <a:off x="0" y="8770937"/>
            <a:ext cx="3005137" cy="461962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b" anchorCtr="0"/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57200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640080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Shape 8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37" cy="461962"/>
          </a:xfrm>
          <a:prstGeom prst="rect">
            <a:avLst/>
          </a:prstGeom>
          <a:noFill/>
          <a:ln>
            <a:noFill/>
          </a:ln>
        </p:spPr>
        <p:txBody>
          <a:bodyPr wrap="square" lIns="92375" tIns="46175" rIns="92375" bIns="46175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lang="en-US"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71661334"/>
      </p:ext>
    </p:extLst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Shape 63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4" name="Shape 64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69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70" name="Shape 70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75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76" name="Shape 76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Shape 578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79" name="Shape 579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Shape 554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55" name="Shape 555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Shape 562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63" name="Shape 563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Shape 595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96" name="Shape 596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Shape 570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1" name="Shape 571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72" name="Shape 572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Shape 586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Shape 587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88" name="Shape 588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Shape 603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04" name="Shape 604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Shape 626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27" name="Shape 627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bg>
      <p:bgPr>
        <a:solidFill>
          <a:schemeClr val="dk1"/>
        </a:solidFill>
        <a:effectLst/>
      </p:bgPr>
    </p:bg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14"/>
          <p:cNvSpPr/>
          <p:nvPr/>
        </p:nvSpPr>
        <p:spPr>
          <a:xfrm>
            <a:off x="0" y="0"/>
            <a:ext cx="9144000" cy="4572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15" name="Shape 15"/>
          <p:cNvSpPr txBox="1">
            <a:spLocks noGrp="1"/>
          </p:cNvSpPr>
          <p:nvPr>
            <p:ph type="ctrTitle"/>
          </p:nvPr>
        </p:nvSpPr>
        <p:spPr>
          <a:xfrm>
            <a:off x="311700" y="522867"/>
            <a:ext cx="8520600" cy="3587100"/>
          </a:xfrm>
          <a:prstGeom prst="rect">
            <a:avLst/>
          </a:prstGeom>
        </p:spPr>
        <p:txBody>
          <a:bodyPr wrap="square" lIns="91425" tIns="91425" rIns="91425" bIns="91425" anchor="ctr" anchorCtr="0"/>
          <a:lstStyle>
            <a:lvl1pPr lvl="0" algn="ctr">
              <a:spcBef>
                <a:spcPts val="0"/>
              </a:spcBef>
              <a:buSzPct val="100000"/>
              <a:defRPr sz="8000"/>
            </a:lvl1pPr>
            <a:lvl2pPr lvl="1" algn="ctr">
              <a:spcBef>
                <a:spcPts val="0"/>
              </a:spcBef>
              <a:buSzPct val="100000"/>
              <a:defRPr sz="8000"/>
            </a:lvl2pPr>
            <a:lvl3pPr lvl="2" algn="ctr">
              <a:spcBef>
                <a:spcPts val="0"/>
              </a:spcBef>
              <a:buSzPct val="100000"/>
              <a:defRPr sz="8000"/>
            </a:lvl3pPr>
            <a:lvl4pPr lvl="3" algn="ctr">
              <a:spcBef>
                <a:spcPts val="0"/>
              </a:spcBef>
              <a:buSzPct val="100000"/>
              <a:defRPr sz="8000"/>
            </a:lvl4pPr>
            <a:lvl5pPr lvl="4" algn="ctr">
              <a:spcBef>
                <a:spcPts val="0"/>
              </a:spcBef>
              <a:buSzPct val="100000"/>
              <a:defRPr sz="8000"/>
            </a:lvl5pPr>
            <a:lvl6pPr lvl="5" algn="ctr">
              <a:spcBef>
                <a:spcPts val="0"/>
              </a:spcBef>
              <a:buSzPct val="100000"/>
              <a:defRPr sz="8000"/>
            </a:lvl6pPr>
            <a:lvl7pPr lvl="6" algn="ctr">
              <a:spcBef>
                <a:spcPts val="0"/>
              </a:spcBef>
              <a:buSzPct val="100000"/>
              <a:defRPr sz="8000"/>
            </a:lvl7pPr>
            <a:lvl8pPr lvl="7" algn="ctr">
              <a:spcBef>
                <a:spcPts val="0"/>
              </a:spcBef>
              <a:buSzPct val="100000"/>
              <a:defRPr sz="8000"/>
            </a:lvl8pPr>
            <a:lvl9pPr lvl="8" algn="ctr">
              <a:spcBef>
                <a:spcPts val="0"/>
              </a:spcBef>
              <a:buSzPct val="100000"/>
              <a:defRPr sz="8000"/>
            </a:lvl9pPr>
          </a:lstStyle>
          <a:p>
            <a:endParaRPr/>
          </a:p>
        </p:txBody>
      </p:sp>
      <p:sp>
        <p:nvSpPr>
          <p:cNvPr id="16" name="Shape 16"/>
          <p:cNvSpPr txBox="1">
            <a:spLocks noGrp="1"/>
          </p:cNvSpPr>
          <p:nvPr>
            <p:ph type="subTitle" idx="1"/>
          </p:nvPr>
        </p:nvSpPr>
        <p:spPr>
          <a:xfrm>
            <a:off x="311700" y="5187200"/>
            <a:ext cx="8520600" cy="941700"/>
          </a:xfrm>
          <a:prstGeom prst="rect">
            <a:avLst/>
          </a:prstGeom>
        </p:spPr>
        <p:txBody>
          <a:bodyPr wrap="square" lIns="91425" tIns="91425" rIns="91425" bIns="91425" anchor="ctr" anchorCtr="0"/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None/>
              <a:defRPr sz="2100" b="1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None/>
              <a:defRPr sz="2100" b="1">
                <a:solidFill>
                  <a:schemeClr val="accen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None/>
              <a:defRPr sz="2100" b="1">
                <a:solidFill>
                  <a:schemeClr val="accen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None/>
              <a:defRPr sz="2100" b="1">
                <a:solidFill>
                  <a:schemeClr val="accen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None/>
              <a:defRPr sz="2100" b="1">
                <a:solidFill>
                  <a:schemeClr val="accen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None/>
              <a:defRPr sz="2100" b="1">
                <a:solidFill>
                  <a:schemeClr val="accen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None/>
              <a:defRPr sz="2100" b="1">
                <a:solidFill>
                  <a:schemeClr val="accen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None/>
              <a:defRPr sz="2100" b="1">
                <a:solidFill>
                  <a:schemeClr val="accen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None/>
              <a:defRPr sz="2100" b="1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17" name="Shape 17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  <p:sp>
        <p:nvSpPr>
          <p:cNvPr id="2" name="Footer Placeholder 1" hidden="1"/>
          <p:cNvSpPr>
            <a:spLocks noGrp="1"/>
          </p:cNvSpPr>
          <p:nvPr>
            <p:ph type="ftr" sz="quarter" idx="1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4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559FE8C8-AC97-4ADA-A254-8F11A723A69F}" type="datetimeFigureOut">
              <a:rPr lang="en-US" smtClean="0"/>
              <a:t>7/19/23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bg>
      <p:bgPr>
        <a:solidFill>
          <a:schemeClr val="dk1"/>
        </a:solidFill>
        <a:effectLst/>
      </p:bgPr>
    </p:bg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 19"/>
          <p:cNvSpPr txBox="1">
            <a:spLocks noGrp="1"/>
          </p:cNvSpPr>
          <p:nvPr>
            <p:ph type="title"/>
          </p:nvPr>
        </p:nvSpPr>
        <p:spPr>
          <a:xfrm>
            <a:off x="2802750" y="1070000"/>
            <a:ext cx="3538500" cy="4718100"/>
          </a:xfrm>
          <a:prstGeom prst="rect">
            <a:avLst/>
          </a:prstGeom>
          <a:solidFill>
            <a:srgbClr val="FFFFFF"/>
          </a:solidFill>
        </p:spPr>
        <p:txBody>
          <a:bodyPr wrap="square" lIns="91425" tIns="91425" rIns="91425" bIns="91425" anchor="ctr" anchorCtr="0"/>
          <a:lstStyle>
            <a:lvl1pPr lvl="0" algn="ctr">
              <a:spcBef>
                <a:spcPts val="0"/>
              </a:spcBef>
              <a:buSzPct val="100000"/>
              <a:defRPr sz="4800"/>
            </a:lvl1pPr>
            <a:lvl2pPr lvl="1" algn="ctr">
              <a:spcBef>
                <a:spcPts val="0"/>
              </a:spcBef>
              <a:buSzPct val="100000"/>
              <a:defRPr sz="4800"/>
            </a:lvl2pPr>
            <a:lvl3pPr lvl="2" algn="ctr">
              <a:spcBef>
                <a:spcPts val="0"/>
              </a:spcBef>
              <a:buSzPct val="100000"/>
              <a:defRPr sz="4800"/>
            </a:lvl3pPr>
            <a:lvl4pPr lvl="3" algn="ctr">
              <a:spcBef>
                <a:spcPts val="0"/>
              </a:spcBef>
              <a:buSzPct val="100000"/>
              <a:defRPr sz="4800"/>
            </a:lvl4pPr>
            <a:lvl5pPr lvl="4" algn="ctr">
              <a:spcBef>
                <a:spcPts val="0"/>
              </a:spcBef>
              <a:buSzPct val="100000"/>
              <a:defRPr sz="4800"/>
            </a:lvl5pPr>
            <a:lvl6pPr lvl="5" algn="ctr">
              <a:spcBef>
                <a:spcPts val="0"/>
              </a:spcBef>
              <a:buSzPct val="100000"/>
              <a:defRPr sz="4800"/>
            </a:lvl6pPr>
            <a:lvl7pPr lvl="6" algn="ctr">
              <a:spcBef>
                <a:spcPts val="0"/>
              </a:spcBef>
              <a:buSzPct val="100000"/>
              <a:defRPr sz="4800"/>
            </a:lvl7pPr>
            <a:lvl8pPr lvl="7" algn="ctr">
              <a:spcBef>
                <a:spcPts val="0"/>
              </a:spcBef>
              <a:buSzPct val="100000"/>
              <a:defRPr sz="4800"/>
            </a:lvl8pPr>
            <a:lvl9pPr lvl="8" algn="ctr">
              <a:spcBef>
                <a:spcPts val="0"/>
              </a:spcBef>
              <a:buSzPct val="100000"/>
              <a:defRPr sz="4800"/>
            </a:lvl9pPr>
          </a:lstStyle>
          <a:p>
            <a:endParaRPr/>
          </a:p>
        </p:txBody>
      </p:sp>
      <p:sp>
        <p:nvSpPr>
          <p:cNvPr id="20" name="Shape 20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  <p:sp>
        <p:nvSpPr>
          <p:cNvPr id="2" name="Footer Placeholder 1" hidden="1"/>
          <p:cNvSpPr>
            <a:spLocks noGrp="1"/>
          </p:cNvSpPr>
          <p:nvPr>
            <p:ph type="ftr" sz="quarter" idx="1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4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FEFA0557-7C35-4D1D-B97A-95898D157B33}" type="datetimeFigureOut">
              <a:rPr lang="en-US" smtClean="0"/>
              <a:t>7/19/23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body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 txBox="1">
            <a:spLocks noGrp="1"/>
          </p:cNvSpPr>
          <p:nvPr>
            <p:ph type="title"/>
          </p:nvPr>
        </p:nvSpPr>
        <p:spPr>
          <a:xfrm>
            <a:off x="311700" y="390467"/>
            <a:ext cx="8520600" cy="1068000"/>
          </a:xfrm>
          <a:prstGeom prst="rect">
            <a:avLst/>
          </a:prstGeom>
        </p:spPr>
        <p:txBody>
          <a:bodyPr wrap="square" lIns="91425" tIns="91425" rIns="91425" bIns="91425" anchor="t" anchorCtr="0"/>
          <a:lstStyle>
            <a:lvl1pPr lvl="0">
              <a:spcBef>
                <a:spcPts val="0"/>
              </a:spcBef>
              <a:defRPr/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defRPr/>
            </a:lvl4pPr>
            <a:lvl5pPr lvl="4">
              <a:spcBef>
                <a:spcPts val="0"/>
              </a:spcBef>
              <a:defRPr/>
            </a:lvl5pPr>
            <a:lvl6pPr lvl="5">
              <a:spcBef>
                <a:spcPts val="0"/>
              </a:spcBef>
              <a:defRPr/>
            </a:lvl6pPr>
            <a:lvl7pPr lvl="6">
              <a:spcBef>
                <a:spcPts val="0"/>
              </a:spcBef>
              <a:defRPr/>
            </a:lvl7pPr>
            <a:lvl8pPr lvl="7">
              <a:spcBef>
                <a:spcPts val="0"/>
              </a:spcBef>
              <a:defRPr/>
            </a:lvl8pPr>
            <a:lvl9pPr lvl="8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23" name="Shape 23"/>
          <p:cNvSpPr txBox="1">
            <a:spLocks noGrp="1"/>
          </p:cNvSpPr>
          <p:nvPr>
            <p:ph type="body" idx="1"/>
          </p:nvPr>
        </p:nvSpPr>
        <p:spPr>
          <a:xfrm>
            <a:off x="311700" y="1638233"/>
            <a:ext cx="8520600" cy="4453500"/>
          </a:xfrm>
          <a:prstGeom prst="rect">
            <a:avLst/>
          </a:prstGeom>
        </p:spPr>
        <p:txBody>
          <a:bodyPr wrap="square" lIns="91425" tIns="91425" rIns="91425" bIns="91425" anchor="t" anchorCtr="0"/>
          <a:lstStyle>
            <a:lvl1pPr lvl="0">
              <a:spcBef>
                <a:spcPts val="0"/>
              </a:spcBef>
              <a:defRPr/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defRPr/>
            </a:lvl4pPr>
            <a:lvl5pPr lvl="4">
              <a:spcBef>
                <a:spcPts val="0"/>
              </a:spcBef>
              <a:defRPr/>
            </a:lvl5pPr>
            <a:lvl6pPr lvl="5">
              <a:spcBef>
                <a:spcPts val="0"/>
              </a:spcBef>
              <a:defRPr/>
            </a:lvl6pPr>
            <a:lvl7pPr lvl="6">
              <a:spcBef>
                <a:spcPts val="0"/>
              </a:spcBef>
              <a:defRPr/>
            </a:lvl7pPr>
            <a:lvl8pPr lvl="7">
              <a:spcBef>
                <a:spcPts val="0"/>
              </a:spcBef>
              <a:defRPr/>
            </a:lvl8pPr>
            <a:lvl9pPr lvl="8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24" name="Shape 24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  <p:sp>
        <p:nvSpPr>
          <p:cNvPr id="2" name="Footer Placeholder 1" hidden="1"/>
          <p:cNvSpPr>
            <a:spLocks noGrp="1"/>
          </p:cNvSpPr>
          <p:nvPr>
            <p:ph type="ftr" sz="quarter" idx="1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4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B236AB90-F632-4852-BC4B-53E103869F3D}" type="datetimeFigureOut">
              <a:rPr lang="en-US" smtClean="0"/>
              <a:t>7/19/23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>
  <p:cSld name="Title and two 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ape 26"/>
          <p:cNvSpPr txBox="1">
            <a:spLocks noGrp="1"/>
          </p:cNvSpPr>
          <p:nvPr>
            <p:ph type="title"/>
          </p:nvPr>
        </p:nvSpPr>
        <p:spPr>
          <a:xfrm>
            <a:off x="311700" y="390467"/>
            <a:ext cx="8520600" cy="1068000"/>
          </a:xfrm>
          <a:prstGeom prst="rect">
            <a:avLst/>
          </a:prstGeom>
        </p:spPr>
        <p:txBody>
          <a:bodyPr wrap="square" lIns="91425" tIns="91425" rIns="91425" bIns="91425" anchor="t" anchorCtr="0"/>
          <a:lstStyle>
            <a:lvl1pPr lvl="0">
              <a:spcBef>
                <a:spcPts val="0"/>
              </a:spcBef>
              <a:defRPr/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defRPr/>
            </a:lvl4pPr>
            <a:lvl5pPr lvl="4">
              <a:spcBef>
                <a:spcPts val="0"/>
              </a:spcBef>
              <a:defRPr/>
            </a:lvl5pPr>
            <a:lvl6pPr lvl="5">
              <a:spcBef>
                <a:spcPts val="0"/>
              </a:spcBef>
              <a:defRPr/>
            </a:lvl6pPr>
            <a:lvl7pPr lvl="6">
              <a:spcBef>
                <a:spcPts val="0"/>
              </a:spcBef>
              <a:defRPr/>
            </a:lvl7pPr>
            <a:lvl8pPr lvl="7">
              <a:spcBef>
                <a:spcPts val="0"/>
              </a:spcBef>
              <a:defRPr/>
            </a:lvl8pPr>
            <a:lvl9pPr lvl="8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27" name="Shape 27"/>
          <p:cNvSpPr txBox="1">
            <a:spLocks noGrp="1"/>
          </p:cNvSpPr>
          <p:nvPr>
            <p:ph type="body" idx="1"/>
          </p:nvPr>
        </p:nvSpPr>
        <p:spPr>
          <a:xfrm>
            <a:off x="311700" y="1638233"/>
            <a:ext cx="3999900" cy="4453500"/>
          </a:xfrm>
          <a:prstGeom prst="rect">
            <a:avLst/>
          </a:prstGeom>
        </p:spPr>
        <p:txBody>
          <a:bodyPr wrap="square" lIns="91425" tIns="91425" rIns="91425" bIns="91425" anchor="t" anchorCtr="0"/>
          <a:lstStyle>
            <a:lvl1pPr lvl="0">
              <a:spcBef>
                <a:spcPts val="0"/>
              </a:spcBef>
              <a:buSzPct val="100000"/>
              <a:defRPr sz="1400"/>
            </a:lvl1pPr>
            <a:lvl2pPr lvl="1">
              <a:spcBef>
                <a:spcPts val="0"/>
              </a:spcBef>
              <a:buSzPct val="100000"/>
              <a:defRPr sz="1200"/>
            </a:lvl2pPr>
            <a:lvl3pPr lvl="2">
              <a:spcBef>
                <a:spcPts val="0"/>
              </a:spcBef>
              <a:buSzPct val="100000"/>
              <a:defRPr sz="1200"/>
            </a:lvl3pPr>
            <a:lvl4pPr lvl="3">
              <a:spcBef>
                <a:spcPts val="0"/>
              </a:spcBef>
              <a:buSzPct val="100000"/>
              <a:defRPr sz="1200"/>
            </a:lvl4pPr>
            <a:lvl5pPr lvl="4">
              <a:spcBef>
                <a:spcPts val="0"/>
              </a:spcBef>
              <a:buSzPct val="100000"/>
              <a:defRPr sz="1200"/>
            </a:lvl5pPr>
            <a:lvl6pPr lvl="5">
              <a:spcBef>
                <a:spcPts val="0"/>
              </a:spcBef>
              <a:buSzPct val="100000"/>
              <a:defRPr sz="1200"/>
            </a:lvl6pPr>
            <a:lvl7pPr lvl="6">
              <a:spcBef>
                <a:spcPts val="0"/>
              </a:spcBef>
              <a:buSzPct val="100000"/>
              <a:defRPr sz="1200"/>
            </a:lvl7pPr>
            <a:lvl8pPr lvl="7">
              <a:spcBef>
                <a:spcPts val="0"/>
              </a:spcBef>
              <a:buSzPct val="100000"/>
              <a:defRPr sz="1200"/>
            </a:lvl8pPr>
            <a:lvl9pPr lvl="8">
              <a:spcBef>
                <a:spcPts val="0"/>
              </a:spcBef>
              <a:buSzPct val="100000"/>
              <a:defRPr sz="1200"/>
            </a:lvl9pPr>
          </a:lstStyle>
          <a:p>
            <a:endParaRPr/>
          </a:p>
        </p:txBody>
      </p:sp>
      <p:sp>
        <p:nvSpPr>
          <p:cNvPr id="28" name="Shape 28"/>
          <p:cNvSpPr txBox="1">
            <a:spLocks noGrp="1"/>
          </p:cNvSpPr>
          <p:nvPr>
            <p:ph type="body" idx="2"/>
          </p:nvPr>
        </p:nvSpPr>
        <p:spPr>
          <a:xfrm>
            <a:off x="4832400" y="1638233"/>
            <a:ext cx="3999900" cy="4453500"/>
          </a:xfrm>
          <a:prstGeom prst="rect">
            <a:avLst/>
          </a:prstGeom>
        </p:spPr>
        <p:txBody>
          <a:bodyPr wrap="square" lIns="91425" tIns="91425" rIns="91425" bIns="91425" anchor="t" anchorCtr="0"/>
          <a:lstStyle>
            <a:lvl1pPr lvl="0">
              <a:spcBef>
                <a:spcPts val="0"/>
              </a:spcBef>
              <a:buSzPct val="100000"/>
              <a:defRPr sz="1400"/>
            </a:lvl1pPr>
            <a:lvl2pPr lvl="1">
              <a:spcBef>
                <a:spcPts val="0"/>
              </a:spcBef>
              <a:buSzPct val="100000"/>
              <a:defRPr sz="1200"/>
            </a:lvl2pPr>
            <a:lvl3pPr lvl="2">
              <a:spcBef>
                <a:spcPts val="0"/>
              </a:spcBef>
              <a:buSzPct val="100000"/>
              <a:defRPr sz="1200"/>
            </a:lvl3pPr>
            <a:lvl4pPr lvl="3">
              <a:spcBef>
                <a:spcPts val="0"/>
              </a:spcBef>
              <a:buSzPct val="100000"/>
              <a:defRPr sz="1200"/>
            </a:lvl4pPr>
            <a:lvl5pPr lvl="4">
              <a:spcBef>
                <a:spcPts val="0"/>
              </a:spcBef>
              <a:buSzPct val="100000"/>
              <a:defRPr sz="1200"/>
            </a:lvl5pPr>
            <a:lvl6pPr lvl="5">
              <a:spcBef>
                <a:spcPts val="0"/>
              </a:spcBef>
              <a:buSzPct val="100000"/>
              <a:defRPr sz="1200"/>
            </a:lvl6pPr>
            <a:lvl7pPr lvl="6">
              <a:spcBef>
                <a:spcPts val="0"/>
              </a:spcBef>
              <a:buSzPct val="100000"/>
              <a:defRPr sz="1200"/>
            </a:lvl7pPr>
            <a:lvl8pPr lvl="7">
              <a:spcBef>
                <a:spcPts val="0"/>
              </a:spcBef>
              <a:buSzPct val="100000"/>
              <a:defRPr sz="1200"/>
            </a:lvl8pPr>
            <a:lvl9pPr lvl="8">
              <a:spcBef>
                <a:spcPts val="0"/>
              </a:spcBef>
              <a:buSzPct val="100000"/>
              <a:defRPr sz="1200"/>
            </a:lvl9pPr>
          </a:lstStyle>
          <a:p>
            <a:endParaRPr/>
          </a:p>
        </p:txBody>
      </p:sp>
      <p:sp>
        <p:nvSpPr>
          <p:cNvPr id="29" name="Shape 29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  <p:sp>
        <p:nvSpPr>
          <p:cNvPr id="2" name="Footer Placeholder 1" hidden="1"/>
          <p:cNvSpPr>
            <a:spLocks noGrp="1"/>
          </p:cNvSpPr>
          <p:nvPr>
            <p:ph type="ftr" sz="quarter" idx="1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4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12374C44-A702-4728-BB40-76FE555B9CF1}" type="datetimeFigureOut">
              <a:rPr lang="en-US" smtClean="0"/>
              <a:t>7/19/23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31"/>
          <p:cNvSpPr txBox="1">
            <a:spLocks noGrp="1"/>
          </p:cNvSpPr>
          <p:nvPr>
            <p:ph type="title"/>
          </p:nvPr>
        </p:nvSpPr>
        <p:spPr>
          <a:xfrm>
            <a:off x="304800" y="412467"/>
            <a:ext cx="8537700" cy="997500"/>
          </a:xfrm>
          <a:prstGeom prst="rect">
            <a:avLst/>
          </a:prstGeom>
        </p:spPr>
        <p:txBody>
          <a:bodyPr wrap="square" lIns="91425" tIns="91425" rIns="91425" bIns="91425" anchor="t" anchorCtr="0"/>
          <a:lstStyle>
            <a:lvl1pPr lvl="0">
              <a:spcBef>
                <a:spcPts val="0"/>
              </a:spcBef>
              <a:buSzPct val="100000"/>
              <a:defRPr sz="4000"/>
            </a:lvl1pPr>
            <a:lvl2pPr lvl="1">
              <a:spcBef>
                <a:spcPts val="0"/>
              </a:spcBef>
              <a:buSzPct val="100000"/>
              <a:defRPr sz="4000"/>
            </a:lvl2pPr>
            <a:lvl3pPr lvl="2">
              <a:spcBef>
                <a:spcPts val="0"/>
              </a:spcBef>
              <a:buSzPct val="100000"/>
              <a:defRPr sz="4000"/>
            </a:lvl3pPr>
            <a:lvl4pPr lvl="3">
              <a:spcBef>
                <a:spcPts val="0"/>
              </a:spcBef>
              <a:buSzPct val="100000"/>
              <a:defRPr sz="4000"/>
            </a:lvl4pPr>
            <a:lvl5pPr lvl="4">
              <a:spcBef>
                <a:spcPts val="0"/>
              </a:spcBef>
              <a:buSzPct val="100000"/>
              <a:defRPr sz="4000"/>
            </a:lvl5pPr>
            <a:lvl6pPr lvl="5">
              <a:spcBef>
                <a:spcPts val="0"/>
              </a:spcBef>
              <a:buSzPct val="100000"/>
              <a:defRPr sz="4000"/>
            </a:lvl6pPr>
            <a:lvl7pPr lvl="6">
              <a:spcBef>
                <a:spcPts val="0"/>
              </a:spcBef>
              <a:buSzPct val="100000"/>
              <a:defRPr sz="4000"/>
            </a:lvl7pPr>
            <a:lvl8pPr lvl="7">
              <a:spcBef>
                <a:spcPts val="0"/>
              </a:spcBef>
              <a:buSzPct val="100000"/>
              <a:defRPr sz="4000"/>
            </a:lvl8pPr>
            <a:lvl9pPr lvl="8">
              <a:spcBef>
                <a:spcPts val="0"/>
              </a:spcBef>
              <a:buSzPct val="100000"/>
              <a:defRPr sz="4000"/>
            </a:lvl9pPr>
          </a:lstStyle>
          <a:p>
            <a:endParaRPr/>
          </a:p>
        </p:txBody>
      </p:sp>
      <p:sp>
        <p:nvSpPr>
          <p:cNvPr id="32" name="Shape 32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  <p:sp>
        <p:nvSpPr>
          <p:cNvPr id="2" name="Footer Placeholder 1" hidden="1"/>
          <p:cNvSpPr>
            <a:spLocks noGrp="1"/>
          </p:cNvSpPr>
          <p:nvPr>
            <p:ph type="ftr" sz="quarter" idx="1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4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E1F32DF0-702E-431A-ADCF-2A06AC4E7F57}" type="datetimeFigureOut">
              <a:rPr lang="en-US" smtClean="0"/>
              <a:t>7/19/23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One column 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Shape 34"/>
          <p:cNvSpPr txBox="1">
            <a:spLocks noGrp="1"/>
          </p:cNvSpPr>
          <p:nvPr>
            <p:ph type="title"/>
          </p:nvPr>
        </p:nvSpPr>
        <p:spPr>
          <a:xfrm>
            <a:off x="311700" y="740800"/>
            <a:ext cx="2808000" cy="1007700"/>
          </a:xfrm>
          <a:prstGeom prst="rect">
            <a:avLst/>
          </a:prstGeom>
        </p:spPr>
        <p:txBody>
          <a:bodyPr wrap="square" lIns="91425" tIns="91425" rIns="91425" bIns="91425" anchor="b" anchorCtr="0"/>
          <a:lstStyle>
            <a:lvl1pPr lvl="0">
              <a:spcBef>
                <a:spcPts val="0"/>
              </a:spcBef>
              <a:buSzPct val="100000"/>
              <a:defRPr sz="3000"/>
            </a:lvl1pPr>
            <a:lvl2pPr lvl="1">
              <a:spcBef>
                <a:spcPts val="0"/>
              </a:spcBef>
              <a:buSzPct val="100000"/>
              <a:defRPr sz="3000"/>
            </a:lvl2pPr>
            <a:lvl3pPr lvl="2">
              <a:spcBef>
                <a:spcPts val="0"/>
              </a:spcBef>
              <a:buSzPct val="100000"/>
              <a:defRPr sz="3000"/>
            </a:lvl3pPr>
            <a:lvl4pPr lvl="3">
              <a:spcBef>
                <a:spcPts val="0"/>
              </a:spcBef>
              <a:buSzPct val="100000"/>
              <a:defRPr sz="3000"/>
            </a:lvl4pPr>
            <a:lvl5pPr lvl="4">
              <a:spcBef>
                <a:spcPts val="0"/>
              </a:spcBef>
              <a:buSzPct val="100000"/>
              <a:defRPr sz="3000"/>
            </a:lvl5pPr>
            <a:lvl6pPr lvl="5">
              <a:spcBef>
                <a:spcPts val="0"/>
              </a:spcBef>
              <a:buSzPct val="100000"/>
              <a:defRPr sz="3000"/>
            </a:lvl6pPr>
            <a:lvl7pPr lvl="6">
              <a:spcBef>
                <a:spcPts val="0"/>
              </a:spcBef>
              <a:buSzPct val="100000"/>
              <a:defRPr sz="3000"/>
            </a:lvl7pPr>
            <a:lvl8pPr lvl="7">
              <a:spcBef>
                <a:spcPts val="0"/>
              </a:spcBef>
              <a:buSzPct val="100000"/>
              <a:defRPr sz="3000"/>
            </a:lvl8pPr>
            <a:lvl9pPr lvl="8">
              <a:spcBef>
                <a:spcPts val="0"/>
              </a:spcBef>
              <a:buSzPct val="100000"/>
              <a:defRPr sz="3000"/>
            </a:lvl9pPr>
          </a:lstStyle>
          <a:p>
            <a:endParaRPr/>
          </a:p>
        </p:txBody>
      </p:sp>
      <p:sp>
        <p:nvSpPr>
          <p:cNvPr id="35" name="Shape 35"/>
          <p:cNvSpPr txBox="1">
            <a:spLocks noGrp="1"/>
          </p:cNvSpPr>
          <p:nvPr>
            <p:ph type="body" idx="1"/>
          </p:nvPr>
        </p:nvSpPr>
        <p:spPr>
          <a:xfrm>
            <a:off x="311700" y="1852800"/>
            <a:ext cx="2808000" cy="4239300"/>
          </a:xfrm>
          <a:prstGeom prst="rect">
            <a:avLst/>
          </a:prstGeom>
        </p:spPr>
        <p:txBody>
          <a:bodyPr wrap="square" lIns="91425" tIns="91425" rIns="91425" bIns="91425" anchor="t" anchorCtr="0"/>
          <a:lstStyle>
            <a:lvl1pPr lvl="0">
              <a:spcBef>
                <a:spcPts val="0"/>
              </a:spcBef>
              <a:buSzPct val="100000"/>
              <a:defRPr sz="1200"/>
            </a:lvl1pPr>
            <a:lvl2pPr lvl="1">
              <a:spcBef>
                <a:spcPts val="0"/>
              </a:spcBef>
              <a:buSzPct val="100000"/>
              <a:defRPr sz="1200"/>
            </a:lvl2pPr>
            <a:lvl3pPr lvl="2">
              <a:spcBef>
                <a:spcPts val="0"/>
              </a:spcBef>
              <a:buSzPct val="100000"/>
              <a:defRPr sz="1200"/>
            </a:lvl3pPr>
            <a:lvl4pPr lvl="3">
              <a:spcBef>
                <a:spcPts val="0"/>
              </a:spcBef>
              <a:buSzPct val="100000"/>
              <a:defRPr sz="1200"/>
            </a:lvl4pPr>
            <a:lvl5pPr lvl="4">
              <a:spcBef>
                <a:spcPts val="0"/>
              </a:spcBef>
              <a:buSzPct val="100000"/>
              <a:defRPr sz="1200"/>
            </a:lvl5pPr>
            <a:lvl6pPr lvl="5">
              <a:spcBef>
                <a:spcPts val="0"/>
              </a:spcBef>
              <a:buSzPct val="100000"/>
              <a:defRPr sz="1200"/>
            </a:lvl6pPr>
            <a:lvl7pPr lvl="6">
              <a:spcBef>
                <a:spcPts val="0"/>
              </a:spcBef>
              <a:buSzPct val="100000"/>
              <a:defRPr sz="1200"/>
            </a:lvl7pPr>
            <a:lvl8pPr lvl="7">
              <a:spcBef>
                <a:spcPts val="0"/>
              </a:spcBef>
              <a:buSzPct val="100000"/>
              <a:defRPr sz="1200"/>
            </a:lvl8pPr>
            <a:lvl9pPr lvl="8">
              <a:spcBef>
                <a:spcPts val="0"/>
              </a:spcBef>
              <a:buSzPct val="100000"/>
              <a:defRPr sz="1200"/>
            </a:lvl9pPr>
          </a:lstStyle>
          <a:p>
            <a:endParaRPr/>
          </a:p>
        </p:txBody>
      </p:sp>
      <p:sp>
        <p:nvSpPr>
          <p:cNvPr id="36" name="Shape 36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  <p:sp>
        <p:nvSpPr>
          <p:cNvPr id="2" name="Footer Placeholder 1" hidden="1"/>
          <p:cNvSpPr>
            <a:spLocks noGrp="1"/>
          </p:cNvSpPr>
          <p:nvPr>
            <p:ph type="ftr" sz="quarter" idx="1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4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DBDC1F8B-7509-4E85-ABDB-3F1EEA772746}" type="datetimeFigureOut">
              <a:rPr lang="en-US" smtClean="0"/>
              <a:t>7/19/23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Main point">
    <p:bg>
      <p:bgPr>
        <a:solidFill>
          <a:schemeClr val="accent4"/>
        </a:solidFill>
        <a:effectLst/>
      </p:bgPr>
    </p:bg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Shape 38"/>
          <p:cNvSpPr txBox="1">
            <a:spLocks noGrp="1"/>
          </p:cNvSpPr>
          <p:nvPr>
            <p:ph type="title"/>
          </p:nvPr>
        </p:nvSpPr>
        <p:spPr>
          <a:xfrm>
            <a:off x="490250" y="701800"/>
            <a:ext cx="5618700" cy="5454300"/>
          </a:xfrm>
          <a:prstGeom prst="rect">
            <a:avLst/>
          </a:prstGeom>
        </p:spPr>
        <p:txBody>
          <a:bodyPr wrap="square" lIns="91425" tIns="91425" rIns="91425" bIns="91425" anchor="ctr" anchorCtr="0"/>
          <a:lstStyle>
            <a:lvl1pPr lvl="0">
              <a:spcBef>
                <a:spcPts val="0"/>
              </a:spcBef>
              <a:buClr>
                <a:schemeClr val="lt1"/>
              </a:buClr>
              <a:buSzPct val="100000"/>
              <a:defRPr sz="6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buClr>
                <a:schemeClr val="lt1"/>
              </a:buClr>
              <a:buSzPct val="100000"/>
              <a:defRPr sz="6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buClr>
                <a:schemeClr val="lt1"/>
              </a:buClr>
              <a:buSzPct val="100000"/>
              <a:defRPr sz="6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buClr>
                <a:schemeClr val="lt1"/>
              </a:buClr>
              <a:buSzPct val="100000"/>
              <a:defRPr sz="6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buClr>
                <a:schemeClr val="lt1"/>
              </a:buClr>
              <a:buSzPct val="100000"/>
              <a:defRPr sz="6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buClr>
                <a:schemeClr val="lt1"/>
              </a:buClr>
              <a:buSzPct val="100000"/>
              <a:defRPr sz="6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buClr>
                <a:schemeClr val="lt1"/>
              </a:buClr>
              <a:buSzPct val="100000"/>
              <a:defRPr sz="6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buClr>
                <a:schemeClr val="lt1"/>
              </a:buClr>
              <a:buSzPct val="100000"/>
              <a:defRPr sz="6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buClr>
                <a:schemeClr val="lt1"/>
              </a:buClr>
              <a:buSzPct val="100000"/>
              <a:defRPr sz="6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9" name="Shape 39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>
                <a:solidFill>
                  <a:schemeClr val="lt1"/>
                </a:solidFill>
              </a:rPr>
              <a:t>‹#›</a:t>
            </a:fld>
            <a:endParaRPr lang="en-US">
              <a:solidFill>
                <a:schemeClr val="lt1"/>
              </a:solidFill>
            </a:endParaRPr>
          </a:p>
        </p:txBody>
      </p:sp>
      <p:sp>
        <p:nvSpPr>
          <p:cNvPr id="2" name="Footer Placeholder 1" hidden="1"/>
          <p:cNvSpPr>
            <a:spLocks noGrp="1"/>
          </p:cNvSpPr>
          <p:nvPr>
            <p:ph type="ftr" sz="quarter" idx="1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4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52C5D9E0-CA9E-46E5-9606-B0D66E683FEE}" type="datetimeFigureOut">
              <a:rPr lang="en-US" smtClean="0"/>
              <a:t>7/19/23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title and description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Shape 41"/>
          <p:cNvSpPr/>
          <p:nvPr/>
        </p:nvSpPr>
        <p:spPr>
          <a:xfrm>
            <a:off x="4572000" y="-33"/>
            <a:ext cx="4572000" cy="6858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cxnSp>
        <p:nvCxnSpPr>
          <p:cNvPr id="42" name="Shape 42"/>
          <p:cNvCxnSpPr/>
          <p:nvPr/>
        </p:nvCxnSpPr>
        <p:spPr>
          <a:xfrm>
            <a:off x="5029675" y="5994000"/>
            <a:ext cx="468300" cy="0"/>
          </a:xfrm>
          <a:prstGeom prst="straightConnector1">
            <a:avLst/>
          </a:prstGeom>
          <a:noFill/>
          <a:ln w="2857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3" name="Shape 43"/>
          <p:cNvSpPr txBox="1">
            <a:spLocks noGrp="1"/>
          </p:cNvSpPr>
          <p:nvPr>
            <p:ph type="title"/>
          </p:nvPr>
        </p:nvSpPr>
        <p:spPr>
          <a:xfrm>
            <a:off x="265500" y="1441867"/>
            <a:ext cx="4045200" cy="2280300"/>
          </a:xfrm>
          <a:prstGeom prst="rect">
            <a:avLst/>
          </a:prstGeom>
        </p:spPr>
        <p:txBody>
          <a:bodyPr wrap="square" lIns="91425" tIns="91425" rIns="91425" bIns="91425" anchor="b" anchorCtr="0"/>
          <a:lstStyle>
            <a:lvl1pPr lvl="0" algn="ctr">
              <a:spcBef>
                <a:spcPts val="0"/>
              </a:spcBef>
              <a:buSzPct val="100000"/>
              <a:defRPr sz="5400"/>
            </a:lvl1pPr>
            <a:lvl2pPr lvl="1" algn="ctr">
              <a:spcBef>
                <a:spcPts val="0"/>
              </a:spcBef>
              <a:buSzPct val="100000"/>
              <a:defRPr sz="5400"/>
            </a:lvl2pPr>
            <a:lvl3pPr lvl="2" algn="ctr">
              <a:spcBef>
                <a:spcPts val="0"/>
              </a:spcBef>
              <a:buSzPct val="100000"/>
              <a:defRPr sz="5400"/>
            </a:lvl3pPr>
            <a:lvl4pPr lvl="3" algn="ctr">
              <a:spcBef>
                <a:spcPts val="0"/>
              </a:spcBef>
              <a:buSzPct val="100000"/>
              <a:defRPr sz="5400"/>
            </a:lvl4pPr>
            <a:lvl5pPr lvl="4" algn="ctr">
              <a:spcBef>
                <a:spcPts val="0"/>
              </a:spcBef>
              <a:buSzPct val="100000"/>
              <a:defRPr sz="5400"/>
            </a:lvl5pPr>
            <a:lvl6pPr lvl="5" algn="ctr">
              <a:spcBef>
                <a:spcPts val="0"/>
              </a:spcBef>
              <a:buSzPct val="100000"/>
              <a:defRPr sz="5400"/>
            </a:lvl6pPr>
            <a:lvl7pPr lvl="6" algn="ctr">
              <a:spcBef>
                <a:spcPts val="0"/>
              </a:spcBef>
              <a:buSzPct val="100000"/>
              <a:defRPr sz="5400"/>
            </a:lvl7pPr>
            <a:lvl8pPr lvl="7" algn="ctr">
              <a:spcBef>
                <a:spcPts val="0"/>
              </a:spcBef>
              <a:buSzPct val="100000"/>
              <a:defRPr sz="5400"/>
            </a:lvl8pPr>
            <a:lvl9pPr lvl="8" algn="ctr">
              <a:spcBef>
                <a:spcPts val="0"/>
              </a:spcBef>
              <a:buSzPct val="100000"/>
              <a:defRPr sz="5400"/>
            </a:lvl9pPr>
          </a:lstStyle>
          <a:p>
            <a:endParaRPr/>
          </a:p>
        </p:txBody>
      </p:sp>
      <p:sp>
        <p:nvSpPr>
          <p:cNvPr id="44" name="Shape 44"/>
          <p:cNvSpPr txBox="1">
            <a:spLocks noGrp="1"/>
          </p:cNvSpPr>
          <p:nvPr>
            <p:ph type="subTitle" idx="1"/>
          </p:nvPr>
        </p:nvSpPr>
        <p:spPr>
          <a:xfrm>
            <a:off x="265500" y="3793630"/>
            <a:ext cx="4045200" cy="1794000"/>
          </a:xfrm>
          <a:prstGeom prst="rect">
            <a:avLst/>
          </a:prstGeom>
        </p:spPr>
        <p:txBody>
          <a:bodyPr wrap="square" lIns="91425" tIns="91425" rIns="91425" bIns="91425" anchor="t" anchorCtr="0"/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1800"/>
            </a:lvl9pPr>
          </a:lstStyle>
          <a:p>
            <a:endParaRPr/>
          </a:p>
        </p:txBody>
      </p:sp>
      <p:sp>
        <p:nvSpPr>
          <p:cNvPr id="45" name="Shape 45"/>
          <p:cNvSpPr txBox="1">
            <a:spLocks noGrp="1"/>
          </p:cNvSpPr>
          <p:nvPr>
            <p:ph type="body" idx="2"/>
          </p:nvPr>
        </p:nvSpPr>
        <p:spPr>
          <a:xfrm>
            <a:off x="4939500" y="965600"/>
            <a:ext cx="3837000" cy="4926900"/>
          </a:xfrm>
          <a:prstGeom prst="rect">
            <a:avLst/>
          </a:prstGeom>
        </p:spPr>
        <p:txBody>
          <a:bodyPr wrap="square" lIns="91425" tIns="91425" rIns="91425" bIns="91425" anchor="ctr" anchorCtr="0"/>
          <a:lstStyle>
            <a:lvl1pPr lvl="0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46" name="Shape 46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  <p:sp>
        <p:nvSpPr>
          <p:cNvPr id="2" name="Footer Placeholder 1" hidden="1"/>
          <p:cNvSpPr>
            <a:spLocks noGrp="1"/>
          </p:cNvSpPr>
          <p:nvPr>
            <p:ph type="ftr" sz="quarter" idx="1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4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5BA37E64-D101-4693-B362-74BB0158B47B}" type="datetimeFigureOut">
              <a:rPr lang="en-US" smtClean="0"/>
              <a:t>7/19/23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aption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Shape 48"/>
          <p:cNvSpPr txBox="1">
            <a:spLocks noGrp="1"/>
          </p:cNvSpPr>
          <p:nvPr>
            <p:ph type="body" idx="1"/>
          </p:nvPr>
        </p:nvSpPr>
        <p:spPr>
          <a:xfrm>
            <a:off x="319500" y="5640767"/>
            <a:ext cx="5998800" cy="798300"/>
          </a:xfrm>
          <a:prstGeom prst="rect">
            <a:avLst/>
          </a:prstGeom>
        </p:spPr>
        <p:txBody>
          <a:bodyPr wrap="square" lIns="91425" tIns="91425" rIns="91425" bIns="91425" anchor="ctr" anchorCtr="0"/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Amatic SC"/>
              <a:buNone/>
              <a:defRPr sz="24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1pPr>
          </a:lstStyle>
          <a:p>
            <a:endParaRPr/>
          </a:p>
        </p:txBody>
      </p:sp>
      <p:sp>
        <p:nvSpPr>
          <p:cNvPr id="49" name="Shape 49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  <p:sp>
        <p:nvSpPr>
          <p:cNvPr id="2" name="Footer Placeholder 1" hidden="1"/>
          <p:cNvSpPr>
            <a:spLocks noGrp="1"/>
          </p:cNvSpPr>
          <p:nvPr>
            <p:ph type="ftr" sz="quarter" idx="1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4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FACA2033-B529-4F88-BF0F-C9E77C7AF715}" type="datetimeFigureOut">
              <a:rPr lang="en-US" smtClean="0"/>
              <a:t>7/19/23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ig number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51"/>
          <p:cNvSpPr txBox="1">
            <a:spLocks noGrp="1"/>
          </p:cNvSpPr>
          <p:nvPr>
            <p:ph type="title"/>
          </p:nvPr>
        </p:nvSpPr>
        <p:spPr>
          <a:xfrm>
            <a:off x="311700" y="1653700"/>
            <a:ext cx="8520600" cy="2642400"/>
          </a:xfrm>
          <a:prstGeom prst="rect">
            <a:avLst/>
          </a:prstGeom>
        </p:spPr>
        <p:txBody>
          <a:bodyPr wrap="square" lIns="91425" tIns="91425" rIns="91425" bIns="91425" anchor="b" anchorCtr="0"/>
          <a:lstStyle>
            <a:lvl1pPr lvl="0" algn="ctr">
              <a:spcBef>
                <a:spcPts val="0"/>
              </a:spcBef>
              <a:buClr>
                <a:schemeClr val="lt1"/>
              </a:buClr>
              <a:buSzPct val="100000"/>
              <a:defRPr sz="12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buClr>
                <a:schemeClr val="lt1"/>
              </a:buClr>
              <a:buSzPct val="100000"/>
              <a:defRPr sz="120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buClr>
                <a:schemeClr val="lt1"/>
              </a:buClr>
              <a:buSzPct val="100000"/>
              <a:defRPr sz="120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buClr>
                <a:schemeClr val="lt1"/>
              </a:buClr>
              <a:buSzPct val="100000"/>
              <a:defRPr sz="120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buClr>
                <a:schemeClr val="lt1"/>
              </a:buClr>
              <a:buSzPct val="100000"/>
              <a:defRPr sz="120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buClr>
                <a:schemeClr val="lt1"/>
              </a:buClr>
              <a:buSzPct val="100000"/>
              <a:defRPr sz="120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buClr>
                <a:schemeClr val="lt1"/>
              </a:buClr>
              <a:buSzPct val="100000"/>
              <a:defRPr sz="120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buClr>
                <a:schemeClr val="lt1"/>
              </a:buClr>
              <a:buSzPct val="100000"/>
              <a:defRPr sz="120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buClr>
                <a:schemeClr val="lt1"/>
              </a:buClr>
              <a:buSzPct val="100000"/>
              <a:defRPr sz="12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2" name="Shape 52"/>
          <p:cNvSpPr txBox="1">
            <a:spLocks noGrp="1"/>
          </p:cNvSpPr>
          <p:nvPr>
            <p:ph type="body" idx="1"/>
          </p:nvPr>
        </p:nvSpPr>
        <p:spPr>
          <a:xfrm>
            <a:off x="311700" y="4406167"/>
            <a:ext cx="8520600" cy="1734300"/>
          </a:xfrm>
          <a:prstGeom prst="rect">
            <a:avLst/>
          </a:prstGeom>
        </p:spPr>
        <p:txBody>
          <a:bodyPr wrap="square" lIns="91425" tIns="91425" rIns="91425" bIns="91425" anchor="t" anchorCtr="0"/>
          <a:lstStyle>
            <a:lvl1pPr lvl="0" algn="ctr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2pPr>
            <a:lvl3pPr lvl="2" algn="ctr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3pPr>
            <a:lvl4pPr lvl="3" algn="ctr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4pPr>
            <a:lvl5pPr lvl="4" algn="ctr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5pPr>
            <a:lvl6pPr lvl="5" algn="ctr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6pPr>
            <a:lvl7pPr lvl="6" algn="ctr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7pPr>
            <a:lvl8pPr lvl="7" algn="ctr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8pPr>
            <a:lvl9pPr lvl="8" algn="ctr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53" name="Shape 53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  <p:sp>
        <p:nvSpPr>
          <p:cNvPr id="2" name="Footer Placeholder 1" hidden="1"/>
          <p:cNvSpPr>
            <a:spLocks noGrp="1"/>
          </p:cNvSpPr>
          <p:nvPr>
            <p:ph type="ftr" sz="quarter" idx="1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4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B88F23AA-34D9-4A18-A5A1-06793324E42C}" type="datetimeFigureOut">
              <a:rPr lang="en-US" smtClean="0"/>
              <a:t>7/19/23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55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  <p:sp>
        <p:nvSpPr>
          <p:cNvPr id="2" name="Footer Placeholder 1" hidden="1"/>
          <p:cNvSpPr>
            <a:spLocks noGrp="1"/>
          </p:cNvSpPr>
          <p:nvPr>
            <p:ph type="ftr" sz="quarter" idx="1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4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8DA20C1D-75ED-450C-88C7-C497EA874E9C}" type="datetimeFigureOut">
              <a:rPr lang="en-US" smtClean="0"/>
              <a:t>7/19/23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Shape 57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/>
          <a:lstStyle>
            <a:lvl1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spcAft>
                <a:spcPts val="0"/>
              </a:spcAft>
              <a:buNone/>
              <a:defRPr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spcAft>
                <a:spcPts val="0"/>
              </a:spcAft>
              <a:buNone/>
              <a:defRPr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spcAft>
                <a:spcPts val="0"/>
              </a:spcAft>
              <a:buNone/>
              <a:defRPr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spcAft>
                <a:spcPts val="0"/>
              </a:spcAft>
              <a:buNone/>
              <a:defRPr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457200" marR="0" lvl="5" indent="0" algn="l" rtl="0">
              <a:spcBef>
                <a:spcPts val="0"/>
              </a:spcBef>
              <a:spcAft>
                <a:spcPts val="0"/>
              </a:spcAft>
              <a:buNone/>
              <a:defRPr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914400" marR="0" lvl="6" indent="0" algn="l" rtl="0">
              <a:spcBef>
                <a:spcPts val="0"/>
              </a:spcBef>
              <a:spcAft>
                <a:spcPts val="0"/>
              </a:spcAft>
              <a:buNone/>
              <a:defRPr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1371600" marR="0" lvl="7" indent="0" algn="l" rtl="0">
              <a:spcBef>
                <a:spcPts val="0"/>
              </a:spcBef>
              <a:spcAft>
                <a:spcPts val="0"/>
              </a:spcAft>
              <a:buNone/>
              <a:defRPr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1828800" marR="0" lvl="8" indent="0" algn="l" rtl="0">
              <a:spcBef>
                <a:spcPts val="0"/>
              </a:spcBef>
              <a:spcAft>
                <a:spcPts val="0"/>
              </a:spcAft>
              <a:buNone/>
              <a:defRPr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8" name="Shape 58"/>
          <p:cNvSpPr txBox="1">
            <a:spLocks noGrp="1"/>
          </p:cNvSpPr>
          <p:nvPr>
            <p:ph type="body" idx="1"/>
          </p:nvPr>
        </p:nvSpPr>
        <p:spPr>
          <a:xfrm>
            <a:off x="592137" y="1676400"/>
            <a:ext cx="8229600" cy="42672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/>
          <a:lstStyle>
            <a:lvl1pPr marL="228600" marR="0" lvl="0" indent="-101600" algn="l" rtl="0"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•"/>
              <a:defRPr sz="20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628650" marR="0" lvl="1" indent="-158750" algn="l" rtl="0">
              <a:spcBef>
                <a:spcPts val="5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–"/>
              <a:defRPr sz="20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-63500" algn="l" rtl="0">
              <a:spcBef>
                <a:spcPts val="45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200150" marR="0" lvl="3" indent="-57150" algn="l" rtl="0">
              <a:spcBef>
                <a:spcPts val="45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–"/>
              <a:defRPr sz="18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485900" marR="0" lvl="4" indent="-76200" algn="l" rtl="0">
              <a:spcBef>
                <a:spcPts val="4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»"/>
              <a:defRPr sz="16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1943100" marR="0" lvl="5" indent="-76200" algn="l" rtl="0">
              <a:spcBef>
                <a:spcPts val="4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»"/>
              <a:defRPr sz="16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2400300" marR="0" lvl="6" indent="-76200" algn="l" rtl="0">
              <a:spcBef>
                <a:spcPts val="4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»"/>
              <a:defRPr sz="16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2857500" marR="0" lvl="7" indent="-76200" algn="l" rtl="0">
              <a:spcBef>
                <a:spcPts val="4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»"/>
              <a:defRPr sz="16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314700" marR="0" lvl="8" indent="-76200" algn="l" rtl="0">
              <a:spcBef>
                <a:spcPts val="4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»"/>
              <a:defRPr sz="16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9" name="Shape 59" hidden="1"/>
          <p:cNvSpPr txBox="1">
            <a:spLocks noGrp="1"/>
          </p:cNvSpPr>
          <p:nvPr>
            <p:ph type="dt" idx="10"/>
          </p:nvPr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/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57200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640080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0" name="Shape 60" hidden="1"/>
          <p:cNvSpPr txBox="1">
            <a:spLocks noGrp="1"/>
          </p:cNvSpPr>
          <p:nvPr>
            <p:ph type="ftr" idx="11"/>
          </p:nvPr>
        </p:nvSpPr>
        <p:spPr>
          <a:xfrm>
            <a:off x="4114800" y="6553200"/>
            <a:ext cx="2362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/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7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57200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640080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1" name="Shape 61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beach-day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>
            <a:spLocks noGrp="1"/>
          </p:cNvSpPr>
          <p:nvPr>
            <p:ph type="title"/>
          </p:nvPr>
        </p:nvSpPr>
        <p:spPr>
          <a:xfrm>
            <a:off x="311700" y="390467"/>
            <a:ext cx="8520600" cy="1068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/>
          <a:lstStyle>
            <a:lvl1pPr lvl="0">
              <a:spcBef>
                <a:spcPts val="0"/>
              </a:spcBef>
              <a:buClr>
                <a:schemeClr val="accent1"/>
              </a:buClr>
              <a:buSzPct val="100000"/>
              <a:buFont typeface="Amatic SC"/>
              <a:buNone/>
              <a:defRPr sz="42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1pPr>
            <a:lvl2pPr lvl="1">
              <a:spcBef>
                <a:spcPts val="0"/>
              </a:spcBef>
              <a:buClr>
                <a:schemeClr val="accent1"/>
              </a:buClr>
              <a:buSzPct val="100000"/>
              <a:buFont typeface="Amatic SC"/>
              <a:buNone/>
              <a:defRPr sz="42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2pPr>
            <a:lvl3pPr lvl="2">
              <a:spcBef>
                <a:spcPts val="0"/>
              </a:spcBef>
              <a:buClr>
                <a:schemeClr val="accent1"/>
              </a:buClr>
              <a:buSzPct val="100000"/>
              <a:buFont typeface="Amatic SC"/>
              <a:buNone/>
              <a:defRPr sz="42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3pPr>
            <a:lvl4pPr lvl="3">
              <a:spcBef>
                <a:spcPts val="0"/>
              </a:spcBef>
              <a:buClr>
                <a:schemeClr val="accent1"/>
              </a:buClr>
              <a:buSzPct val="100000"/>
              <a:buFont typeface="Amatic SC"/>
              <a:buNone/>
              <a:defRPr sz="42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4pPr>
            <a:lvl5pPr lvl="4">
              <a:spcBef>
                <a:spcPts val="0"/>
              </a:spcBef>
              <a:buClr>
                <a:schemeClr val="accent1"/>
              </a:buClr>
              <a:buSzPct val="100000"/>
              <a:buFont typeface="Amatic SC"/>
              <a:buNone/>
              <a:defRPr sz="42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5pPr>
            <a:lvl6pPr lvl="5">
              <a:spcBef>
                <a:spcPts val="0"/>
              </a:spcBef>
              <a:buClr>
                <a:schemeClr val="accent1"/>
              </a:buClr>
              <a:buSzPct val="100000"/>
              <a:buFont typeface="Amatic SC"/>
              <a:buNone/>
              <a:defRPr sz="42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6pPr>
            <a:lvl7pPr lvl="6">
              <a:spcBef>
                <a:spcPts val="0"/>
              </a:spcBef>
              <a:buClr>
                <a:schemeClr val="accent1"/>
              </a:buClr>
              <a:buSzPct val="100000"/>
              <a:buFont typeface="Amatic SC"/>
              <a:buNone/>
              <a:defRPr sz="42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7pPr>
            <a:lvl8pPr lvl="7">
              <a:spcBef>
                <a:spcPts val="0"/>
              </a:spcBef>
              <a:buClr>
                <a:schemeClr val="accent1"/>
              </a:buClr>
              <a:buSzPct val="100000"/>
              <a:buFont typeface="Amatic SC"/>
              <a:buNone/>
              <a:defRPr sz="42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8pPr>
            <a:lvl9pPr lvl="8">
              <a:spcBef>
                <a:spcPts val="0"/>
              </a:spcBef>
              <a:buClr>
                <a:schemeClr val="accent1"/>
              </a:buClr>
              <a:buSzPct val="100000"/>
              <a:buFont typeface="Amatic SC"/>
              <a:buNone/>
              <a:defRPr sz="42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9pPr>
          </a:lstStyle>
          <a:p>
            <a:endParaRPr/>
          </a:p>
        </p:txBody>
      </p:sp>
      <p:sp>
        <p:nvSpPr>
          <p:cNvPr id="11" name="Shape 11"/>
          <p:cNvSpPr txBox="1">
            <a:spLocks noGrp="1"/>
          </p:cNvSpPr>
          <p:nvPr>
            <p:ph type="body" idx="1"/>
          </p:nvPr>
        </p:nvSpPr>
        <p:spPr>
          <a:xfrm>
            <a:off x="311700" y="1638233"/>
            <a:ext cx="8520600" cy="44535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/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SzPct val="100000"/>
              <a:buFont typeface="Source Code Pro"/>
              <a:buChar char="●"/>
              <a:defRPr sz="1800"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ource Code Pro"/>
              <a:buChar char="○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ource Code Pro"/>
              <a:buChar char="■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ource Code Pro"/>
              <a:buChar char="●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ource Code Pro"/>
              <a:buChar char="○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ource Code Pro"/>
              <a:buChar char="■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ource Code Pro"/>
              <a:buChar char="●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ource Code Pro"/>
              <a:buChar char="○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ource Code Pro"/>
              <a:buChar char="■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9pPr>
          </a:lstStyle>
          <a:p>
            <a:endParaRPr/>
          </a:p>
        </p:txBody>
      </p:sp>
      <p:sp>
        <p:nvSpPr>
          <p:cNvPr id="12" name="Shape 12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r">
              <a:spcBef>
                <a:spcPts val="0"/>
              </a:spcBef>
              <a:buNone/>
            </a:pPr>
            <a:fld id="{00000000-1234-1234-1234-123412341234}" type="slidenum">
              <a:rPr lang="en-US"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‹#›</a:t>
            </a:fld>
            <a:endParaRPr lang="en-US" sz="1000">
              <a:solidFill>
                <a:schemeClr val="accent1"/>
              </a:solidFill>
              <a:latin typeface="Source Code Pro"/>
              <a:ea typeface="Source Code Pro"/>
              <a:cs typeface="Source Code Pro"/>
              <a:sym typeface="Source Code Pro"/>
            </a:endParaRPr>
          </a:p>
        </p:txBody>
      </p:sp>
      <p:sp>
        <p:nvSpPr>
          <p:cNvPr id="2" name="Footer Placeholder 1" hidden="1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850279-8577-4DB5-A1B1-2A1239DFFE30}" type="datetimeFigureOut">
              <a:rPr lang="en-US" smtClean="0"/>
              <a:t>7/19/23</a:t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github.com/datreeio/node-datreeio/commits/master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mailto:rokhkin_ilya@yahoo.com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Shape 66"/>
          <p:cNvSpPr txBox="1">
            <a:spLocks noGrp="1"/>
          </p:cNvSpPr>
          <p:nvPr>
            <p:ph type="ctrTitle"/>
          </p:nvPr>
        </p:nvSpPr>
        <p:spPr>
          <a:xfrm>
            <a:off x="311700" y="522867"/>
            <a:ext cx="8520600" cy="35871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25000"/>
              <a:buFont typeface="Merriweather"/>
              <a:buNone/>
            </a:pPr>
            <a:r>
              <a:rPr lang="en-US" sz="4400" b="0" i="0" u="none" strike="noStrike" cap="none" dirty="0">
                <a:solidFill>
                  <a:srgbClr val="000000"/>
                </a:solidFill>
                <a:latin typeface="Merriweather"/>
                <a:ea typeface="Merriweather"/>
                <a:cs typeface="Merriweather"/>
                <a:sym typeface="Merriweather"/>
              </a:rPr>
              <a:t>Git Best Practices</a:t>
            </a:r>
          </a:p>
        </p:txBody>
      </p:sp>
      <p:sp>
        <p:nvSpPr>
          <p:cNvPr id="67" name="Shape 67"/>
          <p:cNvSpPr txBox="1">
            <a:spLocks noGrp="1"/>
          </p:cNvSpPr>
          <p:nvPr>
            <p:ph type="subTitle" idx="1"/>
          </p:nvPr>
        </p:nvSpPr>
        <p:spPr>
          <a:xfrm>
            <a:off x="1600200" y="47244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 you really use Git efficiently?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endParaRPr sz="2000" b="0" i="0" u="none" strike="noStrike" cap="none" dirty="0">
              <a:solidFill>
                <a:srgbClr val="000000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Merriweather"/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Merriweather"/>
                <a:ea typeface="Merriweather"/>
                <a:cs typeface="Merriweather"/>
                <a:sym typeface="Merriweather"/>
              </a:rPr>
              <a:t>Ilya Rokhkin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Merriweather"/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Merriweather"/>
                <a:ea typeface="Merriweather"/>
                <a:cs typeface="Merriweather"/>
                <a:sym typeface="Merriweather"/>
              </a:rPr>
              <a:t>2023</a:t>
            </a:r>
            <a:endParaRPr lang="en-US" sz="2000" b="0" dirty="0">
              <a:solidFill>
                <a:srgbClr val="000000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" name="Footer Placeholder 1" hidden="1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 hidden="1"/>
          <p:cNvSpPr>
            <a:spLocks noGrp="1"/>
          </p:cNvSpPr>
          <p:nvPr>
            <p:ph type="dt" sz="quarter" idx="14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hape 72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Git – meaning?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609600" y="2514600"/>
            <a:ext cx="8229600" cy="1676400"/>
          </a:xfrm>
        </p:spPr>
        <p:txBody>
          <a:bodyPr/>
          <a:lstStyle/>
          <a:p>
            <a:pPr marL="127000" indent="0">
              <a:buNone/>
            </a:pPr>
            <a:r>
              <a:rPr lang="en-US" sz="4000" dirty="0"/>
              <a:t>What does the word Git mean?</a:t>
            </a:r>
          </a:p>
        </p:txBody>
      </p:sp>
      <p:sp>
        <p:nvSpPr>
          <p:cNvPr id="3" name="Footer Placeholder 2" hidden="1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 hidden="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hape 79"/>
          <p:cNvSpPr txBox="1"/>
          <p:nvPr/>
        </p:nvSpPr>
        <p:spPr>
          <a:xfrm>
            <a:off x="153897" y="228600"/>
            <a:ext cx="8229600" cy="641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</a:pPr>
            <a:r>
              <a:rPr lang="en-US" sz="3400" dirty="0">
                <a:solidFill>
                  <a:schemeClr val="dk2"/>
                </a:solidFill>
              </a:rPr>
              <a:t>GIT Overview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957" y="965250"/>
            <a:ext cx="8553450" cy="2476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00" y="3841844"/>
            <a:ext cx="6820072" cy="25589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Footer Placeholder 1" hidden="1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 hidden="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Shape 58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296400" cy="9603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Best practices – local feature branches (topics)</a:t>
            </a:r>
            <a:br>
              <a:rPr lang="en-US" sz="3400" b="0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3400" b="0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endParaRPr lang="en-US" sz="3400" b="0" i="0" u="none" strike="noStrike" cap="none" dirty="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2" name="Shape 582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583" name="Shape 583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4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84" name="Shape 584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157163" y="914400"/>
            <a:ext cx="8758237" cy="4678362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Footer Placeholder 1" hidden="1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 hidden="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457200" y="6172200"/>
            <a:ext cx="40030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Demo: create feature branch, checkout, commit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Shape 557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Best practices – commit</a:t>
            </a:r>
            <a:b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endParaRPr lang="en-US" sz="34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8" name="Shape 558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559" name="Shape 559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5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0" name="Shape 560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152400" y="1273175"/>
            <a:ext cx="8796337" cy="46704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Footer Placeholder 1" hidden="1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 hidden="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296839" y="6260426"/>
            <a:ext cx="8839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Demo: vim, change, commit, auto-commit, git log –c, git reset 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Shape 565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Best practices – squashing</a:t>
            </a:r>
            <a:b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endParaRPr lang="en-US" sz="34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6" name="Shape 566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567" name="Shape 567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6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8" name="Shape 568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0" y="1549400"/>
            <a:ext cx="9150350" cy="43942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/>
          <p:cNvSpPr txBox="1"/>
          <p:nvPr/>
        </p:nvSpPr>
        <p:spPr>
          <a:xfrm>
            <a:off x="609600" y="6096000"/>
            <a:ext cx="37449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Demo: git merge --squash</a:t>
            </a:r>
          </a:p>
        </p:txBody>
      </p:sp>
      <p:sp>
        <p:nvSpPr>
          <p:cNvPr id="3" name="Footer Placeholder 2" hidden="1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 hidden="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Shape 59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6825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Best practices – clean up local branches</a:t>
            </a:r>
            <a:br>
              <a:rPr lang="en-US" sz="2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endParaRPr lang="en-US" sz="24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9" name="Shape 599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600" name="Shape 600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7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01" name="Shape 601" descr="Delete_local_feature_branch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047850"/>
            <a:ext cx="9144001" cy="57339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Footer Placeholder 1" hidden="1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 hidden="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Shape 574"/>
          <p:cNvSpPr txBox="1">
            <a:spLocks noGrp="1"/>
          </p:cNvSpPr>
          <p:nvPr>
            <p:ph type="title"/>
          </p:nvPr>
        </p:nvSpPr>
        <p:spPr>
          <a:xfrm>
            <a:off x="0" y="149800"/>
            <a:ext cx="9144000" cy="7587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/>
              <a:t>Best practices - concise commit messages</a:t>
            </a:r>
          </a:p>
        </p:txBody>
      </p:sp>
      <p:pic>
        <p:nvPicPr>
          <p:cNvPr id="576" name="Shape 576" descr="commit_message_header.png"/>
          <p:cNvPicPr preferRelativeResize="0"/>
          <p:nvPr/>
        </p:nvPicPr>
        <p:blipFill rotWithShape="1">
          <a:blip r:embed="rId3">
            <a:alphaModFix/>
          </a:blip>
          <a:srcRect t="31307"/>
          <a:stretch/>
        </p:blipFill>
        <p:spPr>
          <a:xfrm>
            <a:off x="0" y="2954867"/>
            <a:ext cx="9144000" cy="272155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/>
          <p:cNvSpPr txBox="1"/>
          <p:nvPr/>
        </p:nvSpPr>
        <p:spPr>
          <a:xfrm>
            <a:off x="8467" y="1295400"/>
            <a:ext cx="9067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Limit commit message Subject to 70 chars and it must be simple, clear, self explained – this is the line all will see!</a:t>
            </a:r>
          </a:p>
          <a:p>
            <a:r>
              <a:rPr lang="en-US" sz="2400" dirty="0"/>
              <a:t>Meaningful details put in the body of the commit message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6219855"/>
            <a:ext cx="8763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hlinkClick r:id="rId4"/>
              </a:rPr>
              <a:t>https://github.com/datreeio/node-datreeio/commits/master</a:t>
            </a:r>
            <a:endParaRPr lang="en-US" sz="2000" dirty="0"/>
          </a:p>
        </p:txBody>
      </p:sp>
      <p:sp>
        <p:nvSpPr>
          <p:cNvPr id="3" name="TextBox 2"/>
          <p:cNvSpPr txBox="1"/>
          <p:nvPr/>
        </p:nvSpPr>
        <p:spPr>
          <a:xfrm>
            <a:off x="228600" y="5659253"/>
            <a:ext cx="2895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Demo: Example:</a:t>
            </a:r>
          </a:p>
        </p:txBody>
      </p:sp>
      <p:sp>
        <p:nvSpPr>
          <p:cNvPr id="5" name="Footer Placeholder 4" hidden="1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Date Placeholder 5" hidden="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Shape 590"/>
          <p:cNvSpPr txBox="1">
            <a:spLocks noGrp="1"/>
          </p:cNvSpPr>
          <p:nvPr>
            <p:ph type="title"/>
          </p:nvPr>
        </p:nvSpPr>
        <p:spPr>
          <a:xfrm>
            <a:off x="12" y="0"/>
            <a:ext cx="8229600" cy="7587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Clr>
                <a:schemeClr val="dk2"/>
              </a:buClr>
              <a:buSzPct val="25000"/>
              <a:buFont typeface="Arial"/>
              <a:buNone/>
            </a:pPr>
            <a:r>
              <a:rPr lang="en-US"/>
              <a:t>Best practices – Branch Layout</a:t>
            </a:r>
            <a:br>
              <a:rPr lang="en-US"/>
            </a:br>
            <a:endParaRPr lang="en-US"/>
          </a:p>
        </p:txBody>
      </p:sp>
      <p:sp>
        <p:nvSpPr>
          <p:cNvPr id="591" name="Shape 591"/>
          <p:cNvSpPr txBox="1">
            <a:spLocks noGrp="1"/>
          </p:cNvSpPr>
          <p:nvPr>
            <p:ph type="body" idx="1"/>
          </p:nvPr>
        </p:nvSpPr>
        <p:spPr>
          <a:xfrm>
            <a:off x="592137" y="1676400"/>
            <a:ext cx="8229600" cy="42672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92" name="Shape 592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9</a:t>
            </a:fld>
            <a:endParaRPr lang="en-US"/>
          </a:p>
        </p:txBody>
      </p:sp>
      <p:pic>
        <p:nvPicPr>
          <p:cNvPr id="593" name="Shape 59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928125"/>
            <a:ext cx="9143999" cy="592987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Footer Placeholder 1" hidden="1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 hidden="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Shape 606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Best practices – tag milestones</a:t>
            </a:r>
            <a:b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endParaRPr lang="en-US" sz="34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7" name="Shape 607"/>
          <p:cNvSpPr txBox="1">
            <a:spLocks noGrp="1"/>
          </p:cNvSpPr>
          <p:nvPr>
            <p:ph type="body" idx="1"/>
          </p:nvPr>
        </p:nvSpPr>
        <p:spPr>
          <a:xfrm>
            <a:off x="592137" y="1676400"/>
            <a:ext cx="8229600" cy="42672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228600" marR="0" lvl="0" indent="-228600" algn="l" rtl="0"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2000">
              <a:solidFill>
                <a:srgbClr val="5E5E5E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8" name="Shape 608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609" name="Shape 609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10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10" name="Shape 6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1289050"/>
            <a:ext cx="9109075" cy="46545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Footer Placeholder 1" hidden="1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 hidden="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Shape 629"/>
          <p:cNvSpPr txBox="1">
            <a:spLocks noGrp="1"/>
          </p:cNvSpPr>
          <p:nvPr>
            <p:ph type="title"/>
          </p:nvPr>
        </p:nvSpPr>
        <p:spPr>
          <a:xfrm>
            <a:off x="292100" y="533400"/>
            <a:ext cx="8229600" cy="1371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4400" b="0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Question?</a:t>
            </a:r>
            <a:br>
              <a:rPr lang="en-US" sz="4400" dirty="0"/>
            </a:br>
            <a:br>
              <a:rPr lang="en-US" sz="4400" dirty="0"/>
            </a:br>
            <a:br>
              <a:rPr lang="en-US" sz="4400" dirty="0"/>
            </a:br>
            <a:r>
              <a:rPr lang="en-US" sz="4400" dirty="0"/>
              <a:t>Ilya Rokhkin (Git Trainings)</a:t>
            </a:r>
            <a:br>
              <a:rPr lang="en-US" sz="4400" dirty="0"/>
            </a:br>
            <a:r>
              <a:rPr lang="en-US" sz="4400" dirty="0">
                <a:hlinkClick r:id="rId3"/>
              </a:rPr>
              <a:t>rokhkin_ilya@yahoo.com</a:t>
            </a:r>
            <a:br>
              <a:rPr lang="en-US" sz="4400" dirty="0"/>
            </a:br>
            <a:r>
              <a:rPr lang="en-US" sz="4400" dirty="0"/>
              <a:t>054-5224805</a:t>
            </a:r>
            <a:br>
              <a:rPr lang="en-US" sz="4400" dirty="0"/>
            </a:br>
            <a:br>
              <a:rPr lang="en-US" sz="4400" dirty="0"/>
            </a:br>
            <a:r>
              <a:rPr lang="en-US" sz="4400" dirty="0"/>
              <a:t>Thanks!</a:t>
            </a:r>
          </a:p>
        </p:txBody>
      </p:sp>
      <p:sp>
        <p:nvSpPr>
          <p:cNvPr id="630" name="Shape 630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631" name="Shape 631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11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Footer Placeholder 1" hidden="1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 hidden="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6355941"/>
      </p:ext>
    </p:extLst>
  </p:cSld>
  <p:clrMapOvr>
    <a:masterClrMapping/>
  </p:clrMapOvr>
</p:sld>
</file>

<file path=ppt/theme/theme1.xml><?xml version="1.0" encoding="utf-8"?>
<a:theme xmlns:a="http://schemas.openxmlformats.org/drawingml/2006/main" name="Beach Day">
  <a:themeElements>
    <a:clrScheme name="Beach Day">
      <a:dk1>
        <a:srgbClr val="00FDC8"/>
      </a:dk1>
      <a:lt1>
        <a:srgbClr val="FFFFFF"/>
      </a:lt1>
      <a:dk2>
        <a:srgbClr val="666666"/>
      </a:dk2>
      <a:lt2>
        <a:srgbClr val="EEEEEE"/>
      </a:lt2>
      <a:accent1>
        <a:srgbClr val="212121"/>
      </a:accent1>
      <a:accent2>
        <a:srgbClr val="455A64"/>
      </a:accent2>
      <a:accent3>
        <a:srgbClr val="78909C"/>
      </a:accent3>
      <a:accent4>
        <a:srgbClr val="7C7CE0"/>
      </a:accent4>
      <a:accent5>
        <a:srgbClr val="DB4437"/>
      </a:accent5>
      <a:accent6>
        <a:srgbClr val="F6CD4C"/>
      </a:accent6>
      <a:hlink>
        <a:srgbClr val="DB4437"/>
      </a:hlink>
      <a:folHlink>
        <a:srgbClr val="DB443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e0cf9a1c-2cb1-4d38-9733-321b2d511f49}" enabled="1" method="Standard" siteId="{612a5289-89a8-45c2-a40d-f36fadb6d37c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2426</TotalTime>
  <Words>201</Words>
  <Application>Microsoft Macintosh PowerPoint</Application>
  <PresentationFormat>On-screen Show (4:3)</PresentationFormat>
  <Paragraphs>38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Merriweather</vt:lpstr>
      <vt:lpstr>Arial</vt:lpstr>
      <vt:lpstr>Amatic SC</vt:lpstr>
      <vt:lpstr>Source Code Pro</vt:lpstr>
      <vt:lpstr>Beach Day</vt:lpstr>
      <vt:lpstr>Git Best Practices</vt:lpstr>
      <vt:lpstr>Git – meaning?</vt:lpstr>
      <vt:lpstr>PowerPoint Presentation</vt:lpstr>
      <vt:lpstr>Best practices – local feature branches (topics)  </vt:lpstr>
      <vt:lpstr>Best practices – commit  </vt:lpstr>
      <vt:lpstr>Best practices – squashing  </vt:lpstr>
      <vt:lpstr>Best practices – clean up local branches </vt:lpstr>
      <vt:lpstr>Best practices - concise commit messages</vt:lpstr>
      <vt:lpstr>Best practices – Branch Layout </vt:lpstr>
      <vt:lpstr>Best practices – tag milestones  </vt:lpstr>
      <vt:lpstr>Question?   Ilya Rokhkin (Git Trainings) rokhkin_ilya@yahoo.com 054-5224805  Thanks!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 Best Practices</dc:title>
  <cp:lastModifiedBy>Ilya Rokhkin</cp:lastModifiedBy>
  <cp:revision>23</cp:revision>
  <dcterms:modified xsi:type="dcterms:W3CDTF">2023-07-19T16:47:20Z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">
    <vt:lpwstr>NoClassification</vt:lpwstr>
  </property>
  <property fmtid="{D5CDD505-2E9C-101B-9397-08002B2CF9AE}" pid="3" name="ClassificationDisplay">
    <vt:lpwstr>[No Classification] </vt:lpwstr>
  </property>
  <property fmtid="{D5CDD505-2E9C-101B-9397-08002B2CF9AE}" pid="4" name="Verifier">
    <vt:lpwstr>IyCHJSc6Ni2APpMzOzkqPA==</vt:lpwstr>
  </property>
  <property fmtid="{D5CDD505-2E9C-101B-9397-08002B2CF9AE}" pid="5" name="PolicyName">
    <vt:lpwstr>IyBkiiooNjePMZkxLiQsPTo=</vt:lpwstr>
  </property>
  <property fmtid="{D5CDD505-2E9C-101B-9397-08002B2CF9AE}" pid="6" name="PolicyID">
    <vt:lpwstr/>
  </property>
  <property fmtid="{D5CDD505-2E9C-101B-9397-08002B2CF9AE}" pid="7" name="DomainID">
    <vt:lpwstr/>
  </property>
  <property fmtid="{D5CDD505-2E9C-101B-9397-08002B2CF9AE}" pid="8" name="HText">
    <vt:lpwstr/>
  </property>
  <property fmtid="{D5CDD505-2E9C-101B-9397-08002B2CF9AE}" pid="9" name="FText">
    <vt:lpwstr/>
  </property>
  <property fmtid="{D5CDD505-2E9C-101B-9397-08002B2CF9AE}" pid="10" name="WMark">
    <vt:lpwstr/>
  </property>
  <property fmtid="{D5CDD505-2E9C-101B-9397-08002B2CF9AE}" pid="11" name="Set">
    <vt:lpwstr>Ky4oOiM=</vt:lpwstr>
  </property>
  <property fmtid="{D5CDD505-2E9C-101B-9397-08002B2CF9AE}" pid="12" name="Version">
    <vt:lpwstr>Xw==</vt:lpwstr>
  </property>
  <property fmtid="{D5CDD505-2E9C-101B-9397-08002B2CF9AE}" pid="13" name="lqminfo">
    <vt:i4>1</vt:i4>
  </property>
  <property fmtid="{D5CDD505-2E9C-101B-9397-08002B2CF9AE}" pid="14" name="lqmsess">
    <vt:lpwstr>193bd545-2049-4d27-b51a-a1999d4bb2e7</vt:lpwstr>
  </property>
</Properties>
</file>