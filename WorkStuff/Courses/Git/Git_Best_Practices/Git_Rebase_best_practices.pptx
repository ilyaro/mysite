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547"/>
  </p:normalViewPr>
  <p:slideViewPr>
    <p:cSldViewPr snapToGrid="0">
      <p:cViewPr varScale="1">
        <p:scale>
          <a:sx n="136" d="100"/>
          <a:sy n="136" d="100"/>
        </p:scale>
        <p:origin x="21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53A1F-B8F7-804B-90CC-828987E06DEF}" type="datetimeFigureOut">
              <a:rPr lang="en-IL" smtClean="0"/>
              <a:t>18/03/2024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87A36-F72F-824A-9A95-4FD36C59AEC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744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Shape 218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19" name="Shape 219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Shape 25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Shape 286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87" name="Shape 287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Shape 324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325" name="Shape 325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361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Shape 362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363" name="Shape 363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40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Shape 40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402" name="Shape 402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44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Shape 44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442" name="Shape 442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479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480" name="Shape 48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D7D8A-738C-D904-F3E0-FAAE384D6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57BFC-5004-EDDC-BF9A-CDF7C0587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D8BA5-52C8-443A-F0B5-468C9D3F3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FF330-6313-9E44-B638-95F777E0A4D4}" type="datetimeFigureOut">
              <a:rPr lang="en-IL" smtClean="0"/>
              <a:t>18/03/2024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EB246-E56B-07E1-A66A-C9E6775FF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336D9-2BCD-1398-425F-DBB11F2D8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3972-0DA0-FB4C-A29F-94625AA3A44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28891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9E93C-E53B-A956-A15C-9E09498D7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38011-8D6E-46E1-9467-A2C03CA88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3AA95-EFE1-B1C2-408F-D4939220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FF330-6313-9E44-B638-95F777E0A4D4}" type="datetimeFigureOut">
              <a:rPr lang="en-IL" smtClean="0"/>
              <a:t>18/03/2024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04AB7-2DEE-EDCC-53F9-E813B5BCE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8BDA2-84DE-E65B-5AB8-79EB24132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3972-0DA0-FB4C-A29F-94625AA3A44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5261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2099B-41FA-C10E-8B9F-7EDC81953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6EBBB-9001-B007-0661-D1D8BCBBB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8CBA1-17D0-C611-D30C-EC885731B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FF330-6313-9E44-B638-95F777E0A4D4}" type="datetimeFigureOut">
              <a:rPr lang="en-IL" smtClean="0"/>
              <a:t>18/03/2024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FE405-A05B-D283-FE18-C37CD4F27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78823-BC25-D7A3-2700-233334880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3972-0DA0-FB4C-A29F-94625AA3A44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90238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0B86F-2341-8BDF-3A12-30C8C75A6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B3EE3-844D-C6B7-7AEE-0043D1590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DD9A0-7978-C654-80C8-6BDE33658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870D1-F7D7-4E4C-7842-143CDE8C1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FF330-6313-9E44-B638-95F777E0A4D4}" type="datetimeFigureOut">
              <a:rPr lang="en-IL" smtClean="0"/>
              <a:t>18/03/2024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11DC6-E75A-E29B-6374-6E64E477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A5CC6-3BF2-7378-1F04-FF09502A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3972-0DA0-FB4C-A29F-94625AA3A44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67089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FBB8-5BC2-4C22-B6B0-F4522EF0C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A5D91-5BDF-7829-C3B4-F8765DE86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31C34-C551-75EB-FCB3-6298A5E88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CFBBDD-7E05-3252-60DF-05997243B3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21D24-7ACC-4BF2-E76A-9F78426A70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B7A676-BFE9-5A99-9F68-A8BEEE48A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FF330-6313-9E44-B638-95F777E0A4D4}" type="datetimeFigureOut">
              <a:rPr lang="en-IL" smtClean="0"/>
              <a:t>18/03/2024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D322FB-E00F-38E8-DF2B-DC90A1DD0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195021-DB16-C9FF-A472-4999C608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3972-0DA0-FB4C-A29F-94625AA3A44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7480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C830B-067A-A335-AC20-D8BBABF01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8FC5C9-205C-CE5F-61FD-E55EB3C0A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FF330-6313-9E44-B638-95F777E0A4D4}" type="datetimeFigureOut">
              <a:rPr lang="en-IL" smtClean="0"/>
              <a:t>18/03/2024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38362-0F90-C118-B927-BC9C403D3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6D49C-A930-56A8-7889-A1A73862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3972-0DA0-FB4C-A29F-94625AA3A44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58613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9991F-DBF4-4EB8-45F4-157B8D1FE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FF330-6313-9E44-B638-95F777E0A4D4}" type="datetimeFigureOut">
              <a:rPr lang="en-IL" smtClean="0"/>
              <a:t>18/03/2024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B4A53E-3A74-2949-BB05-C4D69E0D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D5EB1-91C0-2230-FC49-E22FA8A8E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3972-0DA0-FB4C-A29F-94625AA3A44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27157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55C8-C587-75A0-BA44-05BD3ACDA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F3E89-735F-860A-7B6A-A3E9275E0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0DACB-EF21-03CA-DBE0-308172D26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6F9CE-06DE-36BB-048E-E1692B8C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FF330-6313-9E44-B638-95F777E0A4D4}" type="datetimeFigureOut">
              <a:rPr lang="en-IL" smtClean="0"/>
              <a:t>18/03/2024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6DEAF-ED8B-EFC4-7D56-1D15BA2E1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A38DF-2BF0-8D3D-EA99-34EBD8D5B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3972-0DA0-FB4C-A29F-94625AA3A44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66844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70A84-215A-4C01-AAAF-C9464B001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F071D4-49F1-4019-8EFF-3B86360E21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136E87-140E-E617-036F-10CCD5190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82744-BDBA-CCC2-2E4D-5892B416B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FF330-6313-9E44-B638-95F777E0A4D4}" type="datetimeFigureOut">
              <a:rPr lang="en-IL" smtClean="0"/>
              <a:t>18/03/2024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4C22A-37C2-EA25-2149-FAF57602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166F6-3CB4-DD16-4704-3ADEA54C5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3972-0DA0-FB4C-A29F-94625AA3A44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45292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D8B3-0A30-B85E-3EAD-301C6E96F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7851A-D70B-7DB9-D328-655A5A0EE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AFD2B-D096-3BEA-C472-A3EFFC0EC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FF330-6313-9E44-B638-95F777E0A4D4}" type="datetimeFigureOut">
              <a:rPr lang="en-IL" smtClean="0"/>
              <a:t>18/03/2024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EDCB2-FACA-EA84-DD03-2F12E675C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E545F-0BC4-AC4D-EF50-32BE3301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3972-0DA0-FB4C-A29F-94625AA3A44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8277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65F1F6-3F56-B8B1-253F-204BC302C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BDB5D6-0637-9067-BC69-883AA7852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D9A4C-41B4-FEC2-0CE7-F2732A226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FF330-6313-9E44-B638-95F777E0A4D4}" type="datetimeFigureOut">
              <a:rPr lang="en-IL" smtClean="0"/>
              <a:t>18/03/2024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829DC-6E94-5211-510E-F67F0CE69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63AA9-EF81-3078-638E-00841724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3972-0DA0-FB4C-A29F-94625AA3A44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84766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5EE8A3-A212-C053-E06D-30B0E5DDF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D6FFC-1552-1CCB-4C31-80C2672F4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5D51A-B893-8B29-23D4-1F9C516D95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DFF330-6313-9E44-B638-95F777E0A4D4}" type="datetimeFigureOut">
              <a:rPr lang="en-IL" smtClean="0"/>
              <a:t>18/03/2024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BCCC2-0EE8-52B6-DA2A-FE0EA7CC9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967E8-2448-8668-57C9-9B9D5A48A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C3972-0DA0-FB4C-A29F-94625AA3A44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41833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7DA00-3643-C6D3-D78C-D56F1BFF0E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L" dirty="0"/>
              <a:t>Git Rebase in local repo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1324C-E2E6-0A24-AFFA-459979D1EB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L" dirty="0"/>
              <a:t>Best practices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EEA2A2-39FB-98E7-6E23-C67259D3A66A}"/>
              </a:ext>
            </a:extLst>
          </p:cNvPr>
          <p:cNvSpPr txBox="1"/>
          <p:nvPr/>
        </p:nvSpPr>
        <p:spPr>
          <a:xfrm>
            <a:off x="1706252" y="5722070"/>
            <a:ext cx="1374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Ilya Rokhkin</a:t>
            </a:r>
          </a:p>
        </p:txBody>
      </p:sp>
    </p:spTree>
    <p:extLst>
      <p:ext uri="{BB962C8B-B14F-4D97-AF65-F5344CB8AC3E}">
        <p14:creationId xmlns:p14="http://schemas.microsoft.com/office/powerpoint/2010/main" val="808591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9601200" y="6553200"/>
            <a:ext cx="838200" cy="228600"/>
          </a:xfrm>
          <a:prstGeom prst="rect">
            <a:avLst/>
          </a:prstGeom>
        </p:spPr>
        <p:txBody>
          <a:bodyPr vert="horz" wrap="square" lIns="91425" tIns="45700" rIns="91425" bIns="45700" rtlCol="0" anchor="t" anchorCtr="0">
            <a:noAutofit/>
          </a:bodyPr>
          <a:lstStyle/>
          <a:p>
            <a:pPr>
              <a:buClr>
                <a:schemeClr val="lt2"/>
              </a:buClr>
              <a:buSzPct val="25000"/>
            </a:pPr>
            <a:fld id="{00000000-1234-1234-1234-123412341234}" type="slidenum">
              <a:rPr lang="en-US"/>
              <a:pPr>
                <a:buClr>
                  <a:schemeClr val="lt2"/>
                </a:buClr>
                <a:buSzPct val="25000"/>
              </a:pPr>
              <a:t>2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2234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3417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34ac2</a:t>
            </a:r>
          </a:p>
        </p:txBody>
      </p:sp>
      <p:sp>
        <p:nvSpPr>
          <p:cNvPr id="193" name="Shape 193"/>
          <p:cNvSpPr/>
          <p:nvPr/>
        </p:nvSpPr>
        <p:spPr>
          <a:xfrm>
            <a:off x="4601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f30ab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3009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95" name="Shape 195"/>
          <p:cNvCxnSpPr>
            <a:stCxn id="193" idx="1"/>
            <a:endCxn id="192" idx="3"/>
          </p:cNvCxnSpPr>
          <p:nvPr/>
        </p:nvCxnSpPr>
        <p:spPr>
          <a:xfrm rot="10800000">
            <a:off x="4192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152400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</a:pPr>
            <a:r>
              <a:rPr lang="en-US" sz="34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197" name="Shape 197"/>
          <p:cNvSpPr/>
          <p:nvPr/>
        </p:nvSpPr>
        <p:spPr>
          <a:xfrm>
            <a:off x="2013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3196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34ac2</a:t>
            </a:r>
          </a:p>
        </p:txBody>
      </p:sp>
      <p:sp>
        <p:nvSpPr>
          <p:cNvPr id="199" name="Shape 199"/>
          <p:cNvSpPr/>
          <p:nvPr/>
        </p:nvSpPr>
        <p:spPr>
          <a:xfrm>
            <a:off x="437965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f30ab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2787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01" name="Shape 201"/>
          <p:cNvCxnSpPr>
            <a:stCxn id="199" idx="1"/>
            <a:endCxn id="198" idx="3"/>
          </p:cNvCxnSpPr>
          <p:nvPr/>
        </p:nvCxnSpPr>
        <p:spPr>
          <a:xfrm rot="10800000">
            <a:off x="3971050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152400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sz="2400"/>
              <a:t>Local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1575076" y="3995738"/>
            <a:ext cx="25336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sz="2400" dirty="0"/>
              <a:t> Remote Repository</a:t>
            </a:r>
          </a:p>
        </p:txBody>
      </p:sp>
      <p:sp>
        <p:nvSpPr>
          <p:cNvPr id="204" name="Shape 204"/>
          <p:cNvSpPr/>
          <p:nvPr/>
        </p:nvSpPr>
        <p:spPr>
          <a:xfrm>
            <a:off x="3417826" y="5669925"/>
            <a:ext cx="2678175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feat/PRJ-777</a:t>
            </a:r>
          </a:p>
          <a:p>
            <a:pPr algn="ctr"/>
            <a:endParaRPr lang="en-US" dirty="0"/>
          </a:p>
        </p:txBody>
      </p:sp>
      <p:cxnSp>
        <p:nvCxnSpPr>
          <p:cNvPr id="205" name="Shape 205"/>
          <p:cNvCxnSpPr>
            <a:cxnSpLocks/>
            <a:stCxn id="204" idx="0"/>
            <a:endCxn id="199" idx="2"/>
          </p:cNvCxnSpPr>
          <p:nvPr/>
        </p:nvCxnSpPr>
        <p:spPr>
          <a:xfrm flipV="1">
            <a:off x="4756914" y="5243101"/>
            <a:ext cx="10037" cy="4268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6" name="Shape 206"/>
          <p:cNvSpPr/>
          <p:nvPr/>
        </p:nvSpPr>
        <p:spPr>
          <a:xfrm>
            <a:off x="3971025" y="3103900"/>
            <a:ext cx="2250142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origin/feat/PRJ-777</a:t>
            </a:r>
          </a:p>
          <a:p>
            <a:pPr algn="ctr"/>
            <a:endParaRPr lang="en-US" dirty="0"/>
          </a:p>
        </p:txBody>
      </p:sp>
      <p:cxnSp>
        <p:nvCxnSpPr>
          <p:cNvPr id="207" name="Shape 207"/>
          <p:cNvCxnSpPr/>
          <p:nvPr/>
        </p:nvCxnSpPr>
        <p:spPr>
          <a:xfrm rot="10800000">
            <a:off x="4988350" y="26770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8" name="Shape 208"/>
          <p:cNvSpPr/>
          <p:nvPr/>
        </p:nvSpPr>
        <p:spPr>
          <a:xfrm>
            <a:off x="4141450" y="1356800"/>
            <a:ext cx="172595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feat</a:t>
            </a:r>
            <a:r>
              <a:rPr lang="en-US"/>
              <a:t>/PRJ-777</a:t>
            </a:r>
            <a:endParaRPr lang="en-US" dirty="0"/>
          </a:p>
        </p:txBody>
      </p:sp>
      <p:cxnSp>
        <p:nvCxnSpPr>
          <p:cNvPr id="209" name="Shape 209"/>
          <p:cNvCxnSpPr>
            <a:cxnSpLocks/>
            <a:stCxn id="208" idx="2"/>
            <a:endCxn id="193" idx="0"/>
          </p:cNvCxnSpPr>
          <p:nvPr/>
        </p:nvCxnSpPr>
        <p:spPr>
          <a:xfrm flipH="1">
            <a:off x="4988351" y="1866200"/>
            <a:ext cx="16075" cy="45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10" name="Shape 210"/>
          <p:cNvSpPr txBox="1"/>
          <p:nvPr/>
        </p:nvSpPr>
        <p:spPr>
          <a:xfrm>
            <a:off x="6567900" y="3103900"/>
            <a:ext cx="30333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dirty="0"/>
              <a:t>Remote Tracking Branch</a:t>
            </a:r>
          </a:p>
        </p:txBody>
      </p:sp>
      <p:sp>
        <p:nvSpPr>
          <p:cNvPr id="211" name="Shape 211"/>
          <p:cNvSpPr txBox="1"/>
          <p:nvPr/>
        </p:nvSpPr>
        <p:spPr>
          <a:xfrm>
            <a:off x="6221175" y="1318675"/>
            <a:ext cx="30333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dirty="0"/>
              <a:t>Tracking Branch (Local)</a:t>
            </a:r>
          </a:p>
        </p:txBody>
      </p:sp>
      <p:sp>
        <p:nvSpPr>
          <p:cNvPr id="212" name="Shape 212"/>
          <p:cNvSpPr/>
          <p:nvPr/>
        </p:nvSpPr>
        <p:spPr>
          <a:xfrm>
            <a:off x="4569250" y="728400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213" name="Shape 213"/>
          <p:cNvCxnSpPr>
            <a:cxnSpLocks/>
            <a:endCxn id="208" idx="0"/>
          </p:cNvCxnSpPr>
          <p:nvPr/>
        </p:nvCxnSpPr>
        <p:spPr>
          <a:xfrm>
            <a:off x="4988351" y="1031000"/>
            <a:ext cx="16075" cy="32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14" name="Shape 214"/>
          <p:cNvSpPr txBox="1"/>
          <p:nvPr/>
        </p:nvSpPr>
        <p:spPr>
          <a:xfrm>
            <a:off x="5621350" y="4095500"/>
            <a:ext cx="5046600" cy="1686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indent="-381000">
              <a:buClr>
                <a:srgbClr val="FF0000"/>
              </a:buClr>
              <a:buSzPct val="100000"/>
              <a:buChar char="●"/>
            </a:pPr>
            <a:r>
              <a:rPr lang="en-US" sz="2400"/>
              <a:t>After clone/pull Remote Tracking Branch and Tracking (Local) branch pointing to the same commit</a:t>
            </a:r>
          </a:p>
        </p:txBody>
      </p:sp>
      <p:cxnSp>
        <p:nvCxnSpPr>
          <p:cNvPr id="215" name="Shape 215"/>
          <p:cNvCxnSpPr/>
          <p:nvPr/>
        </p:nvCxnSpPr>
        <p:spPr>
          <a:xfrm>
            <a:off x="1556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Shape 235">
            <a:extLst>
              <a:ext uri="{FF2B5EF4-FFF2-40B4-BE49-F238E27FC236}">
                <a16:creationId xmlns:a16="http://schemas.microsoft.com/office/drawing/2014/main" id="{A67DD659-27BD-8D11-EF2B-B1AA044CAFEC}"/>
              </a:ext>
            </a:extLst>
          </p:cNvPr>
          <p:cNvSpPr/>
          <p:nvPr/>
        </p:nvSpPr>
        <p:spPr>
          <a:xfrm>
            <a:off x="4162175" y="4050507"/>
            <a:ext cx="11062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master</a:t>
            </a:r>
          </a:p>
          <a:p>
            <a:pPr algn="ctr"/>
            <a:endParaRPr lang="en-US" dirty="0"/>
          </a:p>
        </p:txBody>
      </p:sp>
      <p:cxnSp>
        <p:nvCxnSpPr>
          <p:cNvPr id="13" name="Shape 248">
            <a:extLst>
              <a:ext uri="{FF2B5EF4-FFF2-40B4-BE49-F238E27FC236}">
                <a16:creationId xmlns:a16="http://schemas.microsoft.com/office/drawing/2014/main" id="{9F375992-F6D7-7AEA-9E71-63E8C1503A34}"/>
              </a:ext>
            </a:extLst>
          </p:cNvPr>
          <p:cNvCxnSpPr>
            <a:cxnSpLocks/>
            <a:stCxn id="12" idx="2"/>
            <a:endCxn id="199" idx="0"/>
          </p:cNvCxnSpPr>
          <p:nvPr/>
        </p:nvCxnSpPr>
        <p:spPr>
          <a:xfrm>
            <a:off x="4715276" y="4596508"/>
            <a:ext cx="51675" cy="29109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6" name="Shape 235">
            <a:extLst>
              <a:ext uri="{FF2B5EF4-FFF2-40B4-BE49-F238E27FC236}">
                <a16:creationId xmlns:a16="http://schemas.microsoft.com/office/drawing/2014/main" id="{7BA0771D-5917-4A9F-15D3-2387FF7F6259}"/>
              </a:ext>
            </a:extLst>
          </p:cNvPr>
          <p:cNvSpPr/>
          <p:nvPr/>
        </p:nvSpPr>
        <p:spPr>
          <a:xfrm>
            <a:off x="2234600" y="3089596"/>
            <a:ext cx="1389692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origin/master</a:t>
            </a:r>
          </a:p>
          <a:p>
            <a:pPr algn="ctr"/>
            <a:endParaRPr lang="en-US" dirty="0"/>
          </a:p>
        </p:txBody>
      </p:sp>
      <p:cxnSp>
        <p:nvCxnSpPr>
          <p:cNvPr id="17" name="Shape 248">
            <a:extLst>
              <a:ext uri="{FF2B5EF4-FFF2-40B4-BE49-F238E27FC236}">
                <a16:creationId xmlns:a16="http://schemas.microsoft.com/office/drawing/2014/main" id="{25BC36AE-302C-116D-7BD5-AB0708097814}"/>
              </a:ext>
            </a:extLst>
          </p:cNvPr>
          <p:cNvCxnSpPr>
            <a:cxnSpLocks/>
          </p:cNvCxnSpPr>
          <p:nvPr/>
        </p:nvCxnSpPr>
        <p:spPr>
          <a:xfrm flipV="1">
            <a:off x="3009200" y="2652188"/>
            <a:ext cx="1757750" cy="43510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 txBox="1">
            <a:spLocks noGrp="1"/>
          </p:cNvSpPr>
          <p:nvPr>
            <p:ph type="sldNum" idx="12"/>
          </p:nvPr>
        </p:nvSpPr>
        <p:spPr>
          <a:xfrm>
            <a:off x="9601200" y="6553200"/>
            <a:ext cx="838200" cy="228600"/>
          </a:xfrm>
          <a:prstGeom prst="rect">
            <a:avLst/>
          </a:prstGeom>
        </p:spPr>
        <p:txBody>
          <a:bodyPr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-US"/>
              <a:pPr/>
              <a:t>3</a:t>
            </a:fld>
            <a:endParaRPr lang="en-US"/>
          </a:p>
        </p:txBody>
      </p:sp>
      <p:sp>
        <p:nvSpPr>
          <p:cNvPr id="222" name="Shape 222"/>
          <p:cNvSpPr/>
          <p:nvPr/>
        </p:nvSpPr>
        <p:spPr>
          <a:xfrm>
            <a:off x="2234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98ca9</a:t>
            </a:r>
          </a:p>
        </p:txBody>
      </p:sp>
      <p:sp>
        <p:nvSpPr>
          <p:cNvPr id="223" name="Shape 223"/>
          <p:cNvSpPr/>
          <p:nvPr/>
        </p:nvSpPr>
        <p:spPr>
          <a:xfrm>
            <a:off x="3417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34ac2</a:t>
            </a:r>
          </a:p>
        </p:txBody>
      </p:sp>
      <p:sp>
        <p:nvSpPr>
          <p:cNvPr id="224" name="Shape 224"/>
          <p:cNvSpPr/>
          <p:nvPr/>
        </p:nvSpPr>
        <p:spPr>
          <a:xfrm>
            <a:off x="4601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f30ab</a:t>
            </a:r>
          </a:p>
        </p:txBody>
      </p:sp>
      <p:cxnSp>
        <p:nvCxnSpPr>
          <p:cNvPr id="225" name="Shape 225"/>
          <p:cNvCxnSpPr>
            <a:stCxn id="223" idx="1"/>
            <a:endCxn id="222" idx="3"/>
          </p:cNvCxnSpPr>
          <p:nvPr/>
        </p:nvCxnSpPr>
        <p:spPr>
          <a:xfrm rot="10800000">
            <a:off x="3009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26" name="Shape 226"/>
          <p:cNvCxnSpPr>
            <a:stCxn id="224" idx="1"/>
            <a:endCxn id="223" idx="3"/>
          </p:cNvCxnSpPr>
          <p:nvPr/>
        </p:nvCxnSpPr>
        <p:spPr>
          <a:xfrm rot="10800000">
            <a:off x="4192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27" name="Shape 227"/>
          <p:cNvSpPr txBox="1">
            <a:spLocks noGrp="1"/>
          </p:cNvSpPr>
          <p:nvPr>
            <p:ph type="title"/>
          </p:nvPr>
        </p:nvSpPr>
        <p:spPr>
          <a:xfrm>
            <a:off x="152400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</a:pPr>
            <a:r>
              <a:rPr lang="en-US" sz="34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228" name="Shape 228"/>
          <p:cNvSpPr/>
          <p:nvPr/>
        </p:nvSpPr>
        <p:spPr>
          <a:xfrm>
            <a:off x="2111275" y="5071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98ca9</a:t>
            </a:r>
          </a:p>
        </p:txBody>
      </p:sp>
      <p:sp>
        <p:nvSpPr>
          <p:cNvPr id="229" name="Shape 229"/>
          <p:cNvSpPr/>
          <p:nvPr/>
        </p:nvSpPr>
        <p:spPr>
          <a:xfrm>
            <a:off x="3294500" y="5071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34ac2</a:t>
            </a:r>
          </a:p>
        </p:txBody>
      </p:sp>
      <p:sp>
        <p:nvSpPr>
          <p:cNvPr id="230" name="Shape 230"/>
          <p:cNvSpPr/>
          <p:nvPr/>
        </p:nvSpPr>
        <p:spPr>
          <a:xfrm>
            <a:off x="4477725" y="5071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f30ab</a:t>
            </a:r>
          </a:p>
        </p:txBody>
      </p:sp>
      <p:cxnSp>
        <p:nvCxnSpPr>
          <p:cNvPr id="231" name="Shape 231"/>
          <p:cNvCxnSpPr>
            <a:stCxn id="229" idx="1"/>
            <a:endCxn id="228" idx="3"/>
          </p:cNvCxnSpPr>
          <p:nvPr/>
        </p:nvCxnSpPr>
        <p:spPr>
          <a:xfrm rot="10800000">
            <a:off x="2885900" y="52490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32" name="Shape 232"/>
          <p:cNvCxnSpPr>
            <a:stCxn id="230" idx="1"/>
            <a:endCxn id="229" idx="3"/>
          </p:cNvCxnSpPr>
          <p:nvPr/>
        </p:nvCxnSpPr>
        <p:spPr>
          <a:xfrm rot="10800000">
            <a:off x="4069125" y="52490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33" name="Shape 233"/>
          <p:cNvSpPr txBox="1"/>
          <p:nvPr/>
        </p:nvSpPr>
        <p:spPr>
          <a:xfrm>
            <a:off x="152400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sz="2400"/>
              <a:t>Local Repository</a:t>
            </a:r>
          </a:p>
        </p:txBody>
      </p:sp>
      <p:sp>
        <p:nvSpPr>
          <p:cNvPr id="234" name="Shape 234"/>
          <p:cNvSpPr txBox="1"/>
          <p:nvPr/>
        </p:nvSpPr>
        <p:spPr>
          <a:xfrm>
            <a:off x="1673150" y="4179438"/>
            <a:ext cx="2595268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sz="2400" dirty="0"/>
              <a:t> Remote Repository</a:t>
            </a:r>
          </a:p>
        </p:txBody>
      </p:sp>
      <p:sp>
        <p:nvSpPr>
          <p:cNvPr id="235" name="Shape 235"/>
          <p:cNvSpPr/>
          <p:nvPr/>
        </p:nvSpPr>
        <p:spPr>
          <a:xfrm>
            <a:off x="3665747" y="5853625"/>
            <a:ext cx="2408367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feat/PRJ-777</a:t>
            </a:r>
          </a:p>
          <a:p>
            <a:pPr algn="ctr"/>
            <a:endParaRPr lang="en-US" dirty="0"/>
          </a:p>
        </p:txBody>
      </p:sp>
      <p:cxnSp>
        <p:nvCxnSpPr>
          <p:cNvPr id="236" name="Shape 236"/>
          <p:cNvCxnSpPr>
            <a:cxnSpLocks/>
            <a:stCxn id="235" idx="0"/>
            <a:endCxn id="230" idx="2"/>
          </p:cNvCxnSpPr>
          <p:nvPr/>
        </p:nvCxnSpPr>
        <p:spPr>
          <a:xfrm flipH="1" flipV="1">
            <a:off x="4865026" y="5426801"/>
            <a:ext cx="4905" cy="4268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37" name="Shape 237"/>
          <p:cNvSpPr/>
          <p:nvPr/>
        </p:nvSpPr>
        <p:spPr>
          <a:xfrm>
            <a:off x="3665746" y="3140792"/>
            <a:ext cx="28161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origin/feat/PRJ-777</a:t>
            </a:r>
          </a:p>
        </p:txBody>
      </p:sp>
      <p:cxnSp>
        <p:nvCxnSpPr>
          <p:cNvPr id="238" name="Shape 238"/>
          <p:cNvCxnSpPr/>
          <p:nvPr/>
        </p:nvCxnSpPr>
        <p:spPr>
          <a:xfrm rot="10800000">
            <a:off x="4988350" y="26770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39" name="Shape 239"/>
          <p:cNvSpPr/>
          <p:nvPr/>
        </p:nvSpPr>
        <p:spPr>
          <a:xfrm>
            <a:off x="5452600" y="1354425"/>
            <a:ext cx="1710195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feat/PRJ-777</a:t>
            </a:r>
          </a:p>
          <a:p>
            <a:pPr algn="ctr"/>
            <a:endParaRPr lang="en-US" dirty="0"/>
          </a:p>
        </p:txBody>
      </p:sp>
      <p:sp>
        <p:nvSpPr>
          <p:cNvPr id="240" name="Shape 240"/>
          <p:cNvSpPr txBox="1"/>
          <p:nvPr/>
        </p:nvSpPr>
        <p:spPr>
          <a:xfrm>
            <a:off x="7366013" y="2955968"/>
            <a:ext cx="28161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dirty="0"/>
              <a:t>Remote Tracking Branch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7257413" y="1236383"/>
            <a:ext cx="30333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dirty="0"/>
              <a:t>Tracking Branch (Local)</a:t>
            </a:r>
          </a:p>
        </p:txBody>
      </p:sp>
      <p:sp>
        <p:nvSpPr>
          <p:cNvPr id="242" name="Shape 242"/>
          <p:cNvSpPr/>
          <p:nvPr/>
        </p:nvSpPr>
        <p:spPr>
          <a:xfrm>
            <a:off x="5675450" y="726025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243" name="Shape 243"/>
          <p:cNvCxnSpPr>
            <a:cxnSpLocks/>
          </p:cNvCxnSpPr>
          <p:nvPr/>
        </p:nvCxnSpPr>
        <p:spPr>
          <a:xfrm>
            <a:off x="6094550" y="1028625"/>
            <a:ext cx="0" cy="355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44" name="Shape 244"/>
          <p:cNvSpPr/>
          <p:nvPr/>
        </p:nvSpPr>
        <p:spPr>
          <a:xfrm>
            <a:off x="57072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6df01</a:t>
            </a:r>
          </a:p>
        </p:txBody>
      </p:sp>
      <p:cxnSp>
        <p:nvCxnSpPr>
          <p:cNvPr id="245" name="Shape 245"/>
          <p:cNvCxnSpPr>
            <a:stCxn id="244" idx="1"/>
          </p:cNvCxnSpPr>
          <p:nvPr/>
        </p:nvCxnSpPr>
        <p:spPr>
          <a:xfrm rot="10800000">
            <a:off x="5375750" y="2499250"/>
            <a:ext cx="331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46" name="Shape 246"/>
          <p:cNvSpPr txBox="1"/>
          <p:nvPr/>
        </p:nvSpPr>
        <p:spPr>
          <a:xfrm>
            <a:off x="5892550" y="3693650"/>
            <a:ext cx="4775400" cy="972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indent="-381000">
              <a:buClr>
                <a:srgbClr val="FF0000"/>
              </a:buClr>
              <a:buSzPct val="100000"/>
              <a:buChar char="●"/>
            </a:pPr>
            <a:r>
              <a:rPr lang="en-US" sz="2400" b="1"/>
              <a:t>Commit on local repository</a:t>
            </a:r>
          </a:p>
          <a:p>
            <a:r>
              <a:rPr lang="en-US"/>
              <a:t>$ git commit</a:t>
            </a:r>
          </a:p>
        </p:txBody>
      </p:sp>
      <p:cxnSp>
        <p:nvCxnSpPr>
          <p:cNvPr id="247" name="Shape 247"/>
          <p:cNvCxnSpPr/>
          <p:nvPr/>
        </p:nvCxnSpPr>
        <p:spPr>
          <a:xfrm>
            <a:off x="1540050" y="3934925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48" name="Shape 248"/>
          <p:cNvCxnSpPr>
            <a:cxnSpLocks/>
            <a:endCxn id="244" idx="0"/>
          </p:cNvCxnSpPr>
          <p:nvPr/>
        </p:nvCxnSpPr>
        <p:spPr>
          <a:xfrm>
            <a:off x="6094550" y="1856968"/>
            <a:ext cx="0" cy="4645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2" name="Shape 235">
            <a:extLst>
              <a:ext uri="{FF2B5EF4-FFF2-40B4-BE49-F238E27FC236}">
                <a16:creationId xmlns:a16="http://schemas.microsoft.com/office/drawing/2014/main" id="{F619D4D0-4678-DFBD-91C6-E2CFA022BCCF}"/>
              </a:ext>
            </a:extLst>
          </p:cNvPr>
          <p:cNvSpPr/>
          <p:nvPr/>
        </p:nvSpPr>
        <p:spPr>
          <a:xfrm>
            <a:off x="4311925" y="4107051"/>
            <a:ext cx="11062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master</a:t>
            </a:r>
          </a:p>
          <a:p>
            <a:pPr algn="ctr"/>
            <a:endParaRPr lang="en-US" dirty="0"/>
          </a:p>
        </p:txBody>
      </p:sp>
      <p:cxnSp>
        <p:nvCxnSpPr>
          <p:cNvPr id="13" name="Shape 248">
            <a:extLst>
              <a:ext uri="{FF2B5EF4-FFF2-40B4-BE49-F238E27FC236}">
                <a16:creationId xmlns:a16="http://schemas.microsoft.com/office/drawing/2014/main" id="{4BD0B368-5620-9560-8AA9-F8528F7D1782}"/>
              </a:ext>
            </a:extLst>
          </p:cNvPr>
          <p:cNvCxnSpPr>
            <a:cxnSpLocks/>
            <a:stCxn id="12" idx="2"/>
            <a:endCxn id="230" idx="0"/>
          </p:cNvCxnSpPr>
          <p:nvPr/>
        </p:nvCxnSpPr>
        <p:spPr>
          <a:xfrm>
            <a:off x="4865025" y="4616452"/>
            <a:ext cx="0" cy="454849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7" name="Shape 235">
            <a:extLst>
              <a:ext uri="{FF2B5EF4-FFF2-40B4-BE49-F238E27FC236}">
                <a16:creationId xmlns:a16="http://schemas.microsoft.com/office/drawing/2014/main" id="{53EE6FEC-3F41-FF8C-0D7C-FAFA258A6252}"/>
              </a:ext>
            </a:extLst>
          </p:cNvPr>
          <p:cNvSpPr/>
          <p:nvPr/>
        </p:nvSpPr>
        <p:spPr>
          <a:xfrm>
            <a:off x="4069100" y="1347567"/>
            <a:ext cx="130655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origin/master</a:t>
            </a:r>
          </a:p>
          <a:p>
            <a:pPr algn="ctr"/>
            <a:endParaRPr lang="en-US" dirty="0"/>
          </a:p>
        </p:txBody>
      </p:sp>
      <p:cxnSp>
        <p:nvCxnSpPr>
          <p:cNvPr id="18" name="Shape 248">
            <a:extLst>
              <a:ext uri="{FF2B5EF4-FFF2-40B4-BE49-F238E27FC236}">
                <a16:creationId xmlns:a16="http://schemas.microsoft.com/office/drawing/2014/main" id="{2143BE47-64FB-FC65-CC27-91EFE21B38A8}"/>
              </a:ext>
            </a:extLst>
          </p:cNvPr>
          <p:cNvCxnSpPr>
            <a:cxnSpLocks/>
          </p:cNvCxnSpPr>
          <p:nvPr/>
        </p:nvCxnSpPr>
        <p:spPr>
          <a:xfrm flipH="1">
            <a:off x="4822551" y="1863826"/>
            <a:ext cx="1" cy="44799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 txBox="1">
            <a:spLocks noGrp="1"/>
          </p:cNvSpPr>
          <p:nvPr>
            <p:ph type="sldNum" idx="12"/>
          </p:nvPr>
        </p:nvSpPr>
        <p:spPr>
          <a:xfrm>
            <a:off x="9601200" y="6553200"/>
            <a:ext cx="838200" cy="228600"/>
          </a:xfrm>
          <a:prstGeom prst="rect">
            <a:avLst/>
          </a:prstGeom>
        </p:spPr>
        <p:txBody>
          <a:bodyPr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-US"/>
              <a:pPr/>
              <a:t>4</a:t>
            </a:fld>
            <a:endParaRPr lang="en-US"/>
          </a:p>
        </p:txBody>
      </p:sp>
      <p:sp>
        <p:nvSpPr>
          <p:cNvPr id="255" name="Shape 255"/>
          <p:cNvSpPr/>
          <p:nvPr/>
        </p:nvSpPr>
        <p:spPr>
          <a:xfrm>
            <a:off x="2234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98ca9</a:t>
            </a:r>
          </a:p>
        </p:txBody>
      </p:sp>
      <p:sp>
        <p:nvSpPr>
          <p:cNvPr id="256" name="Shape 256"/>
          <p:cNvSpPr/>
          <p:nvPr/>
        </p:nvSpPr>
        <p:spPr>
          <a:xfrm>
            <a:off x="3417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34ac2</a:t>
            </a:r>
          </a:p>
        </p:txBody>
      </p:sp>
      <p:sp>
        <p:nvSpPr>
          <p:cNvPr id="257" name="Shape 257"/>
          <p:cNvSpPr/>
          <p:nvPr/>
        </p:nvSpPr>
        <p:spPr>
          <a:xfrm>
            <a:off x="4601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f30ab</a:t>
            </a:r>
          </a:p>
        </p:txBody>
      </p:sp>
      <p:cxnSp>
        <p:nvCxnSpPr>
          <p:cNvPr id="258" name="Shape 258"/>
          <p:cNvCxnSpPr>
            <a:stCxn id="256" idx="1"/>
            <a:endCxn id="255" idx="3"/>
          </p:cNvCxnSpPr>
          <p:nvPr/>
        </p:nvCxnSpPr>
        <p:spPr>
          <a:xfrm rot="10800000">
            <a:off x="3009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59" name="Shape 259"/>
          <p:cNvCxnSpPr>
            <a:stCxn id="257" idx="1"/>
            <a:endCxn id="256" idx="3"/>
          </p:cNvCxnSpPr>
          <p:nvPr/>
        </p:nvCxnSpPr>
        <p:spPr>
          <a:xfrm rot="10800000">
            <a:off x="4192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60" name="Shape 260"/>
          <p:cNvSpPr txBox="1">
            <a:spLocks noGrp="1"/>
          </p:cNvSpPr>
          <p:nvPr>
            <p:ph type="title"/>
          </p:nvPr>
        </p:nvSpPr>
        <p:spPr>
          <a:xfrm>
            <a:off x="152400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</a:pPr>
            <a:r>
              <a:rPr lang="en-US" sz="34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261" name="Shape 261"/>
          <p:cNvSpPr/>
          <p:nvPr/>
        </p:nvSpPr>
        <p:spPr>
          <a:xfrm>
            <a:off x="1976150" y="5035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98ca9</a:t>
            </a:r>
          </a:p>
        </p:txBody>
      </p:sp>
      <p:sp>
        <p:nvSpPr>
          <p:cNvPr id="262" name="Shape 262"/>
          <p:cNvSpPr/>
          <p:nvPr/>
        </p:nvSpPr>
        <p:spPr>
          <a:xfrm>
            <a:off x="3159375" y="5035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34ac2</a:t>
            </a:r>
          </a:p>
        </p:txBody>
      </p:sp>
      <p:sp>
        <p:nvSpPr>
          <p:cNvPr id="263" name="Shape 263"/>
          <p:cNvSpPr/>
          <p:nvPr/>
        </p:nvSpPr>
        <p:spPr>
          <a:xfrm>
            <a:off x="4342600" y="5035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f30ab</a:t>
            </a:r>
          </a:p>
        </p:txBody>
      </p:sp>
      <p:cxnSp>
        <p:nvCxnSpPr>
          <p:cNvPr id="264" name="Shape 264"/>
          <p:cNvCxnSpPr>
            <a:stCxn id="262" idx="1"/>
            <a:endCxn id="261" idx="3"/>
          </p:cNvCxnSpPr>
          <p:nvPr/>
        </p:nvCxnSpPr>
        <p:spPr>
          <a:xfrm rot="10800000">
            <a:off x="2750775" y="52130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65" name="Shape 265"/>
          <p:cNvCxnSpPr>
            <a:stCxn id="263" idx="1"/>
            <a:endCxn id="262" idx="3"/>
          </p:cNvCxnSpPr>
          <p:nvPr/>
        </p:nvCxnSpPr>
        <p:spPr>
          <a:xfrm rot="10800000">
            <a:off x="3934000" y="52130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66" name="Shape 266"/>
          <p:cNvSpPr txBox="1"/>
          <p:nvPr/>
        </p:nvSpPr>
        <p:spPr>
          <a:xfrm>
            <a:off x="152400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sz="2400"/>
              <a:t>Local Repository</a:t>
            </a:r>
          </a:p>
        </p:txBody>
      </p:sp>
      <p:sp>
        <p:nvSpPr>
          <p:cNvPr id="267" name="Shape 267"/>
          <p:cNvSpPr txBox="1"/>
          <p:nvPr/>
        </p:nvSpPr>
        <p:spPr>
          <a:xfrm>
            <a:off x="1711450" y="4203025"/>
            <a:ext cx="32769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sz="2400"/>
              <a:t> Remote Repository</a:t>
            </a:r>
          </a:p>
        </p:txBody>
      </p:sp>
      <p:sp>
        <p:nvSpPr>
          <p:cNvPr id="268" name="Shape 268"/>
          <p:cNvSpPr/>
          <p:nvPr/>
        </p:nvSpPr>
        <p:spPr>
          <a:xfrm>
            <a:off x="5481425" y="5817700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master</a:t>
            </a:r>
          </a:p>
        </p:txBody>
      </p:sp>
      <p:sp>
        <p:nvSpPr>
          <p:cNvPr id="269" name="Shape 269"/>
          <p:cNvSpPr/>
          <p:nvPr/>
        </p:nvSpPr>
        <p:spPr>
          <a:xfrm>
            <a:off x="4038601" y="3103900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origin/feat/PRJ-777</a:t>
            </a:r>
          </a:p>
        </p:txBody>
      </p:sp>
      <p:cxnSp>
        <p:nvCxnSpPr>
          <p:cNvPr id="270" name="Shape 270"/>
          <p:cNvCxnSpPr/>
          <p:nvPr/>
        </p:nvCxnSpPr>
        <p:spPr>
          <a:xfrm rot="10800000">
            <a:off x="4988350" y="26770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71" name="Shape 271"/>
          <p:cNvSpPr/>
          <p:nvPr/>
        </p:nvSpPr>
        <p:spPr>
          <a:xfrm>
            <a:off x="5465717" y="1372787"/>
            <a:ext cx="1255976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feat/PRJ-777</a:t>
            </a:r>
          </a:p>
        </p:txBody>
      </p:sp>
      <p:cxnSp>
        <p:nvCxnSpPr>
          <p:cNvPr id="272" name="Shape 272"/>
          <p:cNvCxnSpPr>
            <a:cxnSpLocks/>
            <a:stCxn id="271" idx="2"/>
            <a:endCxn id="273" idx="0"/>
          </p:cNvCxnSpPr>
          <p:nvPr/>
        </p:nvCxnSpPr>
        <p:spPr>
          <a:xfrm>
            <a:off x="6093706" y="1882188"/>
            <a:ext cx="845" cy="43931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74" name="Shape 274"/>
          <p:cNvSpPr txBox="1"/>
          <p:nvPr/>
        </p:nvSpPr>
        <p:spPr>
          <a:xfrm>
            <a:off x="1524001" y="2982075"/>
            <a:ext cx="1893825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dirty="0"/>
              <a:t>Remote Tracking Branch</a:t>
            </a:r>
          </a:p>
        </p:txBody>
      </p:sp>
      <p:sp>
        <p:nvSpPr>
          <p:cNvPr id="275" name="Shape 275"/>
          <p:cNvSpPr txBox="1"/>
          <p:nvPr/>
        </p:nvSpPr>
        <p:spPr>
          <a:xfrm>
            <a:off x="7319600" y="1254825"/>
            <a:ext cx="30333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dirty="0"/>
              <a:t>Tracking Branch (Local)</a:t>
            </a:r>
          </a:p>
        </p:txBody>
      </p:sp>
      <p:sp>
        <p:nvSpPr>
          <p:cNvPr id="276" name="Shape 276"/>
          <p:cNvSpPr/>
          <p:nvPr/>
        </p:nvSpPr>
        <p:spPr>
          <a:xfrm>
            <a:off x="5675450" y="726025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277" name="Shape 277"/>
          <p:cNvCxnSpPr>
            <a:cxnSpLocks/>
            <a:stCxn id="276" idx="2"/>
            <a:endCxn id="271" idx="0"/>
          </p:cNvCxnSpPr>
          <p:nvPr/>
        </p:nvCxnSpPr>
        <p:spPr>
          <a:xfrm flipH="1">
            <a:off x="6093706" y="1081525"/>
            <a:ext cx="845" cy="2912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73" name="Shape 273"/>
          <p:cNvSpPr/>
          <p:nvPr/>
        </p:nvSpPr>
        <p:spPr>
          <a:xfrm>
            <a:off x="57072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6df01</a:t>
            </a:r>
          </a:p>
        </p:txBody>
      </p:sp>
      <p:cxnSp>
        <p:nvCxnSpPr>
          <p:cNvPr id="278" name="Shape 278"/>
          <p:cNvCxnSpPr>
            <a:stCxn id="273" idx="1"/>
          </p:cNvCxnSpPr>
          <p:nvPr/>
        </p:nvCxnSpPr>
        <p:spPr>
          <a:xfrm rot="10800000">
            <a:off x="5375750" y="2499250"/>
            <a:ext cx="331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79" name="Shape 279"/>
          <p:cNvSpPr/>
          <p:nvPr/>
        </p:nvSpPr>
        <p:spPr>
          <a:xfrm>
            <a:off x="5525825" y="5035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r>
              <a:rPr lang="en-US"/>
              <a:t>0bddb</a:t>
            </a:r>
          </a:p>
        </p:txBody>
      </p:sp>
      <p:cxnSp>
        <p:nvCxnSpPr>
          <p:cNvPr id="280" name="Shape 280"/>
          <p:cNvCxnSpPr>
            <a:stCxn id="279" idx="1"/>
            <a:endCxn id="263" idx="3"/>
          </p:cNvCxnSpPr>
          <p:nvPr/>
        </p:nvCxnSpPr>
        <p:spPr>
          <a:xfrm rot="10800000">
            <a:off x="5117225" y="52130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81" name="Shape 281"/>
          <p:cNvSpPr txBox="1"/>
          <p:nvPr/>
        </p:nvSpPr>
        <p:spPr>
          <a:xfrm>
            <a:off x="6526250" y="3995750"/>
            <a:ext cx="4141800" cy="1962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indent="-381000">
              <a:buClr>
                <a:srgbClr val="FF0000"/>
              </a:buClr>
              <a:buSzPct val="100000"/>
              <a:buChar char="●"/>
            </a:pPr>
            <a:r>
              <a:rPr lang="en-US" sz="2400" b="1" dirty="0"/>
              <a:t>Merge another Commit to remote repository from another feature branch</a:t>
            </a:r>
          </a:p>
        </p:txBody>
      </p:sp>
      <p:cxnSp>
        <p:nvCxnSpPr>
          <p:cNvPr id="282" name="Shape 282"/>
          <p:cNvCxnSpPr/>
          <p:nvPr/>
        </p:nvCxnSpPr>
        <p:spPr>
          <a:xfrm>
            <a:off x="1524000" y="3916750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83" name="Shape 283"/>
          <p:cNvCxnSpPr>
            <a:stCxn id="268" idx="0"/>
            <a:endCxn id="279" idx="2"/>
          </p:cNvCxnSpPr>
          <p:nvPr/>
        </p:nvCxnSpPr>
        <p:spPr>
          <a:xfrm rot="10800000">
            <a:off x="5913125" y="53908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6" name="Shape 239">
            <a:extLst>
              <a:ext uri="{FF2B5EF4-FFF2-40B4-BE49-F238E27FC236}">
                <a16:creationId xmlns:a16="http://schemas.microsoft.com/office/drawing/2014/main" id="{FE00801A-5E4A-45F5-FE23-B67D41036E41}"/>
              </a:ext>
            </a:extLst>
          </p:cNvPr>
          <p:cNvSpPr/>
          <p:nvPr/>
        </p:nvSpPr>
        <p:spPr>
          <a:xfrm>
            <a:off x="4016998" y="1362875"/>
            <a:ext cx="1255976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 err="1"/>
              <a:t>orig</a:t>
            </a:r>
            <a:r>
              <a:rPr lang="en-US" dirty="0"/>
              <a:t>/master</a:t>
            </a:r>
          </a:p>
          <a:p>
            <a:pPr algn="ctr"/>
            <a:endParaRPr lang="en-US" dirty="0"/>
          </a:p>
        </p:txBody>
      </p:sp>
      <p:cxnSp>
        <p:nvCxnSpPr>
          <p:cNvPr id="17" name="Shape 272">
            <a:extLst>
              <a:ext uri="{FF2B5EF4-FFF2-40B4-BE49-F238E27FC236}">
                <a16:creationId xmlns:a16="http://schemas.microsoft.com/office/drawing/2014/main" id="{F2F32417-F181-1D16-E9AD-474EA551647B}"/>
              </a:ext>
            </a:extLst>
          </p:cNvPr>
          <p:cNvCxnSpPr>
            <a:cxnSpLocks/>
            <a:endCxn id="257" idx="0"/>
          </p:cNvCxnSpPr>
          <p:nvPr/>
        </p:nvCxnSpPr>
        <p:spPr>
          <a:xfrm>
            <a:off x="4988350" y="1921984"/>
            <a:ext cx="1" cy="39951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" name="Shape 272">
            <a:extLst>
              <a:ext uri="{FF2B5EF4-FFF2-40B4-BE49-F238E27FC236}">
                <a16:creationId xmlns:a16="http://schemas.microsoft.com/office/drawing/2014/main" id="{203D1E95-9B5A-D19C-C897-62955FE718BD}"/>
              </a:ext>
            </a:extLst>
          </p:cNvPr>
          <p:cNvCxnSpPr>
            <a:cxnSpLocks/>
          </p:cNvCxnSpPr>
          <p:nvPr/>
        </p:nvCxnSpPr>
        <p:spPr>
          <a:xfrm>
            <a:off x="4711209" y="5378388"/>
            <a:ext cx="845" cy="43931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4" name="Shape 269">
            <a:extLst>
              <a:ext uri="{FF2B5EF4-FFF2-40B4-BE49-F238E27FC236}">
                <a16:creationId xmlns:a16="http://schemas.microsoft.com/office/drawing/2014/main" id="{8E228DF1-D7D6-5D9F-FB80-2532A8B4916D}"/>
              </a:ext>
            </a:extLst>
          </p:cNvPr>
          <p:cNvSpPr/>
          <p:nvPr/>
        </p:nvSpPr>
        <p:spPr>
          <a:xfrm>
            <a:off x="3312575" y="5809250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feat/PRJ-777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 txBox="1">
            <a:spLocks noGrp="1"/>
          </p:cNvSpPr>
          <p:nvPr>
            <p:ph type="sldNum" idx="12"/>
          </p:nvPr>
        </p:nvSpPr>
        <p:spPr>
          <a:xfrm>
            <a:off x="9601200" y="6553200"/>
            <a:ext cx="838200" cy="228600"/>
          </a:xfrm>
          <a:prstGeom prst="rect">
            <a:avLst/>
          </a:prstGeom>
        </p:spPr>
        <p:txBody>
          <a:bodyPr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-US"/>
              <a:pPr/>
              <a:t>5</a:t>
            </a:fld>
            <a:endParaRPr lang="en-US"/>
          </a:p>
        </p:txBody>
      </p:sp>
      <p:sp>
        <p:nvSpPr>
          <p:cNvPr id="290" name="Shape 290"/>
          <p:cNvSpPr/>
          <p:nvPr/>
        </p:nvSpPr>
        <p:spPr>
          <a:xfrm>
            <a:off x="2234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98ca9</a:t>
            </a:r>
          </a:p>
        </p:txBody>
      </p:sp>
      <p:sp>
        <p:nvSpPr>
          <p:cNvPr id="291" name="Shape 291"/>
          <p:cNvSpPr/>
          <p:nvPr/>
        </p:nvSpPr>
        <p:spPr>
          <a:xfrm>
            <a:off x="3417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34ac2</a:t>
            </a:r>
          </a:p>
        </p:txBody>
      </p:sp>
      <p:sp>
        <p:nvSpPr>
          <p:cNvPr id="292" name="Shape 292"/>
          <p:cNvSpPr/>
          <p:nvPr/>
        </p:nvSpPr>
        <p:spPr>
          <a:xfrm>
            <a:off x="4601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f30ab</a:t>
            </a:r>
          </a:p>
        </p:txBody>
      </p:sp>
      <p:cxnSp>
        <p:nvCxnSpPr>
          <p:cNvPr id="293" name="Shape 293"/>
          <p:cNvCxnSpPr>
            <a:stCxn id="291" idx="1"/>
            <a:endCxn id="290" idx="3"/>
          </p:cNvCxnSpPr>
          <p:nvPr/>
        </p:nvCxnSpPr>
        <p:spPr>
          <a:xfrm rot="10800000">
            <a:off x="3009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94" name="Shape 294"/>
          <p:cNvCxnSpPr>
            <a:stCxn id="292" idx="1"/>
            <a:endCxn id="291" idx="3"/>
          </p:cNvCxnSpPr>
          <p:nvPr/>
        </p:nvCxnSpPr>
        <p:spPr>
          <a:xfrm rot="10800000">
            <a:off x="4192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95" name="Shape 295"/>
          <p:cNvSpPr txBox="1">
            <a:spLocks noGrp="1"/>
          </p:cNvSpPr>
          <p:nvPr>
            <p:ph type="title"/>
          </p:nvPr>
        </p:nvSpPr>
        <p:spPr>
          <a:xfrm>
            <a:off x="152400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</a:pPr>
            <a:r>
              <a:rPr lang="en-US" sz="34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296" name="Shape 296"/>
          <p:cNvSpPr/>
          <p:nvPr/>
        </p:nvSpPr>
        <p:spPr>
          <a:xfrm>
            <a:off x="1985225" y="541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98ca9</a:t>
            </a:r>
          </a:p>
        </p:txBody>
      </p:sp>
      <p:sp>
        <p:nvSpPr>
          <p:cNvPr id="297" name="Shape 297"/>
          <p:cNvSpPr/>
          <p:nvPr/>
        </p:nvSpPr>
        <p:spPr>
          <a:xfrm>
            <a:off x="3168450" y="541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34ac2</a:t>
            </a:r>
          </a:p>
        </p:txBody>
      </p:sp>
      <p:sp>
        <p:nvSpPr>
          <p:cNvPr id="298" name="Shape 298"/>
          <p:cNvSpPr/>
          <p:nvPr/>
        </p:nvSpPr>
        <p:spPr>
          <a:xfrm>
            <a:off x="4351675" y="541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f30ab</a:t>
            </a:r>
          </a:p>
        </p:txBody>
      </p:sp>
      <p:cxnSp>
        <p:nvCxnSpPr>
          <p:cNvPr id="299" name="Shape 299"/>
          <p:cNvCxnSpPr>
            <a:stCxn id="297" idx="1"/>
            <a:endCxn id="296" idx="3"/>
          </p:cNvCxnSpPr>
          <p:nvPr/>
        </p:nvCxnSpPr>
        <p:spPr>
          <a:xfrm rot="10800000">
            <a:off x="2759850" y="559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00" name="Shape 300"/>
          <p:cNvCxnSpPr>
            <a:stCxn id="298" idx="1"/>
            <a:endCxn id="297" idx="3"/>
          </p:cNvCxnSpPr>
          <p:nvPr/>
        </p:nvCxnSpPr>
        <p:spPr>
          <a:xfrm rot="10800000">
            <a:off x="3943075" y="559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01" name="Shape 301"/>
          <p:cNvSpPr txBox="1"/>
          <p:nvPr/>
        </p:nvSpPr>
        <p:spPr>
          <a:xfrm>
            <a:off x="152400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sz="2400"/>
              <a:t>Local Repository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1547100" y="4657163"/>
            <a:ext cx="32769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sz="2400"/>
              <a:t> Remote Repository</a:t>
            </a:r>
          </a:p>
        </p:txBody>
      </p:sp>
      <p:sp>
        <p:nvSpPr>
          <p:cNvPr id="303" name="Shape 303"/>
          <p:cNvSpPr/>
          <p:nvPr/>
        </p:nvSpPr>
        <p:spPr>
          <a:xfrm>
            <a:off x="5490500" y="6200000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master</a:t>
            </a:r>
          </a:p>
        </p:txBody>
      </p:sp>
      <p:cxnSp>
        <p:nvCxnSpPr>
          <p:cNvPr id="304" name="Shape 304"/>
          <p:cNvCxnSpPr>
            <a:stCxn id="303" idx="0"/>
            <a:endCxn id="305" idx="2"/>
          </p:cNvCxnSpPr>
          <p:nvPr/>
        </p:nvCxnSpPr>
        <p:spPr>
          <a:xfrm rot="10800000">
            <a:off x="5922200" y="57731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06" name="Shape 306"/>
          <p:cNvSpPr/>
          <p:nvPr/>
        </p:nvSpPr>
        <p:spPr>
          <a:xfrm>
            <a:off x="6484100" y="3814125"/>
            <a:ext cx="12660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origin/master</a:t>
            </a:r>
          </a:p>
        </p:txBody>
      </p:sp>
      <p:cxnSp>
        <p:nvCxnSpPr>
          <p:cNvPr id="307" name="Shape 307"/>
          <p:cNvCxnSpPr/>
          <p:nvPr/>
        </p:nvCxnSpPr>
        <p:spPr>
          <a:xfrm rot="10800000">
            <a:off x="7117100" y="33819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08" name="Shape 308"/>
          <p:cNvSpPr/>
          <p:nvPr/>
        </p:nvSpPr>
        <p:spPr>
          <a:xfrm>
            <a:off x="5375650" y="1354425"/>
            <a:ext cx="148235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feat/PRJ-777</a:t>
            </a:r>
          </a:p>
        </p:txBody>
      </p:sp>
      <p:cxnSp>
        <p:nvCxnSpPr>
          <p:cNvPr id="309" name="Shape 309"/>
          <p:cNvCxnSpPr>
            <a:cxnSpLocks/>
            <a:stCxn id="308" idx="2"/>
            <a:endCxn id="310" idx="0"/>
          </p:cNvCxnSpPr>
          <p:nvPr/>
        </p:nvCxnSpPr>
        <p:spPr>
          <a:xfrm flipH="1">
            <a:off x="6094551" y="1863826"/>
            <a:ext cx="22275" cy="45767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11" name="Shape 311"/>
          <p:cNvSpPr txBox="1"/>
          <p:nvPr/>
        </p:nvSpPr>
        <p:spPr>
          <a:xfrm>
            <a:off x="3350993" y="3731151"/>
            <a:ext cx="27969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dirty="0"/>
              <a:t>Remote Tracking Branch</a:t>
            </a:r>
          </a:p>
        </p:txBody>
      </p:sp>
      <p:sp>
        <p:nvSpPr>
          <p:cNvPr id="312" name="Shape 312"/>
          <p:cNvSpPr txBox="1"/>
          <p:nvPr/>
        </p:nvSpPr>
        <p:spPr>
          <a:xfrm>
            <a:off x="7277100" y="1254825"/>
            <a:ext cx="30333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dirty="0"/>
              <a:t>Tracking Branch (Local)</a:t>
            </a:r>
          </a:p>
        </p:txBody>
      </p:sp>
      <p:sp>
        <p:nvSpPr>
          <p:cNvPr id="313" name="Shape 313"/>
          <p:cNvSpPr/>
          <p:nvPr/>
        </p:nvSpPr>
        <p:spPr>
          <a:xfrm>
            <a:off x="5675450" y="726025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314" name="Shape 314"/>
          <p:cNvCxnSpPr>
            <a:cxnSpLocks/>
            <a:endCxn id="308" idx="0"/>
          </p:cNvCxnSpPr>
          <p:nvPr/>
        </p:nvCxnSpPr>
        <p:spPr>
          <a:xfrm>
            <a:off x="6094551" y="1028625"/>
            <a:ext cx="22275" cy="32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10" name="Shape 310"/>
          <p:cNvSpPr/>
          <p:nvPr/>
        </p:nvSpPr>
        <p:spPr>
          <a:xfrm>
            <a:off x="57072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6df01</a:t>
            </a:r>
          </a:p>
        </p:txBody>
      </p:sp>
      <p:cxnSp>
        <p:nvCxnSpPr>
          <p:cNvPr id="315" name="Shape 315"/>
          <p:cNvCxnSpPr>
            <a:stCxn id="310" idx="1"/>
          </p:cNvCxnSpPr>
          <p:nvPr/>
        </p:nvCxnSpPr>
        <p:spPr>
          <a:xfrm rot="10800000">
            <a:off x="5375750" y="2499250"/>
            <a:ext cx="331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05" name="Shape 305"/>
          <p:cNvSpPr/>
          <p:nvPr/>
        </p:nvSpPr>
        <p:spPr>
          <a:xfrm>
            <a:off x="5534900" y="541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r>
              <a:rPr lang="en-US"/>
              <a:t>0bddb</a:t>
            </a:r>
          </a:p>
        </p:txBody>
      </p:sp>
      <p:cxnSp>
        <p:nvCxnSpPr>
          <p:cNvPr id="316" name="Shape 316"/>
          <p:cNvCxnSpPr>
            <a:stCxn id="305" idx="1"/>
            <a:endCxn id="298" idx="3"/>
          </p:cNvCxnSpPr>
          <p:nvPr/>
        </p:nvCxnSpPr>
        <p:spPr>
          <a:xfrm rot="10800000">
            <a:off x="5126300" y="559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17" name="Shape 317"/>
          <p:cNvSpPr txBox="1"/>
          <p:nvPr/>
        </p:nvSpPr>
        <p:spPr>
          <a:xfrm>
            <a:off x="7750100" y="2195275"/>
            <a:ext cx="2796900" cy="4505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indent="-381000">
              <a:buClr>
                <a:srgbClr val="FF0000"/>
              </a:buClr>
              <a:buSzPct val="100000"/>
              <a:buChar char="●"/>
            </a:pPr>
            <a:r>
              <a:rPr lang="en-US" sz="2400" b="1"/>
              <a:t>Fetch/Pull the Commit from remote repository to Remote Tracking Branch</a:t>
            </a:r>
          </a:p>
        </p:txBody>
      </p:sp>
      <p:sp>
        <p:nvSpPr>
          <p:cNvPr id="318" name="Shape 318"/>
          <p:cNvSpPr/>
          <p:nvPr/>
        </p:nvSpPr>
        <p:spPr>
          <a:xfrm>
            <a:off x="6729800" y="30264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r>
              <a:rPr lang="en-US"/>
              <a:t>0bddb</a:t>
            </a:r>
          </a:p>
        </p:txBody>
      </p:sp>
      <p:cxnSp>
        <p:nvCxnSpPr>
          <p:cNvPr id="319" name="Shape 319"/>
          <p:cNvCxnSpPr>
            <a:stCxn id="318" idx="1"/>
            <a:endCxn id="292" idx="2"/>
          </p:cNvCxnSpPr>
          <p:nvPr/>
        </p:nvCxnSpPr>
        <p:spPr>
          <a:xfrm rot="10800000">
            <a:off x="4988300" y="2677050"/>
            <a:ext cx="1741500" cy="52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20" name="Shape 320"/>
          <p:cNvSpPr/>
          <p:nvPr/>
        </p:nvSpPr>
        <p:spPr>
          <a:xfrm>
            <a:off x="6515900" y="4497050"/>
            <a:ext cx="988500" cy="205620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321" name="Shape 321"/>
          <p:cNvCxnSpPr/>
          <p:nvPr/>
        </p:nvCxnSpPr>
        <p:spPr>
          <a:xfrm>
            <a:off x="1524000" y="4432825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Shape 269">
            <a:extLst>
              <a:ext uri="{FF2B5EF4-FFF2-40B4-BE49-F238E27FC236}">
                <a16:creationId xmlns:a16="http://schemas.microsoft.com/office/drawing/2014/main" id="{B034F0C2-27BA-9B89-3754-A3FD53C727BB}"/>
              </a:ext>
            </a:extLst>
          </p:cNvPr>
          <p:cNvSpPr/>
          <p:nvPr/>
        </p:nvSpPr>
        <p:spPr>
          <a:xfrm>
            <a:off x="3350993" y="6164967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feat/PRJ-777</a:t>
            </a:r>
          </a:p>
        </p:txBody>
      </p:sp>
      <p:sp>
        <p:nvSpPr>
          <p:cNvPr id="11" name="Shape 269">
            <a:extLst>
              <a:ext uri="{FF2B5EF4-FFF2-40B4-BE49-F238E27FC236}">
                <a16:creationId xmlns:a16="http://schemas.microsoft.com/office/drawing/2014/main" id="{E4695B24-9243-1647-67C8-AE19325B91FE}"/>
              </a:ext>
            </a:extLst>
          </p:cNvPr>
          <p:cNvSpPr/>
          <p:nvPr/>
        </p:nvSpPr>
        <p:spPr>
          <a:xfrm>
            <a:off x="3718680" y="3100676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feat/PRJ-777</a:t>
            </a:r>
          </a:p>
        </p:txBody>
      </p:sp>
      <p:cxnSp>
        <p:nvCxnSpPr>
          <p:cNvPr id="12" name="Shape 304">
            <a:extLst>
              <a:ext uri="{FF2B5EF4-FFF2-40B4-BE49-F238E27FC236}">
                <a16:creationId xmlns:a16="http://schemas.microsoft.com/office/drawing/2014/main" id="{DAB89635-5CB3-2A45-5913-C2D3E95A5239}"/>
              </a:ext>
            </a:extLst>
          </p:cNvPr>
          <p:cNvCxnSpPr/>
          <p:nvPr/>
        </p:nvCxnSpPr>
        <p:spPr>
          <a:xfrm rot="10800000">
            <a:off x="4708316" y="5738067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3" name="Shape 304">
            <a:extLst>
              <a:ext uri="{FF2B5EF4-FFF2-40B4-BE49-F238E27FC236}">
                <a16:creationId xmlns:a16="http://schemas.microsoft.com/office/drawing/2014/main" id="{5F4D6748-CFD8-6B3B-810D-5513DFA3C495}"/>
              </a:ext>
            </a:extLst>
          </p:cNvPr>
          <p:cNvCxnSpPr/>
          <p:nvPr/>
        </p:nvCxnSpPr>
        <p:spPr>
          <a:xfrm rot="10800000">
            <a:off x="4949550" y="2673776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 txBox="1">
            <a:spLocks noGrp="1"/>
          </p:cNvSpPr>
          <p:nvPr>
            <p:ph type="sldNum" idx="12"/>
          </p:nvPr>
        </p:nvSpPr>
        <p:spPr>
          <a:xfrm>
            <a:off x="9601200" y="6553200"/>
            <a:ext cx="838200" cy="228600"/>
          </a:xfrm>
          <a:prstGeom prst="rect">
            <a:avLst/>
          </a:prstGeom>
        </p:spPr>
        <p:txBody>
          <a:bodyPr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-US"/>
              <a:pPr/>
              <a:t>6</a:t>
            </a:fld>
            <a:endParaRPr lang="en-US"/>
          </a:p>
        </p:txBody>
      </p:sp>
      <p:sp>
        <p:nvSpPr>
          <p:cNvPr id="328" name="Shape 328"/>
          <p:cNvSpPr/>
          <p:nvPr/>
        </p:nvSpPr>
        <p:spPr>
          <a:xfrm>
            <a:off x="2234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98ca9</a:t>
            </a:r>
          </a:p>
        </p:txBody>
      </p:sp>
      <p:sp>
        <p:nvSpPr>
          <p:cNvPr id="329" name="Shape 329"/>
          <p:cNvSpPr/>
          <p:nvPr/>
        </p:nvSpPr>
        <p:spPr>
          <a:xfrm>
            <a:off x="3417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34ac2</a:t>
            </a:r>
          </a:p>
        </p:txBody>
      </p:sp>
      <p:sp>
        <p:nvSpPr>
          <p:cNvPr id="330" name="Shape 330"/>
          <p:cNvSpPr/>
          <p:nvPr/>
        </p:nvSpPr>
        <p:spPr>
          <a:xfrm>
            <a:off x="4601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f30ab</a:t>
            </a:r>
          </a:p>
        </p:txBody>
      </p:sp>
      <p:cxnSp>
        <p:nvCxnSpPr>
          <p:cNvPr id="331" name="Shape 331"/>
          <p:cNvCxnSpPr>
            <a:stCxn id="329" idx="1"/>
            <a:endCxn id="328" idx="3"/>
          </p:cNvCxnSpPr>
          <p:nvPr/>
        </p:nvCxnSpPr>
        <p:spPr>
          <a:xfrm rot="10800000">
            <a:off x="3009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32" name="Shape 332"/>
          <p:cNvCxnSpPr>
            <a:stCxn id="330" idx="1"/>
            <a:endCxn id="329" idx="3"/>
          </p:cNvCxnSpPr>
          <p:nvPr/>
        </p:nvCxnSpPr>
        <p:spPr>
          <a:xfrm rot="10800000">
            <a:off x="4192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33" name="Shape 333"/>
          <p:cNvSpPr txBox="1">
            <a:spLocks noGrp="1"/>
          </p:cNvSpPr>
          <p:nvPr>
            <p:ph type="title"/>
          </p:nvPr>
        </p:nvSpPr>
        <p:spPr>
          <a:xfrm>
            <a:off x="152400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</a:pPr>
            <a:r>
              <a:rPr lang="en-US" sz="3400" dirty="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origin/master</a:t>
            </a:r>
            <a:endParaRPr lang="en-US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34" name="Shape 334"/>
          <p:cNvSpPr/>
          <p:nvPr/>
        </p:nvSpPr>
        <p:spPr>
          <a:xfrm>
            <a:off x="199715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98ca9</a:t>
            </a:r>
          </a:p>
        </p:txBody>
      </p:sp>
      <p:sp>
        <p:nvSpPr>
          <p:cNvPr id="335" name="Shape 335"/>
          <p:cNvSpPr/>
          <p:nvPr/>
        </p:nvSpPr>
        <p:spPr>
          <a:xfrm>
            <a:off x="318037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34ac2</a:t>
            </a:r>
          </a:p>
        </p:txBody>
      </p:sp>
      <p:sp>
        <p:nvSpPr>
          <p:cNvPr id="336" name="Shape 336"/>
          <p:cNvSpPr/>
          <p:nvPr/>
        </p:nvSpPr>
        <p:spPr>
          <a:xfrm>
            <a:off x="436360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f30ab</a:t>
            </a:r>
          </a:p>
        </p:txBody>
      </p:sp>
      <p:cxnSp>
        <p:nvCxnSpPr>
          <p:cNvPr id="337" name="Shape 337"/>
          <p:cNvCxnSpPr>
            <a:stCxn id="335" idx="1"/>
            <a:endCxn id="334" idx="3"/>
          </p:cNvCxnSpPr>
          <p:nvPr/>
        </p:nvCxnSpPr>
        <p:spPr>
          <a:xfrm rot="10800000">
            <a:off x="277177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38" name="Shape 338"/>
          <p:cNvCxnSpPr>
            <a:stCxn id="336" idx="1"/>
            <a:endCxn id="335" idx="3"/>
          </p:cNvCxnSpPr>
          <p:nvPr/>
        </p:nvCxnSpPr>
        <p:spPr>
          <a:xfrm rot="10800000">
            <a:off x="3955000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39" name="Shape 339"/>
          <p:cNvSpPr txBox="1"/>
          <p:nvPr/>
        </p:nvSpPr>
        <p:spPr>
          <a:xfrm>
            <a:off x="152400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sz="2400"/>
              <a:t>Local Repository</a:t>
            </a:r>
          </a:p>
        </p:txBody>
      </p:sp>
      <p:sp>
        <p:nvSpPr>
          <p:cNvPr id="340" name="Shape 340"/>
          <p:cNvSpPr txBox="1"/>
          <p:nvPr/>
        </p:nvSpPr>
        <p:spPr>
          <a:xfrm>
            <a:off x="1559025" y="4729563"/>
            <a:ext cx="32769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sz="2400"/>
              <a:t> Remote Repository</a:t>
            </a:r>
          </a:p>
        </p:txBody>
      </p:sp>
      <p:sp>
        <p:nvSpPr>
          <p:cNvPr id="341" name="Shape 341"/>
          <p:cNvSpPr/>
          <p:nvPr/>
        </p:nvSpPr>
        <p:spPr>
          <a:xfrm>
            <a:off x="5502425" y="6272400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master</a:t>
            </a:r>
          </a:p>
        </p:txBody>
      </p:sp>
      <p:cxnSp>
        <p:nvCxnSpPr>
          <p:cNvPr id="342" name="Shape 342"/>
          <p:cNvCxnSpPr>
            <a:stCxn id="341" idx="0"/>
            <a:endCxn id="343" idx="2"/>
          </p:cNvCxnSpPr>
          <p:nvPr/>
        </p:nvCxnSpPr>
        <p:spPr>
          <a:xfrm rot="10800000">
            <a:off x="5934125" y="58455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44" name="Shape 344"/>
          <p:cNvSpPr/>
          <p:nvPr/>
        </p:nvSpPr>
        <p:spPr>
          <a:xfrm>
            <a:off x="6484100" y="3814125"/>
            <a:ext cx="12660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origin/master</a:t>
            </a:r>
          </a:p>
        </p:txBody>
      </p:sp>
      <p:cxnSp>
        <p:nvCxnSpPr>
          <p:cNvPr id="345" name="Shape 345"/>
          <p:cNvCxnSpPr/>
          <p:nvPr/>
        </p:nvCxnSpPr>
        <p:spPr>
          <a:xfrm rot="10800000">
            <a:off x="7117100" y="33819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46" name="Shape 346"/>
          <p:cNvSpPr/>
          <p:nvPr/>
        </p:nvSpPr>
        <p:spPr>
          <a:xfrm>
            <a:off x="6386800" y="1557675"/>
            <a:ext cx="14618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feat/PRJ-777</a:t>
            </a:r>
          </a:p>
        </p:txBody>
      </p:sp>
      <p:cxnSp>
        <p:nvCxnSpPr>
          <p:cNvPr id="347" name="Shape 347"/>
          <p:cNvCxnSpPr>
            <a:cxnSpLocks/>
            <a:stCxn id="346" idx="2"/>
            <a:endCxn id="348" idx="0"/>
          </p:cNvCxnSpPr>
          <p:nvPr/>
        </p:nvCxnSpPr>
        <p:spPr>
          <a:xfrm flipH="1">
            <a:off x="7117100" y="2067076"/>
            <a:ext cx="600" cy="9593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49" name="Shape 349"/>
          <p:cNvSpPr txBox="1"/>
          <p:nvPr/>
        </p:nvSpPr>
        <p:spPr>
          <a:xfrm>
            <a:off x="3524525" y="4001149"/>
            <a:ext cx="27969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dirty="0"/>
              <a:t>Remote Tracking Branch</a:t>
            </a:r>
          </a:p>
        </p:txBody>
      </p:sp>
      <p:sp>
        <p:nvSpPr>
          <p:cNvPr id="350" name="Shape 350"/>
          <p:cNvSpPr txBox="1"/>
          <p:nvPr/>
        </p:nvSpPr>
        <p:spPr>
          <a:xfrm>
            <a:off x="8026050" y="1286667"/>
            <a:ext cx="201325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dirty="0"/>
              <a:t>Tracking Branch (Local)</a:t>
            </a:r>
          </a:p>
        </p:txBody>
      </p:sp>
      <p:sp>
        <p:nvSpPr>
          <p:cNvPr id="351" name="Shape 351"/>
          <p:cNvSpPr/>
          <p:nvPr/>
        </p:nvSpPr>
        <p:spPr>
          <a:xfrm>
            <a:off x="6698000" y="929275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352" name="Shape 352"/>
          <p:cNvCxnSpPr>
            <a:cxnSpLocks/>
            <a:endCxn id="346" idx="0"/>
          </p:cNvCxnSpPr>
          <p:nvPr/>
        </p:nvCxnSpPr>
        <p:spPr>
          <a:xfrm>
            <a:off x="7117100" y="1231875"/>
            <a:ext cx="600" cy="32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3" name="Shape 353"/>
          <p:cNvSpPr/>
          <p:nvPr/>
        </p:nvSpPr>
        <p:spPr>
          <a:xfrm>
            <a:off x="57072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6df01</a:t>
            </a:r>
          </a:p>
        </p:txBody>
      </p:sp>
      <p:cxnSp>
        <p:nvCxnSpPr>
          <p:cNvPr id="354" name="Shape 354"/>
          <p:cNvCxnSpPr>
            <a:stCxn id="353" idx="1"/>
          </p:cNvCxnSpPr>
          <p:nvPr/>
        </p:nvCxnSpPr>
        <p:spPr>
          <a:xfrm rot="10800000">
            <a:off x="5375750" y="2499250"/>
            <a:ext cx="331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43" name="Shape 343"/>
          <p:cNvSpPr/>
          <p:nvPr/>
        </p:nvSpPr>
        <p:spPr>
          <a:xfrm>
            <a:off x="554682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r>
              <a:rPr lang="en-US"/>
              <a:t>0bddb</a:t>
            </a:r>
          </a:p>
        </p:txBody>
      </p:sp>
      <p:cxnSp>
        <p:nvCxnSpPr>
          <p:cNvPr id="355" name="Shape 355"/>
          <p:cNvCxnSpPr>
            <a:stCxn id="343" idx="1"/>
            <a:endCxn id="336" idx="3"/>
          </p:cNvCxnSpPr>
          <p:nvPr/>
        </p:nvCxnSpPr>
        <p:spPr>
          <a:xfrm rot="10800000">
            <a:off x="513822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6" name="Shape 356"/>
          <p:cNvSpPr txBox="1"/>
          <p:nvPr/>
        </p:nvSpPr>
        <p:spPr>
          <a:xfrm>
            <a:off x="7750100" y="2067075"/>
            <a:ext cx="2796900" cy="281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marR="25400" indent="-38100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Clr>
                <a:srgbClr val="FF0000"/>
              </a:buClr>
              <a:buSzPct val="133333"/>
              <a:buChar char="●"/>
            </a:pPr>
            <a:r>
              <a:rPr lang="en-US" dirty="0">
                <a:solidFill>
                  <a:srgbClr val="333333"/>
                </a:solidFill>
                <a:highlight>
                  <a:srgbClr val="FFFFFF"/>
                </a:highlight>
              </a:rPr>
              <a:t>$ git rebase origin/master</a:t>
            </a:r>
            <a:br>
              <a:rPr lang="en-US" dirty="0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en-US" sz="2400" dirty="0">
                <a:solidFill>
                  <a:srgbClr val="333333"/>
                </a:solidFill>
                <a:highlight>
                  <a:srgbClr val="FFFFFF"/>
                </a:highlight>
              </a:rPr>
              <a:t>First, rewinding head to replay your work on top of it...</a:t>
            </a:r>
          </a:p>
          <a:p>
            <a:endParaRPr sz="2400" b="1" dirty="0"/>
          </a:p>
        </p:txBody>
      </p:sp>
      <p:sp>
        <p:nvSpPr>
          <p:cNvPr id="348" name="Shape 348"/>
          <p:cNvSpPr/>
          <p:nvPr/>
        </p:nvSpPr>
        <p:spPr>
          <a:xfrm>
            <a:off x="6729800" y="30264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r>
              <a:rPr lang="en-US"/>
              <a:t>0bddb</a:t>
            </a:r>
          </a:p>
        </p:txBody>
      </p:sp>
      <p:cxnSp>
        <p:nvCxnSpPr>
          <p:cNvPr id="357" name="Shape 357"/>
          <p:cNvCxnSpPr>
            <a:stCxn id="348" idx="1"/>
            <a:endCxn id="330" idx="2"/>
          </p:cNvCxnSpPr>
          <p:nvPr/>
        </p:nvCxnSpPr>
        <p:spPr>
          <a:xfrm rot="10800000">
            <a:off x="4988300" y="2677050"/>
            <a:ext cx="1741500" cy="52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58" name="Shape 358"/>
          <p:cNvCxnSpPr/>
          <p:nvPr/>
        </p:nvCxnSpPr>
        <p:spPr>
          <a:xfrm>
            <a:off x="1524000" y="4537325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59" name="Shape 359"/>
          <p:cNvSpPr txBox="1"/>
          <p:nvPr/>
        </p:nvSpPr>
        <p:spPr>
          <a:xfrm>
            <a:off x="9425950" y="2537625"/>
            <a:ext cx="7336500" cy="855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6" name="Shape 269">
            <a:extLst>
              <a:ext uri="{FF2B5EF4-FFF2-40B4-BE49-F238E27FC236}">
                <a16:creationId xmlns:a16="http://schemas.microsoft.com/office/drawing/2014/main" id="{E9820D03-692E-C87D-F049-DFF45A95611E}"/>
              </a:ext>
            </a:extLst>
          </p:cNvPr>
          <p:cNvSpPr/>
          <p:nvPr/>
        </p:nvSpPr>
        <p:spPr>
          <a:xfrm>
            <a:off x="3942609" y="3114954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origin/feat/PRJ-777</a:t>
            </a:r>
          </a:p>
        </p:txBody>
      </p:sp>
      <p:cxnSp>
        <p:nvCxnSpPr>
          <p:cNvPr id="7" name="Shape 345">
            <a:extLst>
              <a:ext uri="{FF2B5EF4-FFF2-40B4-BE49-F238E27FC236}">
                <a16:creationId xmlns:a16="http://schemas.microsoft.com/office/drawing/2014/main" id="{48C3A37E-0984-04ED-1C9D-D5173E0052DA}"/>
              </a:ext>
            </a:extLst>
          </p:cNvPr>
          <p:cNvCxnSpPr/>
          <p:nvPr/>
        </p:nvCxnSpPr>
        <p:spPr>
          <a:xfrm rot="10800000">
            <a:off x="4976467" y="26770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" name="Shape 269">
            <a:extLst>
              <a:ext uri="{FF2B5EF4-FFF2-40B4-BE49-F238E27FC236}">
                <a16:creationId xmlns:a16="http://schemas.microsoft.com/office/drawing/2014/main" id="{0A894F88-E942-D7CF-F866-C84C554048BC}"/>
              </a:ext>
            </a:extLst>
          </p:cNvPr>
          <p:cNvSpPr/>
          <p:nvPr/>
        </p:nvSpPr>
        <p:spPr>
          <a:xfrm>
            <a:off x="3335631" y="6151434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feat/PRJ-777</a:t>
            </a:r>
          </a:p>
        </p:txBody>
      </p:sp>
      <p:cxnSp>
        <p:nvCxnSpPr>
          <p:cNvPr id="9" name="Shape 342">
            <a:extLst>
              <a:ext uri="{FF2B5EF4-FFF2-40B4-BE49-F238E27FC236}">
                <a16:creationId xmlns:a16="http://schemas.microsoft.com/office/drawing/2014/main" id="{2FDB4CF3-60E7-7B12-0172-9779E049F986}"/>
              </a:ext>
            </a:extLst>
          </p:cNvPr>
          <p:cNvCxnSpPr>
            <a:cxnSpLocks/>
          </p:cNvCxnSpPr>
          <p:nvPr/>
        </p:nvCxnSpPr>
        <p:spPr>
          <a:xfrm flipV="1">
            <a:off x="4659308" y="5845501"/>
            <a:ext cx="0" cy="319467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365"/>
          <p:cNvSpPr txBox="1">
            <a:spLocks noGrp="1"/>
          </p:cNvSpPr>
          <p:nvPr>
            <p:ph type="sldNum" idx="12"/>
          </p:nvPr>
        </p:nvSpPr>
        <p:spPr>
          <a:xfrm>
            <a:off x="9601200" y="6553200"/>
            <a:ext cx="838200" cy="228600"/>
          </a:xfrm>
          <a:prstGeom prst="rect">
            <a:avLst/>
          </a:prstGeom>
        </p:spPr>
        <p:txBody>
          <a:bodyPr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-US"/>
              <a:pPr/>
              <a:t>7</a:t>
            </a:fld>
            <a:endParaRPr lang="en-US"/>
          </a:p>
        </p:txBody>
      </p:sp>
      <p:sp>
        <p:nvSpPr>
          <p:cNvPr id="366" name="Shape 366"/>
          <p:cNvSpPr/>
          <p:nvPr/>
        </p:nvSpPr>
        <p:spPr>
          <a:xfrm>
            <a:off x="2234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98ca9</a:t>
            </a:r>
          </a:p>
        </p:txBody>
      </p:sp>
      <p:sp>
        <p:nvSpPr>
          <p:cNvPr id="367" name="Shape 367"/>
          <p:cNvSpPr/>
          <p:nvPr/>
        </p:nvSpPr>
        <p:spPr>
          <a:xfrm>
            <a:off x="3417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34ac2</a:t>
            </a:r>
          </a:p>
        </p:txBody>
      </p:sp>
      <p:sp>
        <p:nvSpPr>
          <p:cNvPr id="368" name="Shape 368"/>
          <p:cNvSpPr/>
          <p:nvPr/>
        </p:nvSpPr>
        <p:spPr>
          <a:xfrm>
            <a:off x="4601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f30ab</a:t>
            </a:r>
          </a:p>
        </p:txBody>
      </p:sp>
      <p:cxnSp>
        <p:nvCxnSpPr>
          <p:cNvPr id="369" name="Shape 369"/>
          <p:cNvCxnSpPr>
            <a:stCxn id="367" idx="1"/>
            <a:endCxn id="366" idx="3"/>
          </p:cNvCxnSpPr>
          <p:nvPr/>
        </p:nvCxnSpPr>
        <p:spPr>
          <a:xfrm rot="10800000">
            <a:off x="3009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70" name="Shape 370"/>
          <p:cNvCxnSpPr>
            <a:stCxn id="368" idx="1"/>
            <a:endCxn id="367" idx="3"/>
          </p:cNvCxnSpPr>
          <p:nvPr/>
        </p:nvCxnSpPr>
        <p:spPr>
          <a:xfrm rot="10800000">
            <a:off x="4192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71" name="Shape 371"/>
          <p:cNvSpPr txBox="1">
            <a:spLocks noGrp="1"/>
          </p:cNvSpPr>
          <p:nvPr>
            <p:ph type="title"/>
          </p:nvPr>
        </p:nvSpPr>
        <p:spPr>
          <a:xfrm>
            <a:off x="152400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</a:pPr>
            <a:r>
              <a:rPr lang="en-US" sz="34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372" name="Shape 372"/>
          <p:cNvSpPr/>
          <p:nvPr/>
        </p:nvSpPr>
        <p:spPr>
          <a:xfrm>
            <a:off x="199715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98ca9</a:t>
            </a:r>
          </a:p>
        </p:txBody>
      </p:sp>
      <p:sp>
        <p:nvSpPr>
          <p:cNvPr id="373" name="Shape 373"/>
          <p:cNvSpPr/>
          <p:nvPr/>
        </p:nvSpPr>
        <p:spPr>
          <a:xfrm>
            <a:off x="318037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34ac2</a:t>
            </a:r>
          </a:p>
        </p:txBody>
      </p:sp>
      <p:sp>
        <p:nvSpPr>
          <p:cNvPr id="374" name="Shape 374"/>
          <p:cNvSpPr/>
          <p:nvPr/>
        </p:nvSpPr>
        <p:spPr>
          <a:xfrm>
            <a:off x="436360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f30ab</a:t>
            </a:r>
          </a:p>
        </p:txBody>
      </p:sp>
      <p:cxnSp>
        <p:nvCxnSpPr>
          <p:cNvPr id="375" name="Shape 375"/>
          <p:cNvCxnSpPr>
            <a:stCxn id="373" idx="1"/>
            <a:endCxn id="372" idx="3"/>
          </p:cNvCxnSpPr>
          <p:nvPr/>
        </p:nvCxnSpPr>
        <p:spPr>
          <a:xfrm rot="10800000">
            <a:off x="277177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76" name="Shape 376"/>
          <p:cNvCxnSpPr>
            <a:stCxn id="374" idx="1"/>
            <a:endCxn id="373" idx="3"/>
          </p:cNvCxnSpPr>
          <p:nvPr/>
        </p:nvCxnSpPr>
        <p:spPr>
          <a:xfrm rot="10800000">
            <a:off x="3955000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77" name="Shape 377"/>
          <p:cNvSpPr txBox="1"/>
          <p:nvPr/>
        </p:nvSpPr>
        <p:spPr>
          <a:xfrm>
            <a:off x="152400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sz="2400"/>
              <a:t>Local Repository</a:t>
            </a:r>
          </a:p>
        </p:txBody>
      </p:sp>
      <p:sp>
        <p:nvSpPr>
          <p:cNvPr id="378" name="Shape 378"/>
          <p:cNvSpPr txBox="1"/>
          <p:nvPr/>
        </p:nvSpPr>
        <p:spPr>
          <a:xfrm>
            <a:off x="1559025" y="4729563"/>
            <a:ext cx="32769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sz="2400"/>
              <a:t> Remote Repository</a:t>
            </a:r>
          </a:p>
        </p:txBody>
      </p:sp>
      <p:sp>
        <p:nvSpPr>
          <p:cNvPr id="379" name="Shape 379"/>
          <p:cNvSpPr/>
          <p:nvPr/>
        </p:nvSpPr>
        <p:spPr>
          <a:xfrm>
            <a:off x="5502425" y="6272400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master</a:t>
            </a:r>
          </a:p>
        </p:txBody>
      </p:sp>
      <p:cxnSp>
        <p:nvCxnSpPr>
          <p:cNvPr id="380" name="Shape 380"/>
          <p:cNvCxnSpPr>
            <a:stCxn id="379" idx="0"/>
            <a:endCxn id="381" idx="2"/>
          </p:cNvCxnSpPr>
          <p:nvPr/>
        </p:nvCxnSpPr>
        <p:spPr>
          <a:xfrm rot="10800000">
            <a:off x="5934125" y="58455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82" name="Shape 382"/>
          <p:cNvSpPr/>
          <p:nvPr/>
        </p:nvSpPr>
        <p:spPr>
          <a:xfrm>
            <a:off x="6482750" y="3107425"/>
            <a:ext cx="12660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origin/master</a:t>
            </a:r>
          </a:p>
        </p:txBody>
      </p:sp>
      <p:cxnSp>
        <p:nvCxnSpPr>
          <p:cNvPr id="383" name="Shape 383"/>
          <p:cNvCxnSpPr>
            <a:stCxn id="382" idx="0"/>
            <a:endCxn id="384" idx="2"/>
          </p:cNvCxnSpPr>
          <p:nvPr/>
        </p:nvCxnSpPr>
        <p:spPr>
          <a:xfrm rot="10800000">
            <a:off x="7115750" y="2647525"/>
            <a:ext cx="0" cy="459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85" name="Shape 385"/>
          <p:cNvSpPr/>
          <p:nvPr/>
        </p:nvSpPr>
        <p:spPr>
          <a:xfrm>
            <a:off x="7584184" y="1443697"/>
            <a:ext cx="1227725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feat/PRJ-777</a:t>
            </a:r>
          </a:p>
        </p:txBody>
      </p:sp>
      <p:cxnSp>
        <p:nvCxnSpPr>
          <p:cNvPr id="386" name="Shape 386"/>
          <p:cNvCxnSpPr>
            <a:cxnSpLocks/>
            <a:endCxn id="387" idx="0"/>
          </p:cNvCxnSpPr>
          <p:nvPr/>
        </p:nvCxnSpPr>
        <p:spPr>
          <a:xfrm>
            <a:off x="8299075" y="1919613"/>
            <a:ext cx="0" cy="37243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88" name="Shape 388"/>
          <p:cNvSpPr txBox="1"/>
          <p:nvPr/>
        </p:nvSpPr>
        <p:spPr>
          <a:xfrm>
            <a:off x="1876162" y="3084475"/>
            <a:ext cx="2055936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dirty="0"/>
              <a:t>Remote Tracking Branch</a:t>
            </a:r>
          </a:p>
        </p:txBody>
      </p:sp>
      <p:sp>
        <p:nvSpPr>
          <p:cNvPr id="389" name="Shape 389"/>
          <p:cNvSpPr txBox="1"/>
          <p:nvPr/>
        </p:nvSpPr>
        <p:spPr>
          <a:xfrm>
            <a:off x="9144000" y="1378925"/>
            <a:ext cx="1523875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dirty="0"/>
              <a:t>Tracking Branch (Local)</a:t>
            </a:r>
          </a:p>
        </p:txBody>
      </p:sp>
      <p:sp>
        <p:nvSpPr>
          <p:cNvPr id="390" name="Shape 390"/>
          <p:cNvSpPr/>
          <p:nvPr/>
        </p:nvSpPr>
        <p:spPr>
          <a:xfrm>
            <a:off x="7778945" y="833589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391" name="Shape 391"/>
          <p:cNvCxnSpPr>
            <a:cxnSpLocks/>
            <a:stCxn id="390" idx="2"/>
            <a:endCxn id="385" idx="0"/>
          </p:cNvCxnSpPr>
          <p:nvPr/>
        </p:nvCxnSpPr>
        <p:spPr>
          <a:xfrm>
            <a:off x="8198046" y="1189089"/>
            <a:ext cx="1" cy="25460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2" name="Shape 392"/>
          <p:cNvSpPr/>
          <p:nvPr/>
        </p:nvSpPr>
        <p:spPr>
          <a:xfrm>
            <a:off x="5587500" y="163462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b="1">
                <a:solidFill>
                  <a:srgbClr val="666666"/>
                </a:solidFill>
              </a:rPr>
              <a:t>6df0</a:t>
            </a:r>
            <a:r>
              <a:rPr lang="en-US" b="1">
                <a:solidFill>
                  <a:srgbClr val="CCCCCC"/>
                </a:solidFill>
              </a:rPr>
              <a:t>1</a:t>
            </a:r>
          </a:p>
        </p:txBody>
      </p:sp>
      <p:cxnSp>
        <p:nvCxnSpPr>
          <p:cNvPr id="393" name="Shape 393"/>
          <p:cNvCxnSpPr>
            <a:stCxn id="392" idx="1"/>
          </p:cNvCxnSpPr>
          <p:nvPr/>
        </p:nvCxnSpPr>
        <p:spPr>
          <a:xfrm flipH="1">
            <a:off x="4956600" y="1812375"/>
            <a:ext cx="630900" cy="50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81" name="Shape 381"/>
          <p:cNvSpPr/>
          <p:nvPr/>
        </p:nvSpPr>
        <p:spPr>
          <a:xfrm>
            <a:off x="554682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r>
              <a:rPr lang="en-US"/>
              <a:t>0bddb</a:t>
            </a:r>
          </a:p>
        </p:txBody>
      </p:sp>
      <p:cxnSp>
        <p:nvCxnSpPr>
          <p:cNvPr id="394" name="Shape 394"/>
          <p:cNvCxnSpPr>
            <a:stCxn id="381" idx="1"/>
            <a:endCxn id="374" idx="3"/>
          </p:cNvCxnSpPr>
          <p:nvPr/>
        </p:nvCxnSpPr>
        <p:spPr>
          <a:xfrm rot="10800000">
            <a:off x="513822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5" name="Shape 395"/>
          <p:cNvSpPr txBox="1"/>
          <p:nvPr/>
        </p:nvSpPr>
        <p:spPr>
          <a:xfrm>
            <a:off x="7890350" y="2604229"/>
            <a:ext cx="2889300" cy="4065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marR="25400" indent="-38100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Clr>
                <a:srgbClr val="FF0000"/>
              </a:buClr>
              <a:buSzPct val="133333"/>
              <a:buChar char="●"/>
            </a:pPr>
            <a:r>
              <a:rPr lang="en-US" dirty="0">
                <a:solidFill>
                  <a:srgbClr val="333333"/>
                </a:solidFill>
                <a:highlight>
                  <a:srgbClr val="FFFFFF"/>
                </a:highlight>
              </a:rPr>
              <a:t>$ git rebase origin/master</a:t>
            </a:r>
            <a:br>
              <a:rPr lang="en-US" dirty="0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en-US" sz="2400" dirty="0">
                <a:solidFill>
                  <a:srgbClr val="333333"/>
                </a:solidFill>
                <a:highlight>
                  <a:srgbClr val="FFFFFF"/>
                </a:highlight>
              </a:rPr>
              <a:t>...to replay your work on top of it…</a:t>
            </a:r>
          </a:p>
          <a:p>
            <a:pPr marR="2540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</a:pPr>
            <a:r>
              <a:rPr lang="en-US" sz="2400" dirty="0">
                <a:solidFill>
                  <a:srgbClr val="333333"/>
                </a:solidFill>
                <a:highlight>
                  <a:srgbClr val="FFFFFF"/>
                </a:highlight>
              </a:rPr>
              <a:t>Applying: diff/patch of commit 6dfo on top of origin/master to create commit 3f9f9</a:t>
            </a:r>
          </a:p>
          <a:p>
            <a:pPr marR="2540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</a:pPr>
            <a:endParaRPr sz="2400" dirty="0">
              <a:solidFill>
                <a:srgbClr val="333333"/>
              </a:solidFill>
              <a:highlight>
                <a:srgbClr val="EEEEEE"/>
              </a:highlight>
            </a:endParaRPr>
          </a:p>
          <a:p>
            <a:endParaRPr sz="2400" b="1" dirty="0"/>
          </a:p>
        </p:txBody>
      </p:sp>
      <p:sp>
        <p:nvSpPr>
          <p:cNvPr id="384" name="Shape 384"/>
          <p:cNvSpPr/>
          <p:nvPr/>
        </p:nvSpPr>
        <p:spPr>
          <a:xfrm>
            <a:off x="6728450" y="2292038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r>
              <a:rPr lang="en-US"/>
              <a:t>0bddb</a:t>
            </a:r>
          </a:p>
        </p:txBody>
      </p:sp>
      <p:cxnSp>
        <p:nvCxnSpPr>
          <p:cNvPr id="396" name="Shape 396"/>
          <p:cNvCxnSpPr>
            <a:stCxn id="384" idx="1"/>
            <a:endCxn id="368" idx="3"/>
          </p:cNvCxnSpPr>
          <p:nvPr/>
        </p:nvCxnSpPr>
        <p:spPr>
          <a:xfrm flipH="1">
            <a:off x="5375750" y="2469788"/>
            <a:ext cx="1352700" cy="2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97" name="Shape 397"/>
          <p:cNvCxnSpPr/>
          <p:nvPr/>
        </p:nvCxnSpPr>
        <p:spPr>
          <a:xfrm>
            <a:off x="1524000" y="4537325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87" name="Shape 387"/>
          <p:cNvSpPr/>
          <p:nvPr/>
        </p:nvSpPr>
        <p:spPr>
          <a:xfrm>
            <a:off x="7911775" y="229205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3f9f9</a:t>
            </a:r>
          </a:p>
        </p:txBody>
      </p:sp>
      <p:cxnSp>
        <p:nvCxnSpPr>
          <p:cNvPr id="398" name="Shape 398"/>
          <p:cNvCxnSpPr>
            <a:stCxn id="387" idx="1"/>
            <a:endCxn id="384" idx="3"/>
          </p:cNvCxnSpPr>
          <p:nvPr/>
        </p:nvCxnSpPr>
        <p:spPr>
          <a:xfrm rot="10800000">
            <a:off x="7503175" y="2469801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4" name="Shape 269">
            <a:extLst>
              <a:ext uri="{FF2B5EF4-FFF2-40B4-BE49-F238E27FC236}">
                <a16:creationId xmlns:a16="http://schemas.microsoft.com/office/drawing/2014/main" id="{5F36A1DE-9CD7-8B9D-0B37-1F361757147C}"/>
              </a:ext>
            </a:extLst>
          </p:cNvPr>
          <p:cNvSpPr/>
          <p:nvPr/>
        </p:nvSpPr>
        <p:spPr>
          <a:xfrm>
            <a:off x="3368780" y="6272400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feat/PRJ-777</a:t>
            </a:r>
          </a:p>
        </p:txBody>
      </p:sp>
      <p:cxnSp>
        <p:nvCxnSpPr>
          <p:cNvPr id="15" name="Shape 380">
            <a:extLst>
              <a:ext uri="{FF2B5EF4-FFF2-40B4-BE49-F238E27FC236}">
                <a16:creationId xmlns:a16="http://schemas.microsoft.com/office/drawing/2014/main" id="{038499B2-AF21-EAD7-9016-48266F0D7CD2}"/>
              </a:ext>
            </a:extLst>
          </p:cNvPr>
          <p:cNvCxnSpPr/>
          <p:nvPr/>
        </p:nvCxnSpPr>
        <p:spPr>
          <a:xfrm rot="10800000">
            <a:off x="4745637" y="58455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6" name="Shape 380">
            <a:extLst>
              <a:ext uri="{FF2B5EF4-FFF2-40B4-BE49-F238E27FC236}">
                <a16:creationId xmlns:a16="http://schemas.microsoft.com/office/drawing/2014/main" id="{7443A553-4EC3-CB9D-3E3B-2309AEECAA4E}"/>
              </a:ext>
            </a:extLst>
          </p:cNvPr>
          <p:cNvCxnSpPr/>
          <p:nvPr/>
        </p:nvCxnSpPr>
        <p:spPr>
          <a:xfrm rot="10800000">
            <a:off x="4956600" y="2676937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" name="Shape 269">
            <a:extLst>
              <a:ext uri="{FF2B5EF4-FFF2-40B4-BE49-F238E27FC236}">
                <a16:creationId xmlns:a16="http://schemas.microsoft.com/office/drawing/2014/main" id="{77146BD0-A41F-ED51-FB9C-12D1961F9D9F}"/>
              </a:ext>
            </a:extLst>
          </p:cNvPr>
          <p:cNvSpPr/>
          <p:nvPr/>
        </p:nvSpPr>
        <p:spPr>
          <a:xfrm>
            <a:off x="3942609" y="3114954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origin/feat/PRJ-777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404"/>
          <p:cNvSpPr txBox="1">
            <a:spLocks noGrp="1"/>
          </p:cNvSpPr>
          <p:nvPr>
            <p:ph type="sldNum" idx="12"/>
          </p:nvPr>
        </p:nvSpPr>
        <p:spPr>
          <a:xfrm>
            <a:off x="9601200" y="6553200"/>
            <a:ext cx="838200" cy="228600"/>
          </a:xfrm>
          <a:prstGeom prst="rect">
            <a:avLst/>
          </a:prstGeom>
        </p:spPr>
        <p:txBody>
          <a:bodyPr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-US"/>
              <a:pPr/>
              <a:t>8</a:t>
            </a:fld>
            <a:endParaRPr lang="en-US"/>
          </a:p>
        </p:txBody>
      </p:sp>
      <p:sp>
        <p:nvSpPr>
          <p:cNvPr id="405" name="Shape 405"/>
          <p:cNvSpPr/>
          <p:nvPr/>
        </p:nvSpPr>
        <p:spPr>
          <a:xfrm>
            <a:off x="2234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98ca9</a:t>
            </a:r>
          </a:p>
        </p:txBody>
      </p:sp>
      <p:sp>
        <p:nvSpPr>
          <p:cNvPr id="406" name="Shape 406"/>
          <p:cNvSpPr/>
          <p:nvPr/>
        </p:nvSpPr>
        <p:spPr>
          <a:xfrm>
            <a:off x="3417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34ac2</a:t>
            </a:r>
          </a:p>
        </p:txBody>
      </p:sp>
      <p:sp>
        <p:nvSpPr>
          <p:cNvPr id="407" name="Shape 407"/>
          <p:cNvSpPr/>
          <p:nvPr/>
        </p:nvSpPr>
        <p:spPr>
          <a:xfrm>
            <a:off x="4601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f30ab</a:t>
            </a:r>
          </a:p>
        </p:txBody>
      </p:sp>
      <p:cxnSp>
        <p:nvCxnSpPr>
          <p:cNvPr id="408" name="Shape 408"/>
          <p:cNvCxnSpPr>
            <a:stCxn id="406" idx="1"/>
            <a:endCxn id="405" idx="3"/>
          </p:cNvCxnSpPr>
          <p:nvPr/>
        </p:nvCxnSpPr>
        <p:spPr>
          <a:xfrm rot="10800000">
            <a:off x="3009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09" name="Shape 409"/>
          <p:cNvCxnSpPr>
            <a:stCxn id="407" idx="1"/>
            <a:endCxn id="406" idx="3"/>
          </p:cNvCxnSpPr>
          <p:nvPr/>
        </p:nvCxnSpPr>
        <p:spPr>
          <a:xfrm rot="10800000">
            <a:off x="4192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0" name="Shape 410"/>
          <p:cNvSpPr txBox="1">
            <a:spLocks noGrp="1"/>
          </p:cNvSpPr>
          <p:nvPr>
            <p:ph type="title"/>
          </p:nvPr>
        </p:nvSpPr>
        <p:spPr>
          <a:xfrm>
            <a:off x="152400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</a:pPr>
            <a:r>
              <a:rPr lang="en-US" sz="34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411" name="Shape 411"/>
          <p:cNvSpPr/>
          <p:nvPr/>
        </p:nvSpPr>
        <p:spPr>
          <a:xfrm>
            <a:off x="199715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98ca9</a:t>
            </a:r>
          </a:p>
        </p:txBody>
      </p:sp>
      <p:sp>
        <p:nvSpPr>
          <p:cNvPr id="412" name="Shape 412"/>
          <p:cNvSpPr/>
          <p:nvPr/>
        </p:nvSpPr>
        <p:spPr>
          <a:xfrm>
            <a:off x="318037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34ac2</a:t>
            </a:r>
          </a:p>
        </p:txBody>
      </p:sp>
      <p:sp>
        <p:nvSpPr>
          <p:cNvPr id="413" name="Shape 413"/>
          <p:cNvSpPr/>
          <p:nvPr/>
        </p:nvSpPr>
        <p:spPr>
          <a:xfrm>
            <a:off x="436360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f30ab</a:t>
            </a:r>
          </a:p>
        </p:txBody>
      </p:sp>
      <p:cxnSp>
        <p:nvCxnSpPr>
          <p:cNvPr id="414" name="Shape 414"/>
          <p:cNvCxnSpPr>
            <a:stCxn id="412" idx="1"/>
            <a:endCxn id="411" idx="3"/>
          </p:cNvCxnSpPr>
          <p:nvPr/>
        </p:nvCxnSpPr>
        <p:spPr>
          <a:xfrm rot="10800000">
            <a:off x="277177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15" name="Shape 415"/>
          <p:cNvCxnSpPr>
            <a:stCxn id="413" idx="1"/>
            <a:endCxn id="412" idx="3"/>
          </p:cNvCxnSpPr>
          <p:nvPr/>
        </p:nvCxnSpPr>
        <p:spPr>
          <a:xfrm rot="10800000">
            <a:off x="3955000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6" name="Shape 416"/>
          <p:cNvSpPr txBox="1"/>
          <p:nvPr/>
        </p:nvSpPr>
        <p:spPr>
          <a:xfrm>
            <a:off x="152400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sz="2400"/>
              <a:t>Local Repository</a:t>
            </a:r>
          </a:p>
        </p:txBody>
      </p:sp>
      <p:sp>
        <p:nvSpPr>
          <p:cNvPr id="417" name="Shape 417"/>
          <p:cNvSpPr txBox="1"/>
          <p:nvPr/>
        </p:nvSpPr>
        <p:spPr>
          <a:xfrm>
            <a:off x="1559025" y="4729563"/>
            <a:ext cx="32769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sz="2400"/>
              <a:t> Remote Repository</a:t>
            </a:r>
          </a:p>
        </p:txBody>
      </p:sp>
      <p:sp>
        <p:nvSpPr>
          <p:cNvPr id="418" name="Shape 418"/>
          <p:cNvSpPr/>
          <p:nvPr/>
        </p:nvSpPr>
        <p:spPr>
          <a:xfrm>
            <a:off x="5502425" y="6288774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master</a:t>
            </a:r>
          </a:p>
        </p:txBody>
      </p:sp>
      <p:cxnSp>
        <p:nvCxnSpPr>
          <p:cNvPr id="419" name="Shape 419"/>
          <p:cNvCxnSpPr>
            <a:cxnSpLocks/>
            <a:stCxn id="418" idx="0"/>
            <a:endCxn id="431" idx="2"/>
          </p:cNvCxnSpPr>
          <p:nvPr/>
        </p:nvCxnSpPr>
        <p:spPr>
          <a:xfrm flipV="1">
            <a:off x="5934125" y="5845500"/>
            <a:ext cx="0" cy="44327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21" name="Shape 421"/>
          <p:cNvSpPr/>
          <p:nvPr/>
        </p:nvSpPr>
        <p:spPr>
          <a:xfrm>
            <a:off x="6470000" y="3094553"/>
            <a:ext cx="12660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origin/master</a:t>
            </a:r>
          </a:p>
        </p:txBody>
      </p:sp>
      <p:cxnSp>
        <p:nvCxnSpPr>
          <p:cNvPr id="422" name="Shape 422"/>
          <p:cNvCxnSpPr>
            <a:cxnSpLocks/>
            <a:endCxn id="423" idx="2"/>
          </p:cNvCxnSpPr>
          <p:nvPr/>
        </p:nvCxnSpPr>
        <p:spPr>
          <a:xfrm flipV="1">
            <a:off x="7115750" y="2647539"/>
            <a:ext cx="0" cy="44877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24" name="Shape 424"/>
          <p:cNvSpPr/>
          <p:nvPr/>
        </p:nvSpPr>
        <p:spPr>
          <a:xfrm>
            <a:off x="7503050" y="1478513"/>
            <a:ext cx="156475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feat/PRJ-777</a:t>
            </a:r>
          </a:p>
        </p:txBody>
      </p:sp>
      <p:cxnSp>
        <p:nvCxnSpPr>
          <p:cNvPr id="425" name="Shape 425"/>
          <p:cNvCxnSpPr>
            <a:cxnSpLocks/>
            <a:stCxn id="424" idx="2"/>
            <a:endCxn id="426" idx="0"/>
          </p:cNvCxnSpPr>
          <p:nvPr/>
        </p:nvCxnSpPr>
        <p:spPr>
          <a:xfrm>
            <a:off x="8285425" y="1987913"/>
            <a:ext cx="13650" cy="30413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27" name="Shape 427"/>
          <p:cNvSpPr txBox="1"/>
          <p:nvPr/>
        </p:nvSpPr>
        <p:spPr>
          <a:xfrm>
            <a:off x="2421441" y="2869237"/>
            <a:ext cx="1146235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dirty="0"/>
              <a:t>Remote Tracking Branch</a:t>
            </a:r>
          </a:p>
        </p:txBody>
      </p:sp>
      <p:sp>
        <p:nvSpPr>
          <p:cNvPr id="428" name="Shape 428"/>
          <p:cNvSpPr txBox="1"/>
          <p:nvPr/>
        </p:nvSpPr>
        <p:spPr>
          <a:xfrm>
            <a:off x="9251556" y="1140583"/>
            <a:ext cx="1323237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dirty="0"/>
              <a:t>Tracking Branch (Local)</a:t>
            </a:r>
          </a:p>
        </p:txBody>
      </p:sp>
      <p:sp>
        <p:nvSpPr>
          <p:cNvPr id="429" name="Shape 429"/>
          <p:cNvSpPr/>
          <p:nvPr/>
        </p:nvSpPr>
        <p:spPr>
          <a:xfrm>
            <a:off x="7879975" y="850113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430" name="Shape 430"/>
          <p:cNvCxnSpPr>
            <a:cxnSpLocks/>
            <a:endCxn id="424" idx="0"/>
          </p:cNvCxnSpPr>
          <p:nvPr/>
        </p:nvCxnSpPr>
        <p:spPr>
          <a:xfrm flipH="1">
            <a:off x="8285425" y="1152713"/>
            <a:ext cx="13650" cy="32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31" name="Shape 431"/>
          <p:cNvSpPr/>
          <p:nvPr/>
        </p:nvSpPr>
        <p:spPr>
          <a:xfrm>
            <a:off x="554682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r>
              <a:rPr lang="en-US"/>
              <a:t>0bddb</a:t>
            </a:r>
          </a:p>
        </p:txBody>
      </p:sp>
      <p:cxnSp>
        <p:nvCxnSpPr>
          <p:cNvPr id="432" name="Shape 432"/>
          <p:cNvCxnSpPr>
            <a:stCxn id="431" idx="1"/>
            <a:endCxn id="413" idx="3"/>
          </p:cNvCxnSpPr>
          <p:nvPr/>
        </p:nvCxnSpPr>
        <p:spPr>
          <a:xfrm rot="10800000">
            <a:off x="513822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33" name="Shape 433"/>
          <p:cNvSpPr txBox="1"/>
          <p:nvPr/>
        </p:nvSpPr>
        <p:spPr>
          <a:xfrm>
            <a:off x="9067801" y="2677000"/>
            <a:ext cx="1600425" cy="3419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marR="25400" indent="-38100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Clr>
                <a:srgbClr val="FF0000"/>
              </a:buClr>
              <a:buSzPct val="133333"/>
              <a:buChar char="●"/>
            </a:pPr>
            <a:r>
              <a:rPr lang="en-US" dirty="0">
                <a:solidFill>
                  <a:srgbClr val="333333"/>
                </a:solidFill>
                <a:highlight>
                  <a:srgbClr val="FFFFFF"/>
                </a:highlight>
              </a:rPr>
              <a:t>$ git push</a:t>
            </a:r>
            <a:br>
              <a:rPr lang="en-US" dirty="0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en-US" sz="2400" dirty="0">
                <a:solidFill>
                  <a:srgbClr val="333333"/>
                </a:solidFill>
                <a:highlight>
                  <a:srgbClr val="FFFFFF"/>
                </a:highlight>
              </a:rPr>
              <a:t>of commit 3f9f9</a:t>
            </a:r>
          </a:p>
          <a:p>
            <a:pPr marR="2540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</a:pPr>
            <a:endParaRPr sz="2400" dirty="0">
              <a:solidFill>
                <a:srgbClr val="333333"/>
              </a:solidFill>
              <a:highlight>
                <a:srgbClr val="EEEEEE"/>
              </a:highlight>
            </a:endParaRPr>
          </a:p>
          <a:p>
            <a:endParaRPr sz="2400" b="1" dirty="0"/>
          </a:p>
        </p:txBody>
      </p:sp>
      <p:sp>
        <p:nvSpPr>
          <p:cNvPr id="423" name="Shape 423"/>
          <p:cNvSpPr/>
          <p:nvPr/>
        </p:nvSpPr>
        <p:spPr>
          <a:xfrm>
            <a:off x="6728450" y="2292038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r>
              <a:rPr lang="en-US"/>
              <a:t>0bddb</a:t>
            </a:r>
          </a:p>
        </p:txBody>
      </p:sp>
      <p:cxnSp>
        <p:nvCxnSpPr>
          <p:cNvPr id="434" name="Shape 434"/>
          <p:cNvCxnSpPr>
            <a:stCxn id="423" idx="1"/>
            <a:endCxn id="407" idx="3"/>
          </p:cNvCxnSpPr>
          <p:nvPr/>
        </p:nvCxnSpPr>
        <p:spPr>
          <a:xfrm flipH="1">
            <a:off x="5375750" y="2469788"/>
            <a:ext cx="1352700" cy="2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35" name="Shape 435"/>
          <p:cNvCxnSpPr/>
          <p:nvPr/>
        </p:nvCxnSpPr>
        <p:spPr>
          <a:xfrm>
            <a:off x="1524000" y="4537325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26" name="Shape 426"/>
          <p:cNvSpPr/>
          <p:nvPr/>
        </p:nvSpPr>
        <p:spPr>
          <a:xfrm>
            <a:off x="7911775" y="229205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3f9f9</a:t>
            </a:r>
          </a:p>
        </p:txBody>
      </p:sp>
      <p:cxnSp>
        <p:nvCxnSpPr>
          <p:cNvPr id="436" name="Shape 436"/>
          <p:cNvCxnSpPr>
            <a:stCxn id="426" idx="1"/>
            <a:endCxn id="423" idx="3"/>
          </p:cNvCxnSpPr>
          <p:nvPr/>
        </p:nvCxnSpPr>
        <p:spPr>
          <a:xfrm rot="10800000">
            <a:off x="7503175" y="2469801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20" name="Shape 420"/>
          <p:cNvSpPr/>
          <p:nvPr/>
        </p:nvSpPr>
        <p:spPr>
          <a:xfrm>
            <a:off x="7810113" y="549000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3f9f9</a:t>
            </a:r>
          </a:p>
        </p:txBody>
      </p:sp>
      <p:cxnSp>
        <p:nvCxnSpPr>
          <p:cNvPr id="437" name="Shape 437"/>
          <p:cNvCxnSpPr>
            <a:stCxn id="420" idx="1"/>
            <a:endCxn id="431" idx="3"/>
          </p:cNvCxnSpPr>
          <p:nvPr/>
        </p:nvCxnSpPr>
        <p:spPr>
          <a:xfrm rot="10800000">
            <a:off x="6321513" y="5667751"/>
            <a:ext cx="148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38" name="Shape 438"/>
          <p:cNvSpPr/>
          <p:nvPr/>
        </p:nvSpPr>
        <p:spPr>
          <a:xfrm>
            <a:off x="7911574" y="2825302"/>
            <a:ext cx="610200" cy="2606286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8" name="Shape 380">
            <a:extLst>
              <a:ext uri="{FF2B5EF4-FFF2-40B4-BE49-F238E27FC236}">
                <a16:creationId xmlns:a16="http://schemas.microsoft.com/office/drawing/2014/main" id="{710486FB-EA5A-71CE-4307-82ECFE648C7C}"/>
              </a:ext>
            </a:extLst>
          </p:cNvPr>
          <p:cNvCxnSpPr/>
          <p:nvPr/>
        </p:nvCxnSpPr>
        <p:spPr>
          <a:xfrm rot="10800000">
            <a:off x="8175741" y="5810658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" name="Shape 269">
            <a:extLst>
              <a:ext uri="{FF2B5EF4-FFF2-40B4-BE49-F238E27FC236}">
                <a16:creationId xmlns:a16="http://schemas.microsoft.com/office/drawing/2014/main" id="{59C92189-9734-4F4B-C387-EFB6615831BC}"/>
              </a:ext>
            </a:extLst>
          </p:cNvPr>
          <p:cNvSpPr/>
          <p:nvPr/>
        </p:nvSpPr>
        <p:spPr>
          <a:xfrm>
            <a:off x="7161750" y="6248675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feat/PRJ-777</a:t>
            </a:r>
          </a:p>
        </p:txBody>
      </p:sp>
      <p:cxnSp>
        <p:nvCxnSpPr>
          <p:cNvPr id="10" name="Shape 380">
            <a:extLst>
              <a:ext uri="{FF2B5EF4-FFF2-40B4-BE49-F238E27FC236}">
                <a16:creationId xmlns:a16="http://schemas.microsoft.com/office/drawing/2014/main" id="{93CDAE70-4668-B885-45DC-EF336EAAC62F}"/>
              </a:ext>
            </a:extLst>
          </p:cNvPr>
          <p:cNvCxnSpPr>
            <a:cxnSpLocks/>
          </p:cNvCxnSpPr>
          <p:nvPr/>
        </p:nvCxnSpPr>
        <p:spPr>
          <a:xfrm flipV="1">
            <a:off x="4845618" y="2659488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" name="Shape 269">
            <a:extLst>
              <a:ext uri="{FF2B5EF4-FFF2-40B4-BE49-F238E27FC236}">
                <a16:creationId xmlns:a16="http://schemas.microsoft.com/office/drawing/2014/main" id="{2979DD7D-F776-B608-310D-4814481A5454}"/>
              </a:ext>
            </a:extLst>
          </p:cNvPr>
          <p:cNvSpPr/>
          <p:nvPr/>
        </p:nvSpPr>
        <p:spPr>
          <a:xfrm>
            <a:off x="3977218" y="3097505"/>
            <a:ext cx="1910347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origin/feat/PRJ-777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444"/>
          <p:cNvSpPr txBox="1">
            <a:spLocks noGrp="1"/>
          </p:cNvSpPr>
          <p:nvPr>
            <p:ph type="sldNum" idx="12"/>
          </p:nvPr>
        </p:nvSpPr>
        <p:spPr>
          <a:xfrm>
            <a:off x="9601200" y="6553200"/>
            <a:ext cx="838200" cy="228600"/>
          </a:xfrm>
          <a:prstGeom prst="rect">
            <a:avLst/>
          </a:prstGeom>
        </p:spPr>
        <p:txBody>
          <a:bodyPr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-US"/>
              <a:pPr/>
              <a:t>9</a:t>
            </a:fld>
            <a:endParaRPr lang="en-US"/>
          </a:p>
        </p:txBody>
      </p:sp>
      <p:sp>
        <p:nvSpPr>
          <p:cNvPr id="445" name="Shape 445"/>
          <p:cNvSpPr/>
          <p:nvPr/>
        </p:nvSpPr>
        <p:spPr>
          <a:xfrm>
            <a:off x="2234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98ca9</a:t>
            </a:r>
          </a:p>
        </p:txBody>
      </p:sp>
      <p:sp>
        <p:nvSpPr>
          <p:cNvPr id="446" name="Shape 446"/>
          <p:cNvSpPr/>
          <p:nvPr/>
        </p:nvSpPr>
        <p:spPr>
          <a:xfrm>
            <a:off x="3417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34ac2</a:t>
            </a:r>
          </a:p>
        </p:txBody>
      </p:sp>
      <p:sp>
        <p:nvSpPr>
          <p:cNvPr id="447" name="Shape 447"/>
          <p:cNvSpPr/>
          <p:nvPr/>
        </p:nvSpPr>
        <p:spPr>
          <a:xfrm>
            <a:off x="4601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f30ab</a:t>
            </a:r>
          </a:p>
        </p:txBody>
      </p:sp>
      <p:cxnSp>
        <p:nvCxnSpPr>
          <p:cNvPr id="448" name="Shape 448"/>
          <p:cNvCxnSpPr>
            <a:stCxn id="446" idx="1"/>
            <a:endCxn id="445" idx="3"/>
          </p:cNvCxnSpPr>
          <p:nvPr/>
        </p:nvCxnSpPr>
        <p:spPr>
          <a:xfrm rot="10800000">
            <a:off x="3009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49" name="Shape 449"/>
          <p:cNvCxnSpPr>
            <a:stCxn id="447" idx="1"/>
            <a:endCxn id="446" idx="3"/>
          </p:cNvCxnSpPr>
          <p:nvPr/>
        </p:nvCxnSpPr>
        <p:spPr>
          <a:xfrm rot="10800000">
            <a:off x="4192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50" name="Shape 450"/>
          <p:cNvSpPr txBox="1">
            <a:spLocks noGrp="1"/>
          </p:cNvSpPr>
          <p:nvPr>
            <p:ph type="title"/>
          </p:nvPr>
        </p:nvSpPr>
        <p:spPr>
          <a:xfrm>
            <a:off x="152400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</a:pPr>
            <a:r>
              <a:rPr lang="en-US" sz="34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451" name="Shape 451"/>
          <p:cNvSpPr/>
          <p:nvPr/>
        </p:nvSpPr>
        <p:spPr>
          <a:xfrm>
            <a:off x="199715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98ca9</a:t>
            </a:r>
          </a:p>
        </p:txBody>
      </p:sp>
      <p:sp>
        <p:nvSpPr>
          <p:cNvPr id="452" name="Shape 452"/>
          <p:cNvSpPr/>
          <p:nvPr/>
        </p:nvSpPr>
        <p:spPr>
          <a:xfrm>
            <a:off x="318037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34ac2</a:t>
            </a:r>
          </a:p>
        </p:txBody>
      </p:sp>
      <p:sp>
        <p:nvSpPr>
          <p:cNvPr id="453" name="Shape 453"/>
          <p:cNvSpPr/>
          <p:nvPr/>
        </p:nvSpPr>
        <p:spPr>
          <a:xfrm>
            <a:off x="436360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f30ab</a:t>
            </a:r>
          </a:p>
        </p:txBody>
      </p:sp>
      <p:cxnSp>
        <p:nvCxnSpPr>
          <p:cNvPr id="454" name="Shape 454"/>
          <p:cNvCxnSpPr>
            <a:stCxn id="452" idx="1"/>
            <a:endCxn id="451" idx="3"/>
          </p:cNvCxnSpPr>
          <p:nvPr/>
        </p:nvCxnSpPr>
        <p:spPr>
          <a:xfrm rot="10800000">
            <a:off x="277177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55" name="Shape 455"/>
          <p:cNvCxnSpPr>
            <a:stCxn id="453" idx="1"/>
            <a:endCxn id="452" idx="3"/>
          </p:cNvCxnSpPr>
          <p:nvPr/>
        </p:nvCxnSpPr>
        <p:spPr>
          <a:xfrm rot="10800000">
            <a:off x="3955000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56" name="Shape 456"/>
          <p:cNvSpPr txBox="1"/>
          <p:nvPr/>
        </p:nvSpPr>
        <p:spPr>
          <a:xfrm>
            <a:off x="152400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sz="2400"/>
              <a:t>Local Repository</a:t>
            </a:r>
          </a:p>
        </p:txBody>
      </p:sp>
      <p:sp>
        <p:nvSpPr>
          <p:cNvPr id="457" name="Shape 457"/>
          <p:cNvSpPr txBox="1"/>
          <p:nvPr/>
        </p:nvSpPr>
        <p:spPr>
          <a:xfrm>
            <a:off x="1559025" y="4729563"/>
            <a:ext cx="32769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sz="2400"/>
              <a:t> Remote Repository</a:t>
            </a:r>
          </a:p>
        </p:txBody>
      </p:sp>
      <p:sp>
        <p:nvSpPr>
          <p:cNvPr id="458" name="Shape 458"/>
          <p:cNvSpPr/>
          <p:nvPr/>
        </p:nvSpPr>
        <p:spPr>
          <a:xfrm>
            <a:off x="5502425" y="6261974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master</a:t>
            </a:r>
          </a:p>
        </p:txBody>
      </p:sp>
      <p:cxnSp>
        <p:nvCxnSpPr>
          <p:cNvPr id="459" name="Shape 459"/>
          <p:cNvCxnSpPr>
            <a:cxnSpLocks/>
            <a:stCxn id="458" idx="0"/>
            <a:endCxn id="470" idx="2"/>
          </p:cNvCxnSpPr>
          <p:nvPr/>
        </p:nvCxnSpPr>
        <p:spPr>
          <a:xfrm flipV="1">
            <a:off x="5934125" y="5845500"/>
            <a:ext cx="0" cy="41647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1" name="Shape 461"/>
          <p:cNvSpPr/>
          <p:nvPr/>
        </p:nvSpPr>
        <p:spPr>
          <a:xfrm>
            <a:off x="5843128" y="3109231"/>
            <a:ext cx="12660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origin/master</a:t>
            </a:r>
          </a:p>
        </p:txBody>
      </p:sp>
      <p:cxnSp>
        <p:nvCxnSpPr>
          <p:cNvPr id="462" name="Shape 462"/>
          <p:cNvCxnSpPr>
            <a:cxnSpLocks/>
            <a:stCxn id="461" idx="0"/>
            <a:endCxn id="473" idx="2"/>
          </p:cNvCxnSpPr>
          <p:nvPr/>
        </p:nvCxnSpPr>
        <p:spPr>
          <a:xfrm flipV="1">
            <a:off x="6476129" y="2677001"/>
            <a:ext cx="614947" cy="43223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4" name="Shape 464"/>
          <p:cNvSpPr/>
          <p:nvPr/>
        </p:nvSpPr>
        <p:spPr>
          <a:xfrm>
            <a:off x="7315200" y="1509673"/>
            <a:ext cx="1937099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feat/PRJ-777</a:t>
            </a:r>
          </a:p>
        </p:txBody>
      </p:sp>
      <p:cxnSp>
        <p:nvCxnSpPr>
          <p:cNvPr id="465" name="Shape 465"/>
          <p:cNvCxnSpPr>
            <a:cxnSpLocks/>
            <a:stCxn id="464" idx="2"/>
            <a:endCxn id="463" idx="0"/>
          </p:cNvCxnSpPr>
          <p:nvPr/>
        </p:nvCxnSpPr>
        <p:spPr>
          <a:xfrm flipH="1">
            <a:off x="8281593" y="2019073"/>
            <a:ext cx="2156" cy="30406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6" name="Shape 466"/>
          <p:cNvSpPr txBox="1"/>
          <p:nvPr/>
        </p:nvSpPr>
        <p:spPr>
          <a:xfrm>
            <a:off x="2976075" y="3097625"/>
            <a:ext cx="1855646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dirty="0"/>
              <a:t>Remote Tracking Branch</a:t>
            </a:r>
          </a:p>
        </p:txBody>
      </p:sp>
      <p:sp>
        <p:nvSpPr>
          <p:cNvPr id="467" name="Shape 467"/>
          <p:cNvSpPr txBox="1"/>
          <p:nvPr/>
        </p:nvSpPr>
        <p:spPr>
          <a:xfrm>
            <a:off x="9102830" y="575710"/>
            <a:ext cx="156517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en-US" dirty="0"/>
              <a:t>Tracking Branch (Local)</a:t>
            </a:r>
          </a:p>
        </p:txBody>
      </p:sp>
      <p:sp>
        <p:nvSpPr>
          <p:cNvPr id="468" name="Shape 468"/>
          <p:cNvSpPr/>
          <p:nvPr/>
        </p:nvSpPr>
        <p:spPr>
          <a:xfrm>
            <a:off x="7879975" y="850113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469" name="Shape 469"/>
          <p:cNvCxnSpPr>
            <a:cxnSpLocks/>
            <a:endCxn id="464" idx="0"/>
          </p:cNvCxnSpPr>
          <p:nvPr/>
        </p:nvCxnSpPr>
        <p:spPr>
          <a:xfrm>
            <a:off x="8264631" y="1183873"/>
            <a:ext cx="19119" cy="32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70" name="Shape 470"/>
          <p:cNvSpPr/>
          <p:nvPr/>
        </p:nvSpPr>
        <p:spPr>
          <a:xfrm>
            <a:off x="554682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r>
              <a:rPr lang="en-US"/>
              <a:t>0bddb</a:t>
            </a:r>
          </a:p>
        </p:txBody>
      </p:sp>
      <p:cxnSp>
        <p:nvCxnSpPr>
          <p:cNvPr id="471" name="Shape 471"/>
          <p:cNvCxnSpPr>
            <a:stCxn id="470" idx="1"/>
            <a:endCxn id="453" idx="3"/>
          </p:cNvCxnSpPr>
          <p:nvPr/>
        </p:nvCxnSpPr>
        <p:spPr>
          <a:xfrm rot="10800000">
            <a:off x="513822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72" name="Shape 472"/>
          <p:cNvSpPr txBox="1"/>
          <p:nvPr/>
        </p:nvSpPr>
        <p:spPr>
          <a:xfrm>
            <a:off x="8855850" y="2469800"/>
            <a:ext cx="1739700" cy="4312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marR="25400" indent="-34290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Clr>
                <a:srgbClr val="FF0000"/>
              </a:buClr>
              <a:buSzPct val="100000"/>
              <a:buChar char="●"/>
            </a:pPr>
            <a:r>
              <a:rPr lang="en-US" dirty="0">
                <a:solidFill>
                  <a:srgbClr val="333333"/>
                </a:solidFill>
                <a:highlight>
                  <a:srgbClr val="FFFFFF"/>
                </a:highlight>
              </a:rPr>
              <a:t>After push Remote Tracking Branch and Tracking (Local) branch points to the same commit </a:t>
            </a:r>
          </a:p>
          <a:p>
            <a:pPr marR="2540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</a:pPr>
            <a:endParaRPr sz="2400" dirty="0">
              <a:solidFill>
                <a:srgbClr val="333333"/>
              </a:solidFill>
              <a:highlight>
                <a:srgbClr val="EEEEEE"/>
              </a:highlight>
            </a:endParaRPr>
          </a:p>
          <a:p>
            <a:endParaRPr sz="2400" b="1" dirty="0"/>
          </a:p>
        </p:txBody>
      </p:sp>
      <p:sp>
        <p:nvSpPr>
          <p:cNvPr id="473" name="Shape 473"/>
          <p:cNvSpPr/>
          <p:nvPr/>
        </p:nvSpPr>
        <p:spPr>
          <a:xfrm>
            <a:off x="670377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r>
              <a:rPr lang="en-US"/>
              <a:t>0bddb</a:t>
            </a:r>
          </a:p>
        </p:txBody>
      </p:sp>
      <p:cxnSp>
        <p:nvCxnSpPr>
          <p:cNvPr id="474" name="Shape 474"/>
          <p:cNvCxnSpPr>
            <a:stCxn id="473" idx="1"/>
            <a:endCxn id="447" idx="3"/>
          </p:cNvCxnSpPr>
          <p:nvPr/>
        </p:nvCxnSpPr>
        <p:spPr>
          <a:xfrm flipH="1">
            <a:off x="5375651" y="2499250"/>
            <a:ext cx="1328125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75" name="Shape 475"/>
          <p:cNvCxnSpPr/>
          <p:nvPr/>
        </p:nvCxnSpPr>
        <p:spPr>
          <a:xfrm>
            <a:off x="1524000" y="4537325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63" name="Shape 463"/>
          <p:cNvSpPr/>
          <p:nvPr/>
        </p:nvSpPr>
        <p:spPr>
          <a:xfrm>
            <a:off x="7894293" y="232313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3f9f9</a:t>
            </a:r>
          </a:p>
        </p:txBody>
      </p:sp>
      <p:cxnSp>
        <p:nvCxnSpPr>
          <p:cNvPr id="476" name="Shape 476"/>
          <p:cNvCxnSpPr>
            <a:stCxn id="463" idx="1"/>
            <a:endCxn id="473" idx="3"/>
          </p:cNvCxnSpPr>
          <p:nvPr/>
        </p:nvCxnSpPr>
        <p:spPr>
          <a:xfrm flipH="1" flipV="1">
            <a:off x="7478375" y="2499251"/>
            <a:ext cx="415918" cy="163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0" name="Shape 460"/>
          <p:cNvSpPr/>
          <p:nvPr/>
        </p:nvSpPr>
        <p:spPr>
          <a:xfrm>
            <a:off x="7810113" y="549000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/>
              <a:t>3f9f9</a:t>
            </a:r>
          </a:p>
        </p:txBody>
      </p:sp>
      <p:cxnSp>
        <p:nvCxnSpPr>
          <p:cNvPr id="477" name="Shape 477"/>
          <p:cNvCxnSpPr>
            <a:stCxn id="460" idx="1"/>
            <a:endCxn id="470" idx="3"/>
          </p:cNvCxnSpPr>
          <p:nvPr/>
        </p:nvCxnSpPr>
        <p:spPr>
          <a:xfrm rot="10800000">
            <a:off x="6321513" y="5667751"/>
            <a:ext cx="148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7" name="Shape 380">
            <a:extLst>
              <a:ext uri="{FF2B5EF4-FFF2-40B4-BE49-F238E27FC236}">
                <a16:creationId xmlns:a16="http://schemas.microsoft.com/office/drawing/2014/main" id="{AAC57456-22F8-962D-1BBB-ECBADC25B401}"/>
              </a:ext>
            </a:extLst>
          </p:cNvPr>
          <p:cNvCxnSpPr>
            <a:cxnSpLocks/>
          </p:cNvCxnSpPr>
          <p:nvPr/>
        </p:nvCxnSpPr>
        <p:spPr>
          <a:xfrm flipV="1">
            <a:off x="8270302" y="2675412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8" name="Shape 269">
            <a:extLst>
              <a:ext uri="{FF2B5EF4-FFF2-40B4-BE49-F238E27FC236}">
                <a16:creationId xmlns:a16="http://schemas.microsoft.com/office/drawing/2014/main" id="{037DC6C4-E27D-B9D4-4FB4-E79864C7265C}"/>
              </a:ext>
            </a:extLst>
          </p:cNvPr>
          <p:cNvSpPr/>
          <p:nvPr/>
        </p:nvSpPr>
        <p:spPr>
          <a:xfrm>
            <a:off x="7401902" y="3113429"/>
            <a:ext cx="1910347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origin/feat/PRJ-777</a:t>
            </a:r>
          </a:p>
        </p:txBody>
      </p:sp>
      <p:cxnSp>
        <p:nvCxnSpPr>
          <p:cNvPr id="20" name="Shape 380">
            <a:extLst>
              <a:ext uri="{FF2B5EF4-FFF2-40B4-BE49-F238E27FC236}">
                <a16:creationId xmlns:a16="http://schemas.microsoft.com/office/drawing/2014/main" id="{24CF52AD-2B95-815F-4C5B-DB79A1242DB1}"/>
              </a:ext>
            </a:extLst>
          </p:cNvPr>
          <p:cNvCxnSpPr>
            <a:cxnSpLocks/>
          </p:cNvCxnSpPr>
          <p:nvPr/>
        </p:nvCxnSpPr>
        <p:spPr>
          <a:xfrm flipV="1">
            <a:off x="8183600" y="58091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1" name="Shape 269">
            <a:extLst>
              <a:ext uri="{FF2B5EF4-FFF2-40B4-BE49-F238E27FC236}">
                <a16:creationId xmlns:a16="http://schemas.microsoft.com/office/drawing/2014/main" id="{16FCD6BD-B9FE-9470-66FE-BE611566BFA5}"/>
              </a:ext>
            </a:extLst>
          </p:cNvPr>
          <p:cNvSpPr/>
          <p:nvPr/>
        </p:nvSpPr>
        <p:spPr>
          <a:xfrm>
            <a:off x="7315200" y="6247117"/>
            <a:ext cx="1910347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en-US" dirty="0"/>
              <a:t>feat/PRJ-777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 txBox="1">
            <a:spLocks noGrp="1"/>
          </p:cNvSpPr>
          <p:nvPr>
            <p:ph type="body" idx="1"/>
          </p:nvPr>
        </p:nvSpPr>
        <p:spPr>
          <a:xfrm>
            <a:off x="2116137" y="16764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rtlCol="0" anchor="t" anchorCtr="0">
            <a:noAutofit/>
          </a:bodyPr>
          <a:lstStyle/>
          <a:p>
            <a:pPr marL="285750" indent="-234950">
              <a:lnSpc>
                <a:spcPct val="100000"/>
              </a:lnSpc>
              <a:spcBef>
                <a:spcPts val="0"/>
              </a:spcBef>
              <a:buClr>
                <a:srgbClr val="EA411A"/>
              </a:buClr>
              <a:buSzPct val="100000"/>
              <a:buNone/>
            </a:pPr>
            <a:endParaRPr sz="1800" b="1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85750" indent="-234950">
              <a:lnSpc>
                <a:spcPct val="100000"/>
              </a:lnSpc>
              <a:spcBef>
                <a:spcPts val="900"/>
              </a:spcBef>
              <a:buClr>
                <a:srgbClr val="EA411A"/>
              </a:buClr>
              <a:buSzPct val="100000"/>
              <a:buNone/>
            </a:pPr>
            <a:endParaRPr sz="1800" b="1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85750" indent="-234950">
              <a:lnSpc>
                <a:spcPct val="100000"/>
              </a:lnSpc>
              <a:buClr>
                <a:srgbClr val="EA411A"/>
              </a:buClr>
              <a:buSzPct val="100000"/>
              <a:buFont typeface="Merriweather"/>
              <a:buChar char="•"/>
            </a:pPr>
            <a:r>
              <a:rPr lang="en-US" sz="2000" b="1">
                <a:solidFill>
                  <a:srgbClr val="5E5E5E"/>
                </a:solidFill>
                <a:latin typeface="Merriweather"/>
                <a:ea typeface="Merriweather"/>
                <a:cs typeface="Merriweather"/>
                <a:sym typeface="Merriweather"/>
              </a:rPr>
              <a:t>Do not rebase commits that you have pushed to a public repository.</a:t>
            </a:r>
          </a:p>
          <a:p>
            <a:pPr marL="285750" indent="-234950">
              <a:lnSpc>
                <a:spcPct val="100000"/>
              </a:lnSpc>
              <a:spcBef>
                <a:spcPts val="900"/>
              </a:spcBef>
              <a:buClr>
                <a:srgbClr val="EA411A"/>
              </a:buClr>
              <a:buSzPct val="25000"/>
              <a:buNone/>
            </a:pPr>
            <a:r>
              <a:rPr lang="en-US" sz="18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If you follow that guideline, you’ll be fine. If you don’t, people will hate you, and you’ll be scorned by friends and family.</a:t>
            </a:r>
          </a:p>
          <a:p>
            <a:pPr marL="285750" indent="-234950">
              <a:lnSpc>
                <a:spcPct val="100000"/>
              </a:lnSpc>
              <a:spcBef>
                <a:spcPts val="900"/>
              </a:spcBef>
              <a:buClr>
                <a:srgbClr val="EA411A"/>
              </a:buClr>
              <a:buSzPct val="100000"/>
              <a:buNone/>
            </a:pPr>
            <a:endParaRPr sz="1800" b="1">
              <a:solidFill>
                <a:srgbClr val="0070C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85750" indent="-234950">
              <a:lnSpc>
                <a:spcPct val="100000"/>
              </a:lnSpc>
              <a:spcBef>
                <a:spcPts val="900"/>
              </a:spcBef>
              <a:buClr>
                <a:srgbClr val="EA411A"/>
              </a:buClr>
              <a:buSzPct val="100000"/>
              <a:buNone/>
            </a:pPr>
            <a:endParaRPr sz="1800" b="1">
              <a:solidFill>
                <a:srgbClr val="0070C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>
              <a:spcBef>
                <a:spcPts val="900"/>
              </a:spcBef>
              <a:buClr>
                <a:srgbClr val="EA411A"/>
              </a:buClr>
              <a:buSzPct val="100000"/>
              <a:buNone/>
            </a:pPr>
            <a:endParaRPr sz="1800" b="1">
              <a:solidFill>
                <a:srgbClr val="0070C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83" name="Shape 483"/>
          <p:cNvSpPr txBox="1">
            <a:spLocks noGrp="1"/>
          </p:cNvSpPr>
          <p:nvPr>
            <p:ph type="title"/>
          </p:nvPr>
        </p:nvSpPr>
        <p:spPr>
          <a:xfrm>
            <a:off x="2116137" y="533400"/>
            <a:ext cx="8229600" cy="7587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ct val="25000"/>
            </a:pPr>
            <a:r>
              <a:rPr lang="en-US" sz="34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Perils of rebase</a:t>
            </a:r>
          </a:p>
        </p:txBody>
      </p:sp>
      <p:sp>
        <p:nvSpPr>
          <p:cNvPr id="484" name="Shape 484"/>
          <p:cNvSpPr txBox="1"/>
          <p:nvPr/>
        </p:nvSpPr>
        <p:spPr>
          <a:xfrm>
            <a:off x="8001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>
              <a:buClr>
                <a:schemeClr val="lt2"/>
              </a:buClr>
              <a:buSzPct val="25000"/>
            </a:pPr>
            <a:r>
              <a:rPr lang="en-US" sz="7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485" name="Shape 485"/>
          <p:cNvSpPr txBox="1"/>
          <p:nvPr/>
        </p:nvSpPr>
        <p:spPr>
          <a:xfrm>
            <a:off x="9601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algn="r">
              <a:buClr>
                <a:schemeClr val="lt2"/>
              </a:buClr>
              <a:buSzPct val="25000"/>
            </a:pPr>
            <a:fld id="{00000000-1234-1234-1234-123412341234}" type="slidenum">
              <a:rPr lang="en-US" sz="7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pPr algn="r">
                <a:buClr>
                  <a:schemeClr val="lt2"/>
                </a:buClr>
                <a:buSzPct val="25000"/>
              </a:pPr>
              <a:t>10</a:t>
            </a:fld>
            <a:endParaRPr lang="en-US" sz="7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536</Words>
  <Application>Microsoft Macintosh PowerPoint</Application>
  <PresentationFormat>Widescreen</PresentationFormat>
  <Paragraphs>194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Merriweather</vt:lpstr>
      <vt:lpstr>Office Theme</vt:lpstr>
      <vt:lpstr>Git Rebase in local repo</vt:lpstr>
      <vt:lpstr>Rebasing Remote Tracking Branch</vt:lpstr>
      <vt:lpstr>Rebasing Remote Tracking Branch</vt:lpstr>
      <vt:lpstr>Rebasing Remote Tracking Branch</vt:lpstr>
      <vt:lpstr>Rebasing Remote Tracking Branch</vt:lpstr>
      <vt:lpstr>Rebasing origin/master</vt:lpstr>
      <vt:lpstr>Rebasing Remote Tracking Branch</vt:lpstr>
      <vt:lpstr>Rebasing Remote Tracking Branch</vt:lpstr>
      <vt:lpstr>Rebasing Remote Tracking Branch</vt:lpstr>
      <vt:lpstr>Perils of rebase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Rebase in local repo</dc:title>
  <dc:creator>Ilya Rokhkin</dc:creator>
  <cp:lastModifiedBy>Ilya Rokhkin</cp:lastModifiedBy>
  <cp:revision>1</cp:revision>
  <dcterms:created xsi:type="dcterms:W3CDTF">2024-03-18T09:29:55Z</dcterms:created>
  <dcterms:modified xsi:type="dcterms:W3CDTF">2024-03-18T09:33:44Z</dcterms:modified>
</cp:coreProperties>
</file>