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0" r:id="rId1"/>
  </p:sldMasterIdLst>
  <p:notesMasterIdLst>
    <p:notesMasterId r:id="rId25"/>
  </p:notesMasterIdLst>
  <p:sldIdLst>
    <p:sldId id="256" r:id="rId2"/>
    <p:sldId id="307" r:id="rId3"/>
    <p:sldId id="346" r:id="rId4"/>
    <p:sldId id="262" r:id="rId5"/>
    <p:sldId id="264" r:id="rId6"/>
    <p:sldId id="266" r:id="rId7"/>
    <p:sldId id="267" r:id="rId8"/>
    <p:sldId id="269" r:id="rId9"/>
    <p:sldId id="271" r:id="rId10"/>
    <p:sldId id="272" r:id="rId11"/>
    <p:sldId id="273" r:id="rId12"/>
    <p:sldId id="274" r:id="rId13"/>
    <p:sldId id="275" r:id="rId14"/>
    <p:sldId id="276" r:id="rId15"/>
    <p:sldId id="277" r:id="rId16"/>
    <p:sldId id="278" r:id="rId17"/>
    <p:sldId id="279" r:id="rId18"/>
    <p:sldId id="297" r:id="rId19"/>
    <p:sldId id="347" r:id="rId20"/>
    <p:sldId id="288" r:id="rId21"/>
    <p:sldId id="289" r:id="rId22"/>
    <p:sldId id="290" r:id="rId23"/>
    <p:sldId id="294" r:id="rId24"/>
  </p:sldIdLst>
  <p:sldSz cx="9144000" cy="6858000" type="screen4x3"/>
  <p:notesSz cx="6934200" cy="9232900"/>
  <p:embeddedFontLst>
    <p:embeddedFont>
      <p:font typeface="Amatic SC" pitchFamily="2" charset="-79"/>
      <p:regular r:id="rId26"/>
      <p:bold r:id="rId27"/>
    </p:embeddedFont>
    <p:embeddedFont>
      <p:font typeface="Merriweather" pitchFamily="2" charset="77"/>
      <p:regular r:id="rId28"/>
      <p:bold r:id="rId29"/>
      <p:italic r:id="rId30"/>
      <p:boldItalic r:id="rId31"/>
    </p:embeddedFont>
    <p:embeddedFont>
      <p:font typeface="Source Code Pro" panose="020B0509030403020204" pitchFamily="49" charset="0"/>
      <p:regular r:id="rId32"/>
      <p:bold r:id="rId33"/>
      <p:italic r:id="rId34"/>
      <p:boldItalic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862"/>
    <p:restoredTop sz="94218"/>
  </p:normalViewPr>
  <p:slideViewPr>
    <p:cSldViewPr>
      <p:cViewPr varScale="1">
        <p:scale>
          <a:sx n="74" d="100"/>
          <a:sy n="74" d="100"/>
        </p:scale>
        <p:origin x="944" y="16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openxmlformats.org/officeDocument/2006/relationships/font" Target="fonts/font8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7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font" Target="fonts/font10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05137" cy="461962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5720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64008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Shape 4"/>
          <p:cNvSpPr txBox="1">
            <a:spLocks noGrp="1"/>
          </p:cNvSpPr>
          <p:nvPr>
            <p:ph type="dt" idx="10"/>
          </p:nvPr>
        </p:nvSpPr>
        <p:spPr>
          <a:xfrm>
            <a:off x="3929062" y="0"/>
            <a:ext cx="3005137" cy="461962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5720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64008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Shape 5"/>
          <p:cNvSpPr>
            <a:spLocks noGrp="1" noRot="1" noChangeAspect="1"/>
          </p:cNvSpPr>
          <p:nvPr>
            <p:ph type="sldImg" idx="3"/>
          </p:nvPr>
        </p:nvSpPr>
        <p:spPr>
          <a:xfrm>
            <a:off x="1158875" y="692150"/>
            <a:ext cx="4616450" cy="3462337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med" len="med"/>
            <a:tailEnd type="none" w="med" len="med"/>
          </a:ln>
        </p:spPr>
      </p:sp>
      <p:sp>
        <p:nvSpPr>
          <p:cNvPr id="6" name="Shape 6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buChar char="●"/>
              <a:defRPr sz="1800" b="0" i="0" u="none" strike="noStrike" cap="none"/>
            </a:lvl1pPr>
            <a:lvl2pPr marL="457200" marR="0" lvl="1" indent="0" algn="l" rtl="0">
              <a:spcBef>
                <a:spcPts val="0"/>
              </a:spcBef>
              <a:buChar char="○"/>
              <a:defRPr sz="1800" b="0" i="0" u="none" strike="noStrike" cap="none"/>
            </a:lvl2pPr>
            <a:lvl3pPr marL="914400" marR="0" lvl="2" indent="0" algn="l" rtl="0">
              <a:spcBef>
                <a:spcPts val="0"/>
              </a:spcBef>
              <a:buChar char="■"/>
              <a:defRPr sz="1800" b="0" i="0" u="none" strike="noStrike" cap="none"/>
            </a:lvl3pPr>
            <a:lvl4pPr marL="1371600" marR="0" lvl="3" indent="0" algn="l" rtl="0">
              <a:spcBef>
                <a:spcPts val="0"/>
              </a:spcBef>
              <a:buChar char="●"/>
              <a:defRPr sz="1800" b="0" i="0" u="none" strike="noStrike" cap="none"/>
            </a:lvl4pPr>
            <a:lvl5pPr marL="1828800" marR="0" lvl="4" indent="0" algn="l" rtl="0">
              <a:spcBef>
                <a:spcPts val="0"/>
              </a:spcBef>
              <a:buChar char="○"/>
              <a:defRPr sz="1800" b="0" i="0" u="none" strike="noStrike" cap="none"/>
            </a:lvl5pPr>
            <a:lvl6pPr marL="2286000" marR="0" lvl="5" indent="0" algn="l" rtl="0">
              <a:spcBef>
                <a:spcPts val="0"/>
              </a:spcBef>
              <a:buChar char="■"/>
              <a:defRPr sz="1800" b="0" i="0" u="none" strike="noStrike" cap="none"/>
            </a:lvl6pPr>
            <a:lvl7pPr marL="2743200" marR="0" lvl="6" indent="0" algn="l" rtl="0">
              <a:spcBef>
                <a:spcPts val="0"/>
              </a:spcBef>
              <a:buChar char="●"/>
              <a:defRPr sz="1800" b="0" i="0" u="none" strike="noStrike" cap="none"/>
            </a:lvl7pPr>
            <a:lvl8pPr marL="3200400" marR="0" lvl="7" indent="0" algn="l" rtl="0">
              <a:spcBef>
                <a:spcPts val="0"/>
              </a:spcBef>
              <a:buChar char="○"/>
              <a:defRPr sz="1800" b="0" i="0" u="none" strike="noStrike" cap="none"/>
            </a:lvl8pPr>
            <a:lvl9pPr marL="3657600" marR="0" lvl="8" indent="0" algn="l" rtl="0">
              <a:spcBef>
                <a:spcPts val="0"/>
              </a:spcBef>
              <a:buChar char="■"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ftr" idx="11"/>
          </p:nvPr>
        </p:nvSpPr>
        <p:spPr>
          <a:xfrm>
            <a:off x="0" y="8770937"/>
            <a:ext cx="3005137" cy="461962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5720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64008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37" cy="461962"/>
          </a:xfrm>
          <a:prstGeom prst="rect">
            <a:avLst/>
          </a:prstGeom>
          <a:noFill/>
          <a:ln>
            <a:noFill/>
          </a:ln>
        </p:spPr>
        <p:txBody>
          <a:bodyPr wrap="square" lIns="92375" tIns="46175" rIns="92375" bIns="46175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lang="en-US"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71940504"/>
      </p:ext>
    </p:extLst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Shape 63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4" name="Shape 64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69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70" name="Shape 7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Shape 104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05" name="Shape 105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Shape 120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21" name="Shape 121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3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34" name="Shape 134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Shape 141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Shape 142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43" name="Shape 143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Shape 161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62" name="Shape 162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Shape 1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8" name="Shape 1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Shape 217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Shape 218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219" name="Shape 219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Shape 25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Shape 251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252" name="Shape 252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Shape 285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Shape 286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287" name="Shape 287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Shape 323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4" name="Shape 324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325" name="Shape 325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Shape 361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2" name="Shape 362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363" name="Shape 363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Shape 40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Shape 401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402" name="Shape 402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Shape 44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1" name="Shape 441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442" name="Shape 442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Shape 479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480" name="Shape 48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Shape 626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27" name="Shape 627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>
          <a:extLst>
            <a:ext uri="{FF2B5EF4-FFF2-40B4-BE49-F238E27FC236}">
              <a16:creationId xmlns:a16="http://schemas.microsoft.com/office/drawing/2014/main" id="{9EFE68DE-D7C5-C2E7-C6F5-B2DC23539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Shape 626">
            <a:extLst>
              <a:ext uri="{FF2B5EF4-FFF2-40B4-BE49-F238E27FC236}">
                <a16:creationId xmlns:a16="http://schemas.microsoft.com/office/drawing/2014/main" id="{542238CE-9B3D-6EB1-3E34-FA34A6DBAA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27" name="Shape 627">
            <a:extLst>
              <a:ext uri="{FF2B5EF4-FFF2-40B4-BE49-F238E27FC236}">
                <a16:creationId xmlns:a16="http://schemas.microsoft.com/office/drawing/2014/main" id="{AF877D81-0322-B02D-4201-50342E465A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3415874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Shape 554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55" name="Shape 555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Shape 562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63" name="Shape 563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Shape 57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1" name="Shape 571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72" name="Shape 572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22</a:t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Shape 603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04" name="Shape 604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bg>
      <p:bgPr>
        <a:solidFill>
          <a:schemeClr val="dk1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14"/>
          <p:cNvSpPr/>
          <p:nvPr/>
        </p:nvSpPr>
        <p:spPr>
          <a:xfrm>
            <a:off x="0" y="0"/>
            <a:ext cx="9144000" cy="4572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5" name="Shape 15"/>
          <p:cNvSpPr txBox="1">
            <a:spLocks noGrp="1"/>
          </p:cNvSpPr>
          <p:nvPr>
            <p:ph type="ctrTitle"/>
          </p:nvPr>
        </p:nvSpPr>
        <p:spPr>
          <a:xfrm>
            <a:off x="311700" y="522867"/>
            <a:ext cx="8520600" cy="3587100"/>
          </a:xfrm>
          <a:prstGeom prst="rect">
            <a:avLst/>
          </a:prstGeom>
        </p:spPr>
        <p:txBody>
          <a:bodyPr wrap="square" lIns="91425" tIns="91425" rIns="91425" bIns="91425" anchor="ctr" anchorCtr="0"/>
          <a:lstStyle>
            <a:lvl1pPr lvl="0" algn="ctr">
              <a:spcBef>
                <a:spcPts val="0"/>
              </a:spcBef>
              <a:buSzPct val="100000"/>
              <a:defRPr sz="8000"/>
            </a:lvl1pPr>
            <a:lvl2pPr lvl="1" algn="ctr">
              <a:spcBef>
                <a:spcPts val="0"/>
              </a:spcBef>
              <a:buSzPct val="100000"/>
              <a:defRPr sz="8000"/>
            </a:lvl2pPr>
            <a:lvl3pPr lvl="2" algn="ctr">
              <a:spcBef>
                <a:spcPts val="0"/>
              </a:spcBef>
              <a:buSzPct val="100000"/>
              <a:defRPr sz="8000"/>
            </a:lvl3pPr>
            <a:lvl4pPr lvl="3" algn="ctr">
              <a:spcBef>
                <a:spcPts val="0"/>
              </a:spcBef>
              <a:buSzPct val="100000"/>
              <a:defRPr sz="8000"/>
            </a:lvl4pPr>
            <a:lvl5pPr lvl="4" algn="ctr">
              <a:spcBef>
                <a:spcPts val="0"/>
              </a:spcBef>
              <a:buSzPct val="100000"/>
              <a:defRPr sz="8000"/>
            </a:lvl5pPr>
            <a:lvl6pPr lvl="5" algn="ctr">
              <a:spcBef>
                <a:spcPts val="0"/>
              </a:spcBef>
              <a:buSzPct val="100000"/>
              <a:defRPr sz="8000"/>
            </a:lvl6pPr>
            <a:lvl7pPr lvl="6" algn="ctr">
              <a:spcBef>
                <a:spcPts val="0"/>
              </a:spcBef>
              <a:buSzPct val="100000"/>
              <a:defRPr sz="8000"/>
            </a:lvl7pPr>
            <a:lvl8pPr lvl="7" algn="ctr">
              <a:spcBef>
                <a:spcPts val="0"/>
              </a:spcBef>
              <a:buSzPct val="100000"/>
              <a:defRPr sz="8000"/>
            </a:lvl8pPr>
            <a:lvl9pPr lvl="8" algn="ctr">
              <a:spcBef>
                <a:spcPts val="0"/>
              </a:spcBef>
              <a:buSzPct val="100000"/>
              <a:defRPr sz="8000"/>
            </a:lvl9pPr>
          </a:lstStyle>
          <a:p>
            <a:endParaRPr/>
          </a:p>
        </p:txBody>
      </p:sp>
      <p:sp>
        <p:nvSpPr>
          <p:cNvPr id="16" name="Shape 16"/>
          <p:cNvSpPr txBox="1">
            <a:spLocks noGrp="1"/>
          </p:cNvSpPr>
          <p:nvPr>
            <p:ph type="subTitle" idx="1"/>
          </p:nvPr>
        </p:nvSpPr>
        <p:spPr>
          <a:xfrm>
            <a:off x="311700" y="5187200"/>
            <a:ext cx="8520600" cy="941700"/>
          </a:xfrm>
          <a:prstGeom prst="rect">
            <a:avLst/>
          </a:prstGeom>
        </p:spPr>
        <p:txBody>
          <a:bodyPr wrap="square" lIns="91425" tIns="91425" rIns="91425" bIns="91425" anchor="ctr" anchorCtr="0"/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7" name="Shape 17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bg>
      <p:bgPr>
        <a:solidFill>
          <a:schemeClr val="dk1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19"/>
          <p:cNvSpPr txBox="1">
            <a:spLocks noGrp="1"/>
          </p:cNvSpPr>
          <p:nvPr>
            <p:ph type="title"/>
          </p:nvPr>
        </p:nvSpPr>
        <p:spPr>
          <a:xfrm>
            <a:off x="2802750" y="1070000"/>
            <a:ext cx="3538500" cy="4718100"/>
          </a:xfrm>
          <a:prstGeom prst="rect">
            <a:avLst/>
          </a:prstGeom>
          <a:solidFill>
            <a:srgbClr val="FFFFFF"/>
          </a:solidFill>
        </p:spPr>
        <p:txBody>
          <a:bodyPr wrap="square" lIns="91425" tIns="91425" rIns="91425" bIns="91425" anchor="ctr" anchorCtr="0"/>
          <a:lstStyle>
            <a:lvl1pPr lvl="0" algn="ctr">
              <a:spcBef>
                <a:spcPts val="0"/>
              </a:spcBef>
              <a:buSzPct val="100000"/>
              <a:defRPr sz="4800"/>
            </a:lvl1pPr>
            <a:lvl2pPr lvl="1" algn="ctr">
              <a:spcBef>
                <a:spcPts val="0"/>
              </a:spcBef>
              <a:buSzPct val="100000"/>
              <a:defRPr sz="4800"/>
            </a:lvl2pPr>
            <a:lvl3pPr lvl="2" algn="ctr">
              <a:spcBef>
                <a:spcPts val="0"/>
              </a:spcBef>
              <a:buSzPct val="100000"/>
              <a:defRPr sz="4800"/>
            </a:lvl3pPr>
            <a:lvl4pPr lvl="3" algn="ctr">
              <a:spcBef>
                <a:spcPts val="0"/>
              </a:spcBef>
              <a:buSzPct val="100000"/>
              <a:defRPr sz="4800"/>
            </a:lvl4pPr>
            <a:lvl5pPr lvl="4" algn="ctr">
              <a:spcBef>
                <a:spcPts val="0"/>
              </a:spcBef>
              <a:buSzPct val="100000"/>
              <a:defRPr sz="4800"/>
            </a:lvl5pPr>
            <a:lvl6pPr lvl="5" algn="ctr">
              <a:spcBef>
                <a:spcPts val="0"/>
              </a:spcBef>
              <a:buSzPct val="100000"/>
              <a:defRPr sz="4800"/>
            </a:lvl6pPr>
            <a:lvl7pPr lvl="6" algn="ctr">
              <a:spcBef>
                <a:spcPts val="0"/>
              </a:spcBef>
              <a:buSzPct val="100000"/>
              <a:defRPr sz="4800"/>
            </a:lvl7pPr>
            <a:lvl8pPr lvl="7" algn="ctr">
              <a:spcBef>
                <a:spcPts val="0"/>
              </a:spcBef>
              <a:buSzPct val="100000"/>
              <a:defRPr sz="4800"/>
            </a:lvl8pPr>
            <a:lvl9pPr lvl="8" algn="ctr">
              <a:spcBef>
                <a:spcPts val="0"/>
              </a:spcBef>
              <a:buSzPct val="100000"/>
              <a:defRPr sz="4800"/>
            </a:lvl9pPr>
          </a:lstStyle>
          <a:p>
            <a:endParaRPr/>
          </a:p>
        </p:txBody>
      </p:sp>
      <p:sp>
        <p:nvSpPr>
          <p:cNvPr id="20" name="Shape 20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bod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 txBox="1">
            <a:spLocks noGrp="1"/>
          </p:cNvSpPr>
          <p:nvPr>
            <p:ph type="title"/>
          </p:nvPr>
        </p:nvSpPr>
        <p:spPr>
          <a:xfrm>
            <a:off x="311700" y="390467"/>
            <a:ext cx="8520600" cy="10680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defRPr/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defRPr/>
            </a:lvl4pPr>
            <a:lvl5pPr lvl="4">
              <a:spcBef>
                <a:spcPts val="0"/>
              </a:spcBef>
              <a:defRPr/>
            </a:lvl5pPr>
            <a:lvl6pPr lvl="5">
              <a:spcBef>
                <a:spcPts val="0"/>
              </a:spcBef>
              <a:defRPr/>
            </a:lvl6pPr>
            <a:lvl7pPr lvl="6">
              <a:spcBef>
                <a:spcPts val="0"/>
              </a:spcBef>
              <a:defRPr/>
            </a:lvl7pPr>
            <a:lvl8pPr lvl="7">
              <a:spcBef>
                <a:spcPts val="0"/>
              </a:spcBef>
              <a:defRPr/>
            </a:lvl8pPr>
            <a:lvl9pPr lvl="8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23" name="Shape 23"/>
          <p:cNvSpPr txBox="1">
            <a:spLocks noGrp="1"/>
          </p:cNvSpPr>
          <p:nvPr>
            <p:ph type="body" idx="1"/>
          </p:nvPr>
        </p:nvSpPr>
        <p:spPr>
          <a:xfrm>
            <a:off x="311700" y="1638233"/>
            <a:ext cx="8520600" cy="44535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defRPr/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defRPr/>
            </a:lvl4pPr>
            <a:lvl5pPr lvl="4">
              <a:spcBef>
                <a:spcPts val="0"/>
              </a:spcBef>
              <a:defRPr/>
            </a:lvl5pPr>
            <a:lvl6pPr lvl="5">
              <a:spcBef>
                <a:spcPts val="0"/>
              </a:spcBef>
              <a:defRPr/>
            </a:lvl6pPr>
            <a:lvl7pPr lvl="6">
              <a:spcBef>
                <a:spcPts val="0"/>
              </a:spcBef>
              <a:defRPr/>
            </a:lvl7pPr>
            <a:lvl8pPr lvl="7">
              <a:spcBef>
                <a:spcPts val="0"/>
              </a:spcBef>
              <a:defRPr/>
            </a:lvl8pPr>
            <a:lvl9pPr lvl="8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24" name="Shape 2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itle and two 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26"/>
          <p:cNvSpPr txBox="1">
            <a:spLocks noGrp="1"/>
          </p:cNvSpPr>
          <p:nvPr>
            <p:ph type="title"/>
          </p:nvPr>
        </p:nvSpPr>
        <p:spPr>
          <a:xfrm>
            <a:off x="311700" y="390467"/>
            <a:ext cx="8520600" cy="10680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defRPr/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defRPr/>
            </a:lvl4pPr>
            <a:lvl5pPr lvl="4">
              <a:spcBef>
                <a:spcPts val="0"/>
              </a:spcBef>
              <a:defRPr/>
            </a:lvl5pPr>
            <a:lvl6pPr lvl="5">
              <a:spcBef>
                <a:spcPts val="0"/>
              </a:spcBef>
              <a:defRPr/>
            </a:lvl6pPr>
            <a:lvl7pPr lvl="6">
              <a:spcBef>
                <a:spcPts val="0"/>
              </a:spcBef>
              <a:defRPr/>
            </a:lvl7pPr>
            <a:lvl8pPr lvl="7">
              <a:spcBef>
                <a:spcPts val="0"/>
              </a:spcBef>
              <a:defRPr/>
            </a:lvl8pPr>
            <a:lvl9pPr lvl="8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27" name="Shape 27"/>
          <p:cNvSpPr txBox="1">
            <a:spLocks noGrp="1"/>
          </p:cNvSpPr>
          <p:nvPr>
            <p:ph type="body" idx="1"/>
          </p:nvPr>
        </p:nvSpPr>
        <p:spPr>
          <a:xfrm>
            <a:off x="311700" y="1638233"/>
            <a:ext cx="3999900" cy="44535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buSzPct val="100000"/>
              <a:defRPr sz="1400"/>
            </a:lvl1pPr>
            <a:lvl2pPr lvl="1">
              <a:spcBef>
                <a:spcPts val="0"/>
              </a:spcBef>
              <a:buSzPct val="100000"/>
              <a:defRPr sz="1200"/>
            </a:lvl2pPr>
            <a:lvl3pPr lvl="2">
              <a:spcBef>
                <a:spcPts val="0"/>
              </a:spcBef>
              <a:buSzPct val="100000"/>
              <a:defRPr sz="1200"/>
            </a:lvl3pPr>
            <a:lvl4pPr lvl="3">
              <a:spcBef>
                <a:spcPts val="0"/>
              </a:spcBef>
              <a:buSzPct val="100000"/>
              <a:defRPr sz="1200"/>
            </a:lvl4pPr>
            <a:lvl5pPr lvl="4">
              <a:spcBef>
                <a:spcPts val="0"/>
              </a:spcBef>
              <a:buSzPct val="100000"/>
              <a:defRPr sz="1200"/>
            </a:lvl5pPr>
            <a:lvl6pPr lvl="5">
              <a:spcBef>
                <a:spcPts val="0"/>
              </a:spcBef>
              <a:buSzPct val="100000"/>
              <a:defRPr sz="1200"/>
            </a:lvl6pPr>
            <a:lvl7pPr lvl="6">
              <a:spcBef>
                <a:spcPts val="0"/>
              </a:spcBef>
              <a:buSzPct val="100000"/>
              <a:defRPr sz="1200"/>
            </a:lvl7pPr>
            <a:lvl8pPr lvl="7">
              <a:spcBef>
                <a:spcPts val="0"/>
              </a:spcBef>
              <a:buSzPct val="100000"/>
              <a:defRPr sz="1200"/>
            </a:lvl8pPr>
            <a:lvl9pPr lvl="8">
              <a:spcBef>
                <a:spcPts val="0"/>
              </a:spcBef>
              <a:buSzPct val="100000"/>
              <a:defRPr sz="1200"/>
            </a:lvl9pPr>
          </a:lstStyle>
          <a:p>
            <a:endParaRPr/>
          </a:p>
        </p:txBody>
      </p:sp>
      <p:sp>
        <p:nvSpPr>
          <p:cNvPr id="28" name="Shape 28"/>
          <p:cNvSpPr txBox="1">
            <a:spLocks noGrp="1"/>
          </p:cNvSpPr>
          <p:nvPr>
            <p:ph type="body" idx="2"/>
          </p:nvPr>
        </p:nvSpPr>
        <p:spPr>
          <a:xfrm>
            <a:off x="4832400" y="1638233"/>
            <a:ext cx="3999900" cy="44535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buSzPct val="100000"/>
              <a:defRPr sz="1400"/>
            </a:lvl1pPr>
            <a:lvl2pPr lvl="1">
              <a:spcBef>
                <a:spcPts val="0"/>
              </a:spcBef>
              <a:buSzPct val="100000"/>
              <a:defRPr sz="1200"/>
            </a:lvl2pPr>
            <a:lvl3pPr lvl="2">
              <a:spcBef>
                <a:spcPts val="0"/>
              </a:spcBef>
              <a:buSzPct val="100000"/>
              <a:defRPr sz="1200"/>
            </a:lvl3pPr>
            <a:lvl4pPr lvl="3">
              <a:spcBef>
                <a:spcPts val="0"/>
              </a:spcBef>
              <a:buSzPct val="100000"/>
              <a:defRPr sz="1200"/>
            </a:lvl4pPr>
            <a:lvl5pPr lvl="4">
              <a:spcBef>
                <a:spcPts val="0"/>
              </a:spcBef>
              <a:buSzPct val="100000"/>
              <a:defRPr sz="1200"/>
            </a:lvl5pPr>
            <a:lvl6pPr lvl="5">
              <a:spcBef>
                <a:spcPts val="0"/>
              </a:spcBef>
              <a:buSzPct val="100000"/>
              <a:defRPr sz="1200"/>
            </a:lvl6pPr>
            <a:lvl7pPr lvl="6">
              <a:spcBef>
                <a:spcPts val="0"/>
              </a:spcBef>
              <a:buSzPct val="100000"/>
              <a:defRPr sz="1200"/>
            </a:lvl7pPr>
            <a:lvl8pPr lvl="7">
              <a:spcBef>
                <a:spcPts val="0"/>
              </a:spcBef>
              <a:buSzPct val="100000"/>
              <a:defRPr sz="1200"/>
            </a:lvl8pPr>
            <a:lvl9pPr lvl="8">
              <a:spcBef>
                <a:spcPts val="0"/>
              </a:spcBef>
              <a:buSzPct val="100000"/>
              <a:defRPr sz="1200"/>
            </a:lvl9pPr>
          </a:lstStyle>
          <a:p>
            <a:endParaRPr/>
          </a:p>
        </p:txBody>
      </p:sp>
      <p:sp>
        <p:nvSpPr>
          <p:cNvPr id="29" name="Shape 2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31"/>
          <p:cNvSpPr txBox="1">
            <a:spLocks noGrp="1"/>
          </p:cNvSpPr>
          <p:nvPr>
            <p:ph type="title"/>
          </p:nvPr>
        </p:nvSpPr>
        <p:spPr>
          <a:xfrm>
            <a:off x="304800" y="412467"/>
            <a:ext cx="8537700" cy="9975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buSzPct val="100000"/>
              <a:defRPr sz="4000"/>
            </a:lvl1pPr>
            <a:lvl2pPr lvl="1">
              <a:spcBef>
                <a:spcPts val="0"/>
              </a:spcBef>
              <a:buSzPct val="100000"/>
              <a:defRPr sz="4000"/>
            </a:lvl2pPr>
            <a:lvl3pPr lvl="2">
              <a:spcBef>
                <a:spcPts val="0"/>
              </a:spcBef>
              <a:buSzPct val="100000"/>
              <a:defRPr sz="4000"/>
            </a:lvl3pPr>
            <a:lvl4pPr lvl="3">
              <a:spcBef>
                <a:spcPts val="0"/>
              </a:spcBef>
              <a:buSzPct val="100000"/>
              <a:defRPr sz="4000"/>
            </a:lvl4pPr>
            <a:lvl5pPr lvl="4">
              <a:spcBef>
                <a:spcPts val="0"/>
              </a:spcBef>
              <a:buSzPct val="100000"/>
              <a:defRPr sz="4000"/>
            </a:lvl5pPr>
            <a:lvl6pPr lvl="5">
              <a:spcBef>
                <a:spcPts val="0"/>
              </a:spcBef>
              <a:buSzPct val="100000"/>
              <a:defRPr sz="4000"/>
            </a:lvl6pPr>
            <a:lvl7pPr lvl="6">
              <a:spcBef>
                <a:spcPts val="0"/>
              </a:spcBef>
              <a:buSzPct val="100000"/>
              <a:defRPr sz="4000"/>
            </a:lvl7pPr>
            <a:lvl8pPr lvl="7">
              <a:spcBef>
                <a:spcPts val="0"/>
              </a:spcBef>
              <a:buSzPct val="100000"/>
              <a:defRPr sz="4000"/>
            </a:lvl8pPr>
            <a:lvl9pPr lvl="8">
              <a:spcBef>
                <a:spcPts val="0"/>
              </a:spcBef>
              <a:buSzPct val="100000"/>
              <a:defRPr sz="4000"/>
            </a:lvl9pPr>
          </a:lstStyle>
          <a:p>
            <a:endParaRPr/>
          </a:p>
        </p:txBody>
      </p:sp>
      <p:sp>
        <p:nvSpPr>
          <p:cNvPr id="32" name="Shape 3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One column 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hape 34"/>
          <p:cNvSpPr txBox="1">
            <a:spLocks noGrp="1"/>
          </p:cNvSpPr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wrap="square" lIns="91425" tIns="91425" rIns="91425" bIns="91425" anchor="b" anchorCtr="0"/>
          <a:lstStyle>
            <a:lvl1pPr lvl="0">
              <a:spcBef>
                <a:spcPts val="0"/>
              </a:spcBef>
              <a:buSzPct val="100000"/>
              <a:defRPr sz="3000"/>
            </a:lvl1pPr>
            <a:lvl2pPr lvl="1">
              <a:spcBef>
                <a:spcPts val="0"/>
              </a:spcBef>
              <a:buSzPct val="100000"/>
              <a:defRPr sz="3000"/>
            </a:lvl2pPr>
            <a:lvl3pPr lvl="2">
              <a:spcBef>
                <a:spcPts val="0"/>
              </a:spcBef>
              <a:buSzPct val="100000"/>
              <a:defRPr sz="3000"/>
            </a:lvl3pPr>
            <a:lvl4pPr lvl="3">
              <a:spcBef>
                <a:spcPts val="0"/>
              </a:spcBef>
              <a:buSzPct val="100000"/>
              <a:defRPr sz="3000"/>
            </a:lvl4pPr>
            <a:lvl5pPr lvl="4">
              <a:spcBef>
                <a:spcPts val="0"/>
              </a:spcBef>
              <a:buSzPct val="100000"/>
              <a:defRPr sz="3000"/>
            </a:lvl5pPr>
            <a:lvl6pPr lvl="5">
              <a:spcBef>
                <a:spcPts val="0"/>
              </a:spcBef>
              <a:buSzPct val="100000"/>
              <a:defRPr sz="3000"/>
            </a:lvl6pPr>
            <a:lvl7pPr lvl="6">
              <a:spcBef>
                <a:spcPts val="0"/>
              </a:spcBef>
              <a:buSzPct val="100000"/>
              <a:defRPr sz="3000"/>
            </a:lvl7pPr>
            <a:lvl8pPr lvl="7">
              <a:spcBef>
                <a:spcPts val="0"/>
              </a:spcBef>
              <a:buSzPct val="100000"/>
              <a:defRPr sz="3000"/>
            </a:lvl8pPr>
            <a:lvl9pPr lvl="8">
              <a:spcBef>
                <a:spcPts val="0"/>
              </a:spcBef>
              <a:buSzPct val="100000"/>
              <a:defRPr sz="3000"/>
            </a:lvl9pPr>
          </a:lstStyle>
          <a:p>
            <a:endParaRPr/>
          </a:p>
        </p:txBody>
      </p:sp>
      <p:sp>
        <p:nvSpPr>
          <p:cNvPr id="35" name="Shape 35"/>
          <p:cNvSpPr txBox="1">
            <a:spLocks noGrp="1"/>
          </p:cNvSpPr>
          <p:nvPr>
            <p:ph type="body" idx="1"/>
          </p:nvPr>
        </p:nvSpPr>
        <p:spPr>
          <a:xfrm>
            <a:off x="311700" y="1852800"/>
            <a:ext cx="2808000" cy="42393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buSzPct val="100000"/>
              <a:defRPr sz="1200"/>
            </a:lvl1pPr>
            <a:lvl2pPr lvl="1">
              <a:spcBef>
                <a:spcPts val="0"/>
              </a:spcBef>
              <a:buSzPct val="100000"/>
              <a:defRPr sz="1200"/>
            </a:lvl2pPr>
            <a:lvl3pPr lvl="2">
              <a:spcBef>
                <a:spcPts val="0"/>
              </a:spcBef>
              <a:buSzPct val="100000"/>
              <a:defRPr sz="1200"/>
            </a:lvl3pPr>
            <a:lvl4pPr lvl="3">
              <a:spcBef>
                <a:spcPts val="0"/>
              </a:spcBef>
              <a:buSzPct val="100000"/>
              <a:defRPr sz="1200"/>
            </a:lvl4pPr>
            <a:lvl5pPr lvl="4">
              <a:spcBef>
                <a:spcPts val="0"/>
              </a:spcBef>
              <a:buSzPct val="100000"/>
              <a:defRPr sz="1200"/>
            </a:lvl5pPr>
            <a:lvl6pPr lvl="5">
              <a:spcBef>
                <a:spcPts val="0"/>
              </a:spcBef>
              <a:buSzPct val="100000"/>
              <a:defRPr sz="1200"/>
            </a:lvl6pPr>
            <a:lvl7pPr lvl="6">
              <a:spcBef>
                <a:spcPts val="0"/>
              </a:spcBef>
              <a:buSzPct val="100000"/>
              <a:defRPr sz="1200"/>
            </a:lvl7pPr>
            <a:lvl8pPr lvl="7">
              <a:spcBef>
                <a:spcPts val="0"/>
              </a:spcBef>
              <a:buSzPct val="100000"/>
              <a:defRPr sz="1200"/>
            </a:lvl8pPr>
            <a:lvl9pPr lvl="8">
              <a:spcBef>
                <a:spcPts val="0"/>
              </a:spcBef>
              <a:buSzPct val="100000"/>
              <a:defRPr sz="1200"/>
            </a:lvl9pPr>
          </a:lstStyle>
          <a:p>
            <a:endParaRPr/>
          </a:p>
        </p:txBody>
      </p:sp>
      <p:sp>
        <p:nvSpPr>
          <p:cNvPr id="36" name="Shape 3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in point">
    <p:bg>
      <p:bgPr>
        <a:solidFill>
          <a:schemeClr val="accent4"/>
        </a:solid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hape 38"/>
          <p:cNvSpPr txBox="1">
            <a:spLocks noGrp="1"/>
          </p:cNvSpPr>
          <p:nvPr>
            <p:ph type="title"/>
          </p:nvPr>
        </p:nvSpPr>
        <p:spPr>
          <a:xfrm>
            <a:off x="490250" y="701800"/>
            <a:ext cx="5618700" cy="5454300"/>
          </a:xfrm>
          <a:prstGeom prst="rect">
            <a:avLst/>
          </a:prstGeom>
        </p:spPr>
        <p:txBody>
          <a:bodyPr wrap="square" lIns="91425" tIns="91425" rIns="91425" bIns="91425" anchor="ctr" anchorCtr="0"/>
          <a:lstStyle>
            <a:lvl1pPr lvl="0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" name="Shape 3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>
                <a:solidFill>
                  <a:schemeClr val="lt1"/>
                </a:solidFill>
              </a:rPr>
              <a:t>‹#›</a:t>
            </a:fld>
            <a:endParaRPr lang="en-US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title and description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41"/>
          <p:cNvSpPr/>
          <p:nvPr/>
        </p:nvSpPr>
        <p:spPr>
          <a:xfrm>
            <a:off x="4572000" y="-33"/>
            <a:ext cx="4572000" cy="6858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cxnSp>
        <p:nvCxnSpPr>
          <p:cNvPr id="42" name="Shape 42"/>
          <p:cNvCxnSpPr/>
          <p:nvPr/>
        </p:nvCxnSpPr>
        <p:spPr>
          <a:xfrm>
            <a:off x="5029675" y="5994000"/>
            <a:ext cx="468300" cy="0"/>
          </a:xfrm>
          <a:prstGeom prst="straightConnector1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3" name="Shape 43"/>
          <p:cNvSpPr txBox="1">
            <a:spLocks noGrp="1"/>
          </p:cNvSpPr>
          <p:nvPr>
            <p:ph type="title"/>
          </p:nvPr>
        </p:nvSpPr>
        <p:spPr>
          <a:xfrm>
            <a:off x="265500" y="1441867"/>
            <a:ext cx="4045200" cy="2280300"/>
          </a:xfrm>
          <a:prstGeom prst="rect">
            <a:avLst/>
          </a:prstGeom>
        </p:spPr>
        <p:txBody>
          <a:bodyPr wrap="square" lIns="91425" tIns="91425" rIns="91425" bIns="91425" anchor="b" anchorCtr="0"/>
          <a:lstStyle>
            <a:lvl1pPr lvl="0" algn="ctr">
              <a:spcBef>
                <a:spcPts val="0"/>
              </a:spcBef>
              <a:buSzPct val="100000"/>
              <a:defRPr sz="5400"/>
            </a:lvl1pPr>
            <a:lvl2pPr lvl="1" algn="ctr">
              <a:spcBef>
                <a:spcPts val="0"/>
              </a:spcBef>
              <a:buSzPct val="100000"/>
              <a:defRPr sz="5400"/>
            </a:lvl2pPr>
            <a:lvl3pPr lvl="2" algn="ctr">
              <a:spcBef>
                <a:spcPts val="0"/>
              </a:spcBef>
              <a:buSzPct val="100000"/>
              <a:defRPr sz="5400"/>
            </a:lvl3pPr>
            <a:lvl4pPr lvl="3" algn="ctr">
              <a:spcBef>
                <a:spcPts val="0"/>
              </a:spcBef>
              <a:buSzPct val="100000"/>
              <a:defRPr sz="5400"/>
            </a:lvl4pPr>
            <a:lvl5pPr lvl="4" algn="ctr">
              <a:spcBef>
                <a:spcPts val="0"/>
              </a:spcBef>
              <a:buSzPct val="100000"/>
              <a:defRPr sz="5400"/>
            </a:lvl5pPr>
            <a:lvl6pPr lvl="5" algn="ctr">
              <a:spcBef>
                <a:spcPts val="0"/>
              </a:spcBef>
              <a:buSzPct val="100000"/>
              <a:defRPr sz="5400"/>
            </a:lvl6pPr>
            <a:lvl7pPr lvl="6" algn="ctr">
              <a:spcBef>
                <a:spcPts val="0"/>
              </a:spcBef>
              <a:buSzPct val="100000"/>
              <a:defRPr sz="5400"/>
            </a:lvl7pPr>
            <a:lvl8pPr lvl="7" algn="ctr">
              <a:spcBef>
                <a:spcPts val="0"/>
              </a:spcBef>
              <a:buSzPct val="100000"/>
              <a:defRPr sz="5400"/>
            </a:lvl8pPr>
            <a:lvl9pPr lvl="8" algn="ctr">
              <a:spcBef>
                <a:spcPts val="0"/>
              </a:spcBef>
              <a:buSzPct val="100000"/>
              <a:defRPr sz="5400"/>
            </a:lvl9pPr>
          </a:lstStyle>
          <a:p>
            <a:endParaRPr/>
          </a:p>
        </p:txBody>
      </p:sp>
      <p:sp>
        <p:nvSpPr>
          <p:cNvPr id="44" name="Shape 44"/>
          <p:cNvSpPr txBox="1">
            <a:spLocks noGrp="1"/>
          </p:cNvSpPr>
          <p:nvPr>
            <p:ph type="subTitle" idx="1"/>
          </p:nvPr>
        </p:nvSpPr>
        <p:spPr>
          <a:xfrm>
            <a:off x="265500" y="3793630"/>
            <a:ext cx="4045200" cy="17940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9pPr>
          </a:lstStyle>
          <a:p>
            <a:endParaRPr/>
          </a:p>
        </p:txBody>
      </p:sp>
      <p:sp>
        <p:nvSpPr>
          <p:cNvPr id="45" name="Shape 45"/>
          <p:cNvSpPr txBox="1">
            <a:spLocks noGrp="1"/>
          </p:cNvSpPr>
          <p:nvPr>
            <p:ph type="body" idx="2"/>
          </p:nvPr>
        </p:nvSpPr>
        <p:spPr>
          <a:xfrm>
            <a:off x="4939500" y="965600"/>
            <a:ext cx="3837000" cy="4926900"/>
          </a:xfrm>
          <a:prstGeom prst="rect">
            <a:avLst/>
          </a:prstGeom>
        </p:spPr>
        <p:txBody>
          <a:bodyPr wrap="square" lIns="91425" tIns="91425" rIns="91425" bIns="91425" anchor="ctr" anchorCtr="0"/>
          <a:lstStyle>
            <a:lvl1pPr lvl="0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46" name="Shape 4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aption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Shape 48"/>
          <p:cNvSpPr txBox="1">
            <a:spLocks noGrp="1"/>
          </p:cNvSpPr>
          <p:nvPr>
            <p:ph type="body" idx="1"/>
          </p:nvPr>
        </p:nvSpPr>
        <p:spPr>
          <a:xfrm>
            <a:off x="319500" y="5640767"/>
            <a:ext cx="5998800" cy="798300"/>
          </a:xfrm>
          <a:prstGeom prst="rect">
            <a:avLst/>
          </a:prstGeom>
        </p:spPr>
        <p:txBody>
          <a:bodyPr wrap="square" lIns="91425" tIns="91425" rIns="91425" bIns="91425" anchor="ctr" anchorCtr="0"/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matic SC"/>
              <a:buNone/>
              <a:defRPr sz="24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</a:lstStyle>
          <a:p>
            <a:endParaRPr/>
          </a:p>
        </p:txBody>
      </p:sp>
      <p:sp>
        <p:nvSpPr>
          <p:cNvPr id="49" name="Shape 4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ig number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51"/>
          <p:cNvSpPr txBox="1">
            <a:spLocks noGrp="1"/>
          </p:cNvSpPr>
          <p:nvPr>
            <p:ph type="title"/>
          </p:nvPr>
        </p:nvSpPr>
        <p:spPr>
          <a:xfrm>
            <a:off x="311700" y="1653700"/>
            <a:ext cx="8520600" cy="2642400"/>
          </a:xfrm>
          <a:prstGeom prst="rect">
            <a:avLst/>
          </a:prstGeom>
        </p:spPr>
        <p:txBody>
          <a:bodyPr wrap="square" lIns="91425" tIns="91425" rIns="91425" bIns="91425" anchor="b" anchorCtr="0"/>
          <a:lstStyle>
            <a:lvl1pPr lvl="0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2" name="Shape 52"/>
          <p:cNvSpPr txBox="1">
            <a:spLocks noGrp="1"/>
          </p:cNvSpPr>
          <p:nvPr>
            <p:ph type="body" idx="1"/>
          </p:nvPr>
        </p:nvSpPr>
        <p:spPr>
          <a:xfrm>
            <a:off x="311700" y="4406167"/>
            <a:ext cx="8520600" cy="17343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53" name="Shape 53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55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57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457200" marR="0" lvl="5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914400" marR="0" lvl="6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1371600" marR="0" lvl="7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1828800" marR="0" lvl="8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8" name="Shape 58"/>
          <p:cNvSpPr txBox="1">
            <a:spLocks noGrp="1"/>
          </p:cNvSpPr>
          <p:nvPr>
            <p:ph type="body" idx="1"/>
          </p:nvPr>
        </p:nvSpPr>
        <p:spPr>
          <a:xfrm>
            <a:off x="592137" y="1676400"/>
            <a:ext cx="8229600" cy="4267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228600" marR="0" lvl="0" indent="-101600" algn="l" rtl="0"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  <a:defRPr sz="20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628650" marR="0" lvl="1" indent="-158750" algn="l" rtl="0">
              <a:spcBef>
                <a:spcPts val="5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–"/>
              <a:defRPr sz="20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-63500" algn="l" rtl="0">
              <a:spcBef>
                <a:spcPts val="45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200150" marR="0" lvl="3" indent="-57150" algn="l" rtl="0">
              <a:spcBef>
                <a:spcPts val="45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–"/>
              <a:defRPr sz="18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485900" marR="0" lvl="4" indent="-76200" algn="l" rtl="0"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1943100" marR="0" lvl="5" indent="-76200" algn="l" rtl="0"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400300" marR="0" lvl="6" indent="-76200" algn="l" rtl="0"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2857500" marR="0" lvl="7" indent="-76200" algn="l" rtl="0"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314700" marR="0" lvl="8" indent="-76200" algn="l" rtl="0"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9" name="Shape 59"/>
          <p:cNvSpPr txBox="1">
            <a:spLocks noGrp="1"/>
          </p:cNvSpPr>
          <p:nvPr>
            <p:ph type="dt" idx="10"/>
          </p:nvPr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5720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64008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0" name="Shape 60"/>
          <p:cNvSpPr txBox="1">
            <a:spLocks noGrp="1"/>
          </p:cNvSpPr>
          <p:nvPr>
            <p:ph type="ftr" idx="11"/>
          </p:nvPr>
        </p:nvSpPr>
        <p:spPr>
          <a:xfrm>
            <a:off x="4114800" y="6553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7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5720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64008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1" name="Shape 61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beach-day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>
            <a:spLocks noGrp="1"/>
          </p:cNvSpPr>
          <p:nvPr>
            <p:ph type="title"/>
          </p:nvPr>
        </p:nvSpPr>
        <p:spPr>
          <a:xfrm>
            <a:off x="311700" y="390467"/>
            <a:ext cx="8520600" cy="1068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  <a:lvl2pPr lvl="1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2pPr>
            <a:lvl3pPr lvl="2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3pPr>
            <a:lvl4pPr lvl="3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4pPr>
            <a:lvl5pPr lvl="4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5pPr>
            <a:lvl6pPr lvl="5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6pPr>
            <a:lvl7pPr lvl="6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7pPr>
            <a:lvl8pPr lvl="7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8pPr>
            <a:lvl9pPr lvl="8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9pPr>
          </a:lstStyle>
          <a:p>
            <a:endParaRPr/>
          </a:p>
        </p:txBody>
      </p:sp>
      <p:sp>
        <p:nvSpPr>
          <p:cNvPr id="11" name="Shape 11"/>
          <p:cNvSpPr txBox="1">
            <a:spLocks noGrp="1"/>
          </p:cNvSpPr>
          <p:nvPr>
            <p:ph type="body" idx="1"/>
          </p:nvPr>
        </p:nvSpPr>
        <p:spPr>
          <a:xfrm>
            <a:off x="311700" y="1638233"/>
            <a:ext cx="8520600" cy="44535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SzPct val="100000"/>
              <a:buFont typeface="Source Code Pro"/>
              <a:buChar char="●"/>
              <a:defRPr sz="1800"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●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●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>
            <a:endParaRPr/>
          </a:p>
        </p:txBody>
      </p:sp>
      <p:sp>
        <p:nvSpPr>
          <p:cNvPr id="12" name="Shape 1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r">
              <a:spcBef>
                <a:spcPts val="0"/>
              </a:spcBef>
              <a:buNone/>
            </a:pPr>
            <a:fld id="{00000000-1234-1234-1234-123412341234}" type="slidenum">
              <a:rPr lang="en-US"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‹#›</a:t>
            </a:fld>
            <a:endParaRPr lang="en-US" sz="1000">
              <a:solidFill>
                <a:schemeClr val="accent1"/>
              </a:solidFill>
              <a:latin typeface="Source Code Pro"/>
              <a:ea typeface="Source Code Pro"/>
              <a:cs typeface="Source Code Pro"/>
              <a:sym typeface="Source Code Pro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66"/>
          <p:cNvSpPr txBox="1">
            <a:spLocks noGrp="1"/>
          </p:cNvSpPr>
          <p:nvPr>
            <p:ph type="ctrTitle"/>
          </p:nvPr>
        </p:nvSpPr>
        <p:spPr>
          <a:xfrm>
            <a:off x="311700" y="1219200"/>
            <a:ext cx="8520600" cy="3058533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Merriweather"/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Merriweather"/>
                <a:ea typeface="Merriweather"/>
                <a:cs typeface="Merriweather"/>
                <a:sym typeface="Merriweather"/>
              </a:rPr>
              <a:t>My open source </a:t>
            </a:r>
            <a:br>
              <a:rPr lang="en-US" sz="4400" b="0" i="0" u="none" strike="noStrike" cap="none" dirty="0">
                <a:solidFill>
                  <a:srgbClr val="000000"/>
                </a:solidFill>
                <a:latin typeface="Merriweather"/>
                <a:ea typeface="Merriweather"/>
                <a:cs typeface="Merriweather"/>
                <a:sym typeface="Merriweather"/>
              </a:rPr>
            </a:br>
            <a:r>
              <a:rPr lang="en-US" sz="4400" b="0" i="0" u="none" strike="noStrike" cap="none" dirty="0">
                <a:solidFill>
                  <a:srgbClr val="000000"/>
                </a:solidFill>
                <a:latin typeface="Merriweather"/>
                <a:ea typeface="Merriweather"/>
                <a:cs typeface="Merriweather"/>
                <a:sym typeface="Merriweather"/>
              </a:rPr>
              <a:t>Git Training</a:t>
            </a:r>
            <a:br>
              <a:rPr lang="en-US" sz="4400" b="0" i="0" u="none" strike="noStrike" cap="none" dirty="0">
                <a:solidFill>
                  <a:srgbClr val="000000"/>
                </a:solidFill>
                <a:latin typeface="Merriweather"/>
                <a:ea typeface="Merriweather"/>
                <a:cs typeface="Merriweather"/>
                <a:sym typeface="Merriweather"/>
              </a:rPr>
            </a:br>
            <a:r>
              <a:rPr lang="en-US" sz="4400" b="0" i="0" u="none" strike="noStrike" cap="none" dirty="0">
                <a:solidFill>
                  <a:srgbClr val="000000"/>
                </a:solidFill>
                <a:latin typeface="Merriweather"/>
                <a:ea typeface="Merriweather"/>
                <a:cs typeface="Merriweather"/>
                <a:sym typeface="Merriweather"/>
              </a:rPr>
              <a:t>with hands-on</a:t>
            </a:r>
            <a:br>
              <a:rPr lang="en-US" sz="4400" b="0" i="0" u="none" strike="noStrike" cap="none" dirty="0">
                <a:solidFill>
                  <a:srgbClr val="000000"/>
                </a:solidFill>
                <a:latin typeface="Merriweather"/>
                <a:ea typeface="Merriweather"/>
                <a:cs typeface="Merriweather"/>
                <a:sym typeface="Merriweather"/>
              </a:rPr>
            </a:br>
            <a:r>
              <a:rPr lang="en-US" sz="4400" b="0" i="0" u="none" strike="noStrike" cap="none" dirty="0">
                <a:solidFill>
                  <a:srgbClr val="000000"/>
                </a:solidFill>
                <a:latin typeface="Merriweather"/>
                <a:ea typeface="Merriweather"/>
                <a:cs typeface="Merriweather"/>
                <a:sym typeface="Merriweather"/>
              </a:rPr>
              <a:t>for GitHub User Group </a:t>
            </a:r>
            <a:br>
              <a:rPr lang="en-US" sz="4400" b="0" i="0" u="none" strike="noStrike" cap="none" dirty="0">
                <a:solidFill>
                  <a:srgbClr val="000000"/>
                </a:solidFill>
                <a:latin typeface="Merriweather"/>
                <a:ea typeface="Merriweather"/>
                <a:cs typeface="Merriweather"/>
                <a:sym typeface="Merriweather"/>
              </a:rPr>
            </a:br>
            <a:br>
              <a:rPr lang="en-US" sz="4400" b="0" i="0" u="none" strike="noStrike" cap="none" dirty="0">
                <a:solidFill>
                  <a:srgbClr val="000000"/>
                </a:solidFill>
                <a:latin typeface="Merriweather"/>
                <a:ea typeface="Merriweather"/>
                <a:cs typeface="Merriweather"/>
                <a:sym typeface="Merriweather"/>
              </a:rPr>
            </a:br>
            <a:endParaRPr lang="en-US" sz="4400" b="0" i="0" u="none" strike="noStrike" cap="none" dirty="0">
              <a:solidFill>
                <a:srgbClr val="000000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67" name="Shape 67"/>
          <p:cNvSpPr txBox="1">
            <a:spLocks noGrp="1"/>
          </p:cNvSpPr>
          <p:nvPr>
            <p:ph type="subTitle" idx="1"/>
          </p:nvPr>
        </p:nvSpPr>
        <p:spPr>
          <a:xfrm>
            <a:off x="1600200" y="47244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Deep inspection of basic commands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2000" b="0" i="0" u="none" strike="noStrike" cap="none" dirty="0">
              <a:solidFill>
                <a:srgbClr val="000000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Merriweather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Merriweather"/>
                <a:ea typeface="Merriweather"/>
                <a:cs typeface="Merriweather"/>
                <a:sym typeface="Merriweather"/>
              </a:rPr>
              <a:t>Ilya Rokhkin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72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Git – meaning?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609600" y="2514600"/>
            <a:ext cx="8229600" cy="1676400"/>
          </a:xfrm>
        </p:spPr>
        <p:txBody>
          <a:bodyPr/>
          <a:lstStyle/>
          <a:p>
            <a:pPr marL="127000" indent="0">
              <a:buNone/>
            </a:pPr>
            <a:r>
              <a:rPr lang="en-US" sz="4000" dirty="0"/>
              <a:t>What does the word git mean?</a:t>
            </a:r>
          </a:p>
        </p:txBody>
      </p:sp>
      <p:sp>
        <p:nvSpPr>
          <p:cNvPr id="3" name="Footer Placeholder 2" hidden="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 hidden="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601200" cy="2514600"/>
          </a:xfrm>
        </p:spPr>
        <p:txBody>
          <a:bodyPr/>
          <a:lstStyle/>
          <a:p>
            <a:r>
              <a:rPr lang="en-US" dirty="0"/>
              <a:t>About myself: Ilya Rokhkin – DevOps engineer </a:t>
            </a:r>
            <a:br>
              <a:rPr lang="en-US" dirty="0"/>
            </a:br>
            <a:r>
              <a:rPr lang="en-US" dirty="0"/>
              <a:t>- </a:t>
            </a:r>
            <a:r>
              <a:rPr lang="en-US" sz="2800" dirty="0"/>
              <a:t>20+ years experience in Version Control Systems</a:t>
            </a:r>
            <a:br>
              <a:rPr lang="en-US" sz="2800" dirty="0"/>
            </a:br>
            <a:r>
              <a:rPr lang="en-US" sz="2800" dirty="0"/>
              <a:t>- Git trainer in Checkpoint, Intel, Marvell, and Freelancer.</a:t>
            </a:r>
            <a:br>
              <a:rPr lang="en-US" sz="2800" dirty="0"/>
            </a:br>
            <a:r>
              <a:rPr lang="en-US" sz="2800" dirty="0"/>
              <a:t>- Volunteer as a Hebrew teacher in “Ulpan” for 10+ years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 smtClean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2625" y="2343150"/>
            <a:ext cx="5238750" cy="421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9777927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Shape 107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lang="en-US"/>
              <a:t>W</a:t>
            </a: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orking Tree</a:t>
            </a: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3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Shape 108"/>
          <p:cNvSpPr txBox="1">
            <a:spLocks noGrp="1"/>
          </p:cNvSpPr>
          <p:nvPr>
            <p:ph type="body" idx="1"/>
          </p:nvPr>
        </p:nvSpPr>
        <p:spPr>
          <a:xfrm>
            <a:off x="246475" y="1596700"/>
            <a:ext cx="8440200" cy="4876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The working tree has all files and folders as found in your HEAD,</a:t>
            </a:r>
            <a:b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plus the changes you made since your last commit</a:t>
            </a:r>
            <a:b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2000" b="0" i="0" u="none" dirty="0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 There is only ONE main working tree per repository (and only 1 .git</a:t>
            </a:r>
            <a:b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folder as well)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2000" b="0" i="0" u="none" dirty="0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 Working Tree</a:t>
            </a:r>
            <a:b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2000" b="0" i="0" u="none" dirty="0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Shape 109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110" name="Shape 110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4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1" name="Shape 1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352800" y="3097650"/>
            <a:ext cx="3276600" cy="30957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Shape 112"/>
          <p:cNvSpPr/>
          <p:nvPr/>
        </p:nvSpPr>
        <p:spPr>
          <a:xfrm>
            <a:off x="2537325" y="4654150"/>
            <a:ext cx="1203300" cy="8700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Shape 123"/>
          <p:cNvSpPr txBox="1">
            <a:spLocks noGrp="1"/>
          </p:cNvSpPr>
          <p:nvPr>
            <p:ph type="title"/>
          </p:nvPr>
        </p:nvSpPr>
        <p:spPr>
          <a:xfrm>
            <a:off x="457200" y="4572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Objects </a:t>
            </a:r>
          </a:p>
        </p:txBody>
      </p:sp>
      <p:sp>
        <p:nvSpPr>
          <p:cNvPr id="124" name="Shape 124"/>
          <p:cNvSpPr txBox="1">
            <a:spLocks noGrp="1"/>
          </p:cNvSpPr>
          <p:nvPr>
            <p:ph type="body" idx="1"/>
          </p:nvPr>
        </p:nvSpPr>
        <p:spPr>
          <a:xfrm>
            <a:off x="152400" y="990600"/>
            <a:ext cx="8763000" cy="58674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Every object in GIT composed of </a:t>
            </a:r>
            <a:r>
              <a:rPr lang="en-US" dirty="0"/>
              <a:t>those</a:t>
            </a:r>
            <a: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 elements – </a:t>
            </a:r>
          </a:p>
          <a:p>
            <a:pPr marL="457200" marR="0" lvl="0" indent="0" algn="l" rtl="0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None/>
            </a:pPr>
            <a:endParaRPr sz="1800" b="1" dirty="0">
              <a:solidFill>
                <a:srgbClr val="000000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Type – 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“blob”, “tree”, “commit”, “refs” (branch/tag).</a:t>
            </a:r>
          </a:p>
          <a:p>
            <a:pPr marL="0" marR="0" lvl="0" indent="457200" algn="l" rtl="0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marL="0" marR="0" lvl="0" indent="457200" algn="l" rtl="0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 "blob" is basically like a file – it is used to store the content of a source file.</a:t>
            </a:r>
          </a:p>
          <a:p>
            <a:pPr marL="628650" marR="0" lvl="1" indent="-2857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 "tree" is basically like a directory - it references a group of other</a:t>
            </a:r>
          </a:p>
          <a:p>
            <a:pPr marL="628650" marR="0" lvl="1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trees (subdirectories) and/or blobs (files).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0000"/>
                </a:solidFill>
              </a:rPr>
              <a:t> A "commit" points to a single tree, marking it as what the project</a:t>
            </a:r>
          </a:p>
          <a:p>
            <a:pPr marL="457200" marR="0" lvl="0" indent="-69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61111"/>
              <a:buFont typeface="Arial"/>
              <a:buNone/>
            </a:pPr>
            <a:r>
              <a:rPr lang="en-US" sz="1800" dirty="0">
                <a:solidFill>
                  <a:srgbClr val="000000"/>
                </a:solidFill>
              </a:rPr>
              <a:t>   looked like at a certain point in time. Keeps changed files since the last commit, author of the changes, a reference to the parent commit(s), etc.</a:t>
            </a:r>
          </a:p>
          <a:p>
            <a:pPr marL="457200" marR="0" lvl="0" indent="-69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61111"/>
              <a:buFont typeface="Arial"/>
              <a:buNone/>
            </a:pPr>
            <a:endParaRPr sz="1800" dirty="0">
              <a:solidFill>
                <a:srgbClr val="000000"/>
              </a:solidFill>
            </a:endParaRPr>
          </a:p>
          <a:p>
            <a:pPr marL="457200" marR="0" lvl="0" indent="-69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61111"/>
              <a:buFont typeface="Arial"/>
              <a:buNone/>
            </a:pPr>
            <a:r>
              <a:rPr lang="en-US" sz="1800" dirty="0">
                <a:solidFill>
                  <a:srgbClr val="000000"/>
                </a:solidFill>
              </a:rPr>
              <a:t> A “refs" is a way to mark a specific commit as special in some way. It is usually used to tag certain commits as specific releases or something along those lines.</a:t>
            </a:r>
          </a:p>
          <a:p>
            <a:pPr marL="457200" marR="0" lvl="0" indent="-69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61111"/>
              <a:buFont typeface="Arial"/>
              <a:buNone/>
            </a:pPr>
            <a:endParaRPr sz="1800" dirty="0">
              <a:solidFill>
                <a:srgbClr val="000000"/>
              </a:solidFill>
            </a:endParaRPr>
          </a:p>
          <a:p>
            <a:pPr marL="228600" marR="0" lvl="0" indent="-228600" algn="l" rtl="0"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2000" b="0" i="0" u="none" dirty="0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Shape 136"/>
          <p:cNvSpPr txBox="1">
            <a:spLocks noGrp="1"/>
          </p:cNvSpPr>
          <p:nvPr>
            <p:ph type="title"/>
          </p:nvPr>
        </p:nvSpPr>
        <p:spPr>
          <a:xfrm>
            <a:off x="607062" y="86475"/>
            <a:ext cx="8229600" cy="75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Commit Object</a:t>
            </a:r>
          </a:p>
        </p:txBody>
      </p:sp>
      <p:sp>
        <p:nvSpPr>
          <p:cNvPr id="137" name="Shape 137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138" name="Shape 138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9" name="Shape 139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607050" y="603700"/>
            <a:ext cx="8146500" cy="617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Shape 145"/>
          <p:cNvSpPr txBox="1">
            <a:spLocks noGrp="1"/>
          </p:cNvSpPr>
          <p:nvPr>
            <p:ph type="title"/>
          </p:nvPr>
        </p:nvSpPr>
        <p:spPr>
          <a:xfrm>
            <a:off x="78300" y="0"/>
            <a:ext cx="8563200" cy="1232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dirty="0"/>
              <a:t>Commit object with its parent</a:t>
            </a:r>
          </a:p>
          <a:p>
            <a:pPr marL="457200" lvl="0" indent="-381000">
              <a:spcBef>
                <a:spcPts val="0"/>
              </a:spcBef>
              <a:buClr>
                <a:schemeClr val="accent5"/>
              </a:buClr>
              <a:buSzPct val="100000"/>
              <a:buChar char="●"/>
            </a:pPr>
            <a:r>
              <a:rPr lang="en-US" sz="2400" dirty="0"/>
              <a:t>Links from tree object to common blobs</a:t>
            </a:r>
          </a:p>
        </p:txBody>
      </p:sp>
      <p:sp>
        <p:nvSpPr>
          <p:cNvPr id="146" name="Shape 146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 lang="en-US"/>
          </a:p>
        </p:txBody>
      </p:sp>
      <p:pic>
        <p:nvPicPr>
          <p:cNvPr id="147" name="Shape 147" descr="Git_object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55750" y="1318025"/>
            <a:ext cx="7252150" cy="5371950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Shape 148"/>
          <p:cNvSpPr txBox="1"/>
          <p:nvPr/>
        </p:nvSpPr>
        <p:spPr>
          <a:xfrm>
            <a:off x="318975" y="1754375"/>
            <a:ext cx="1449900" cy="609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dirty="0"/>
              <a:t>Commit Obj</a:t>
            </a:r>
          </a:p>
        </p:txBody>
      </p:sp>
      <p:sp>
        <p:nvSpPr>
          <p:cNvPr id="149" name="Shape 149"/>
          <p:cNvSpPr txBox="1"/>
          <p:nvPr/>
        </p:nvSpPr>
        <p:spPr>
          <a:xfrm>
            <a:off x="434925" y="3699500"/>
            <a:ext cx="1218000" cy="609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/>
              <a:t>Tree Obj</a:t>
            </a:r>
          </a:p>
        </p:txBody>
      </p:sp>
      <p:sp>
        <p:nvSpPr>
          <p:cNvPr id="150" name="Shape 150"/>
          <p:cNvSpPr txBox="1"/>
          <p:nvPr/>
        </p:nvSpPr>
        <p:spPr>
          <a:xfrm>
            <a:off x="58000" y="5669075"/>
            <a:ext cx="1218000" cy="609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/>
              <a:t>Blob obj.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Shape 16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The HEAD</a:t>
            </a:r>
          </a:p>
        </p:txBody>
      </p:sp>
      <p:sp>
        <p:nvSpPr>
          <p:cNvPr id="165" name="Shape 165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166" name="Shape 166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7" name="Shape 167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 b="48469"/>
          <a:stretch/>
        </p:blipFill>
        <p:spPr>
          <a:xfrm>
            <a:off x="356725" y="3914700"/>
            <a:ext cx="8251800" cy="25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Shape 168"/>
          <p:cNvSpPr/>
          <p:nvPr/>
        </p:nvSpPr>
        <p:spPr>
          <a:xfrm>
            <a:off x="2477300" y="291575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69" name="Shape 169"/>
          <p:cNvSpPr/>
          <p:nvPr/>
        </p:nvSpPr>
        <p:spPr>
          <a:xfrm>
            <a:off x="3660525" y="291575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170" name="Shape 170"/>
          <p:cNvSpPr/>
          <p:nvPr/>
        </p:nvSpPr>
        <p:spPr>
          <a:xfrm>
            <a:off x="4843750" y="291575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171" name="Shape 171"/>
          <p:cNvCxnSpPr>
            <a:stCxn id="169" idx="1"/>
            <a:endCxn id="168" idx="3"/>
          </p:cNvCxnSpPr>
          <p:nvPr/>
        </p:nvCxnSpPr>
        <p:spPr>
          <a:xfrm rot="10800000">
            <a:off x="3251925" y="309350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172" name="Shape 172"/>
          <p:cNvCxnSpPr>
            <a:stCxn id="170" idx="1"/>
            <a:endCxn id="169" idx="3"/>
          </p:cNvCxnSpPr>
          <p:nvPr/>
        </p:nvCxnSpPr>
        <p:spPr>
          <a:xfrm rot="10800000">
            <a:off x="4435150" y="309350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73" name="Shape 173"/>
          <p:cNvSpPr txBox="1"/>
          <p:nvPr/>
        </p:nvSpPr>
        <p:spPr>
          <a:xfrm>
            <a:off x="1766700" y="1744300"/>
            <a:ext cx="26685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Local Repository</a:t>
            </a:r>
          </a:p>
        </p:txBody>
      </p:sp>
      <p:sp>
        <p:nvSpPr>
          <p:cNvPr id="174" name="Shape 174"/>
          <p:cNvSpPr/>
          <p:nvPr/>
        </p:nvSpPr>
        <p:spPr>
          <a:xfrm>
            <a:off x="4799350" y="1951050"/>
            <a:ext cx="8634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master</a:t>
            </a:r>
          </a:p>
        </p:txBody>
      </p:sp>
      <p:cxnSp>
        <p:nvCxnSpPr>
          <p:cNvPr id="175" name="Shape 175"/>
          <p:cNvCxnSpPr>
            <a:stCxn id="174" idx="2"/>
            <a:endCxn id="170" idx="0"/>
          </p:cNvCxnSpPr>
          <p:nvPr/>
        </p:nvCxnSpPr>
        <p:spPr>
          <a:xfrm>
            <a:off x="5231050" y="2460450"/>
            <a:ext cx="0" cy="4554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76" name="Shape 176"/>
          <p:cNvSpPr/>
          <p:nvPr/>
        </p:nvSpPr>
        <p:spPr>
          <a:xfrm>
            <a:off x="4095525" y="899400"/>
            <a:ext cx="2168100" cy="688200"/>
          </a:xfrm>
          <a:prstGeom prst="rect">
            <a:avLst/>
          </a:prstGeom>
          <a:solidFill>
            <a:srgbClr val="666666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240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177" name="Shape 177"/>
          <p:cNvCxnSpPr>
            <a:endCxn id="174" idx="0"/>
          </p:cNvCxnSpPr>
          <p:nvPr/>
        </p:nvCxnSpPr>
        <p:spPr>
          <a:xfrm>
            <a:off x="5231050" y="1625250"/>
            <a:ext cx="0" cy="325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 lang="en-US"/>
          </a:p>
        </p:txBody>
      </p:sp>
      <p:sp>
        <p:nvSpPr>
          <p:cNvPr id="191" name="Shape 191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2" name="Shape 192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193" name="Shape 193"/>
          <p:cNvSpPr/>
          <p:nvPr/>
        </p:nvSpPr>
        <p:spPr>
          <a:xfrm>
            <a:off x="30770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194" name="Shape 194"/>
          <p:cNvCxnSpPr>
            <a:stCxn id="192" idx="1"/>
            <a:endCxn id="191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195" name="Shape 195"/>
          <p:cNvCxnSpPr>
            <a:stCxn id="193" idx="1"/>
            <a:endCxn id="192" idx="3"/>
          </p:cNvCxnSpPr>
          <p:nvPr/>
        </p:nvCxnSpPr>
        <p:spPr>
          <a:xfrm rot="10800000">
            <a:off x="2668450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6" name="Shape 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Rebasing </a:t>
            </a:r>
            <a:r>
              <a:rPr lang="en-US">
                <a:latin typeface="Merriweather"/>
                <a:ea typeface="Merriweather"/>
                <a:cs typeface="Merriweather"/>
                <a:sym typeface="Merriweather"/>
              </a:rPr>
              <a:t>Remote Tracking Branch</a:t>
            </a:r>
          </a:p>
        </p:txBody>
      </p:sp>
      <p:sp>
        <p:nvSpPr>
          <p:cNvPr id="197" name="Shape 197"/>
          <p:cNvSpPr/>
          <p:nvPr/>
        </p:nvSpPr>
        <p:spPr>
          <a:xfrm>
            <a:off x="48920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8" name="Shape 198"/>
          <p:cNvSpPr/>
          <p:nvPr/>
        </p:nvSpPr>
        <p:spPr>
          <a:xfrm>
            <a:off x="1672425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199" name="Shape 199"/>
          <p:cNvSpPr/>
          <p:nvPr/>
        </p:nvSpPr>
        <p:spPr>
          <a:xfrm>
            <a:off x="285565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200" name="Shape 200"/>
          <p:cNvCxnSpPr>
            <a:stCxn id="198" idx="1"/>
            <a:endCxn id="197" idx="3"/>
          </p:cNvCxnSpPr>
          <p:nvPr/>
        </p:nvCxnSpPr>
        <p:spPr>
          <a:xfrm rot="10800000">
            <a:off x="1263825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01" name="Shape 201"/>
          <p:cNvCxnSpPr>
            <a:stCxn id="199" idx="1"/>
            <a:endCxn id="198" idx="3"/>
          </p:cNvCxnSpPr>
          <p:nvPr/>
        </p:nvCxnSpPr>
        <p:spPr>
          <a:xfrm rot="10800000">
            <a:off x="2447050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2" name="Shape 202"/>
          <p:cNvSpPr txBox="1"/>
          <p:nvPr/>
        </p:nvSpPr>
        <p:spPr>
          <a:xfrm>
            <a:off x="0" y="1150050"/>
            <a:ext cx="26685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Local Repository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51075" y="3995738"/>
            <a:ext cx="2533625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 dirty="0"/>
              <a:t> Remote Repository</a:t>
            </a:r>
          </a:p>
        </p:txBody>
      </p:sp>
      <p:sp>
        <p:nvSpPr>
          <p:cNvPr id="204" name="Shape 204"/>
          <p:cNvSpPr/>
          <p:nvPr/>
        </p:nvSpPr>
        <p:spPr>
          <a:xfrm>
            <a:off x="1893825" y="5669925"/>
            <a:ext cx="2678175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algn="ctr"/>
            <a:br>
              <a:rPr lang="en-US" dirty="0"/>
            </a:br>
            <a:r>
              <a:rPr lang="en-US" dirty="0"/>
              <a:t>feat/PRJ-777</a:t>
            </a:r>
          </a:p>
          <a:p>
            <a:pPr lvl="0" algn="ctr" rtl="0">
              <a:spcBef>
                <a:spcPts val="0"/>
              </a:spcBef>
              <a:buNone/>
            </a:pPr>
            <a:endParaRPr lang="en-US" dirty="0"/>
          </a:p>
        </p:txBody>
      </p:sp>
      <p:cxnSp>
        <p:nvCxnSpPr>
          <p:cNvPr id="205" name="Shape 205"/>
          <p:cNvCxnSpPr>
            <a:cxnSpLocks/>
            <a:stCxn id="204" idx="0"/>
            <a:endCxn id="199" idx="2"/>
          </p:cNvCxnSpPr>
          <p:nvPr/>
        </p:nvCxnSpPr>
        <p:spPr>
          <a:xfrm flipV="1">
            <a:off x="3232913" y="5243100"/>
            <a:ext cx="10037" cy="42682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6" name="Shape 206"/>
          <p:cNvSpPr/>
          <p:nvPr/>
        </p:nvSpPr>
        <p:spPr>
          <a:xfrm>
            <a:off x="2447025" y="3103900"/>
            <a:ext cx="2250142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algn="ctr"/>
            <a:br>
              <a:rPr lang="en-US" dirty="0"/>
            </a:br>
            <a:r>
              <a:rPr lang="en-US" dirty="0"/>
              <a:t>origin/feat/PRJ-777</a:t>
            </a:r>
          </a:p>
          <a:p>
            <a:pPr lvl="0" algn="ctr" rtl="0">
              <a:spcBef>
                <a:spcPts val="0"/>
              </a:spcBef>
              <a:buNone/>
            </a:pPr>
            <a:endParaRPr lang="en-US" dirty="0"/>
          </a:p>
        </p:txBody>
      </p:sp>
      <p:cxnSp>
        <p:nvCxnSpPr>
          <p:cNvPr id="207" name="Shape 207"/>
          <p:cNvCxnSpPr/>
          <p:nvPr/>
        </p:nvCxnSpPr>
        <p:spPr>
          <a:xfrm rot="10800000">
            <a:off x="3464350" y="26770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8" name="Shape 208"/>
          <p:cNvSpPr/>
          <p:nvPr/>
        </p:nvSpPr>
        <p:spPr>
          <a:xfrm>
            <a:off x="2617450" y="1356800"/>
            <a:ext cx="172595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</a:t>
            </a:r>
            <a:r>
              <a:rPr lang="en-US"/>
              <a:t>/PRJ-777</a:t>
            </a:r>
            <a:endParaRPr lang="en-US" dirty="0"/>
          </a:p>
        </p:txBody>
      </p:sp>
      <p:cxnSp>
        <p:nvCxnSpPr>
          <p:cNvPr id="209" name="Shape 209"/>
          <p:cNvCxnSpPr>
            <a:cxnSpLocks/>
            <a:stCxn id="208" idx="2"/>
            <a:endCxn id="193" idx="0"/>
          </p:cNvCxnSpPr>
          <p:nvPr/>
        </p:nvCxnSpPr>
        <p:spPr>
          <a:xfrm flipH="1">
            <a:off x="3464350" y="1866200"/>
            <a:ext cx="16075" cy="455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10" name="Shape 210"/>
          <p:cNvSpPr txBox="1"/>
          <p:nvPr/>
        </p:nvSpPr>
        <p:spPr>
          <a:xfrm>
            <a:off x="5043900" y="3103900"/>
            <a:ext cx="30333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Remote Tracking Branch</a:t>
            </a:r>
          </a:p>
        </p:txBody>
      </p:sp>
      <p:sp>
        <p:nvSpPr>
          <p:cNvPr id="211" name="Shape 211"/>
          <p:cNvSpPr txBox="1"/>
          <p:nvPr/>
        </p:nvSpPr>
        <p:spPr>
          <a:xfrm>
            <a:off x="4697175" y="1318675"/>
            <a:ext cx="30333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Tracking Branch (Local)</a:t>
            </a:r>
          </a:p>
        </p:txBody>
      </p:sp>
      <p:sp>
        <p:nvSpPr>
          <p:cNvPr id="212" name="Shape 212"/>
          <p:cNvSpPr/>
          <p:nvPr/>
        </p:nvSpPr>
        <p:spPr>
          <a:xfrm>
            <a:off x="3045250" y="728400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213" name="Shape 213"/>
          <p:cNvCxnSpPr>
            <a:cxnSpLocks/>
            <a:endCxn id="208" idx="0"/>
          </p:cNvCxnSpPr>
          <p:nvPr/>
        </p:nvCxnSpPr>
        <p:spPr>
          <a:xfrm>
            <a:off x="3464350" y="1031000"/>
            <a:ext cx="16075" cy="325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14" name="Shape 214"/>
          <p:cNvSpPr txBox="1"/>
          <p:nvPr/>
        </p:nvSpPr>
        <p:spPr>
          <a:xfrm>
            <a:off x="4097350" y="4095500"/>
            <a:ext cx="5046600" cy="16863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457200" lvl="0" indent="-381000" rtl="0">
              <a:spcBef>
                <a:spcPts val="0"/>
              </a:spcBef>
              <a:buClr>
                <a:srgbClr val="FF0000"/>
              </a:buClr>
              <a:buSzPct val="100000"/>
              <a:buChar char="●"/>
            </a:pPr>
            <a:r>
              <a:rPr lang="en-US" sz="2400"/>
              <a:t>After clone/pull Remote Tracking Branch and Tracking (Local) branch pointing to the same commit</a:t>
            </a:r>
          </a:p>
        </p:txBody>
      </p:sp>
      <p:cxnSp>
        <p:nvCxnSpPr>
          <p:cNvPr id="215" name="Shape 215"/>
          <p:cNvCxnSpPr/>
          <p:nvPr/>
        </p:nvCxnSpPr>
        <p:spPr>
          <a:xfrm>
            <a:off x="32125" y="3822500"/>
            <a:ext cx="5171700" cy="16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12" name="Shape 235">
            <a:extLst>
              <a:ext uri="{FF2B5EF4-FFF2-40B4-BE49-F238E27FC236}">
                <a16:creationId xmlns:a16="http://schemas.microsoft.com/office/drawing/2014/main" id="{A67DD659-27BD-8D11-EF2B-B1AA044CAFEC}"/>
              </a:ext>
            </a:extLst>
          </p:cNvPr>
          <p:cNvSpPr/>
          <p:nvPr/>
        </p:nvSpPr>
        <p:spPr>
          <a:xfrm>
            <a:off x="2638175" y="4050507"/>
            <a:ext cx="1106200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algn="ctr"/>
            <a:br>
              <a:rPr lang="en-US" dirty="0"/>
            </a:br>
            <a:r>
              <a:rPr lang="en-US" dirty="0"/>
              <a:t>master</a:t>
            </a:r>
          </a:p>
          <a:p>
            <a:pPr lvl="0" algn="ctr" rtl="0">
              <a:spcBef>
                <a:spcPts val="0"/>
              </a:spcBef>
              <a:buNone/>
            </a:pPr>
            <a:endParaRPr lang="en-US" dirty="0"/>
          </a:p>
        </p:txBody>
      </p:sp>
      <p:cxnSp>
        <p:nvCxnSpPr>
          <p:cNvPr id="13" name="Shape 248">
            <a:extLst>
              <a:ext uri="{FF2B5EF4-FFF2-40B4-BE49-F238E27FC236}">
                <a16:creationId xmlns:a16="http://schemas.microsoft.com/office/drawing/2014/main" id="{9F375992-F6D7-7AEA-9E71-63E8C1503A34}"/>
              </a:ext>
            </a:extLst>
          </p:cNvPr>
          <p:cNvCxnSpPr>
            <a:cxnSpLocks/>
            <a:stCxn id="12" idx="2"/>
            <a:endCxn id="199" idx="0"/>
          </p:cNvCxnSpPr>
          <p:nvPr/>
        </p:nvCxnSpPr>
        <p:spPr>
          <a:xfrm>
            <a:off x="3191275" y="4596507"/>
            <a:ext cx="51675" cy="29109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6" name="Shape 235">
            <a:extLst>
              <a:ext uri="{FF2B5EF4-FFF2-40B4-BE49-F238E27FC236}">
                <a16:creationId xmlns:a16="http://schemas.microsoft.com/office/drawing/2014/main" id="{7BA0771D-5917-4A9F-15D3-2387FF7F6259}"/>
              </a:ext>
            </a:extLst>
          </p:cNvPr>
          <p:cNvSpPr/>
          <p:nvPr/>
        </p:nvSpPr>
        <p:spPr>
          <a:xfrm>
            <a:off x="710600" y="3089596"/>
            <a:ext cx="1389692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algn="ctr"/>
            <a:br>
              <a:rPr lang="en-US" dirty="0"/>
            </a:br>
            <a:r>
              <a:rPr lang="en-US" dirty="0"/>
              <a:t>origin/master</a:t>
            </a:r>
          </a:p>
          <a:p>
            <a:pPr lvl="0" algn="ctr" rtl="0">
              <a:spcBef>
                <a:spcPts val="0"/>
              </a:spcBef>
              <a:buNone/>
            </a:pPr>
            <a:endParaRPr lang="en-US" dirty="0"/>
          </a:p>
        </p:txBody>
      </p:sp>
      <p:cxnSp>
        <p:nvCxnSpPr>
          <p:cNvPr id="17" name="Shape 248">
            <a:extLst>
              <a:ext uri="{FF2B5EF4-FFF2-40B4-BE49-F238E27FC236}">
                <a16:creationId xmlns:a16="http://schemas.microsoft.com/office/drawing/2014/main" id="{25BC36AE-302C-116D-7BD5-AB0708097814}"/>
              </a:ext>
            </a:extLst>
          </p:cNvPr>
          <p:cNvCxnSpPr>
            <a:cxnSpLocks/>
          </p:cNvCxnSpPr>
          <p:nvPr/>
        </p:nvCxnSpPr>
        <p:spPr>
          <a:xfrm flipV="1">
            <a:off x="1485200" y="2652188"/>
            <a:ext cx="1757750" cy="43510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Shape 221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10</a:t>
            </a:fld>
            <a:endParaRPr lang="en-US"/>
          </a:p>
        </p:txBody>
      </p:sp>
      <p:sp>
        <p:nvSpPr>
          <p:cNvPr id="222" name="Shape 222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223" name="Shape 223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224" name="Shape 224"/>
          <p:cNvSpPr/>
          <p:nvPr/>
        </p:nvSpPr>
        <p:spPr>
          <a:xfrm>
            <a:off x="30770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225" name="Shape 225"/>
          <p:cNvCxnSpPr>
            <a:stCxn id="223" idx="1"/>
            <a:endCxn id="222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26" name="Shape 226"/>
          <p:cNvCxnSpPr>
            <a:stCxn id="224" idx="1"/>
            <a:endCxn id="223" idx="3"/>
          </p:cNvCxnSpPr>
          <p:nvPr/>
        </p:nvCxnSpPr>
        <p:spPr>
          <a:xfrm rot="10800000">
            <a:off x="2668450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27" name="Shape 22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Rebasing </a:t>
            </a:r>
            <a:r>
              <a:rPr lang="en-US">
                <a:latin typeface="Merriweather"/>
                <a:ea typeface="Merriweather"/>
                <a:cs typeface="Merriweather"/>
                <a:sym typeface="Merriweather"/>
              </a:rPr>
              <a:t>Remote Tracking Branch</a:t>
            </a:r>
          </a:p>
        </p:txBody>
      </p:sp>
      <p:sp>
        <p:nvSpPr>
          <p:cNvPr id="228" name="Shape 228"/>
          <p:cNvSpPr/>
          <p:nvPr/>
        </p:nvSpPr>
        <p:spPr>
          <a:xfrm>
            <a:off x="587275" y="50713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229" name="Shape 229"/>
          <p:cNvSpPr/>
          <p:nvPr/>
        </p:nvSpPr>
        <p:spPr>
          <a:xfrm>
            <a:off x="1770500" y="50713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230" name="Shape 230"/>
          <p:cNvSpPr/>
          <p:nvPr/>
        </p:nvSpPr>
        <p:spPr>
          <a:xfrm>
            <a:off x="2953725" y="50713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231" name="Shape 231"/>
          <p:cNvCxnSpPr>
            <a:stCxn id="229" idx="1"/>
            <a:endCxn id="228" idx="3"/>
          </p:cNvCxnSpPr>
          <p:nvPr/>
        </p:nvCxnSpPr>
        <p:spPr>
          <a:xfrm rot="10800000">
            <a:off x="1361900" y="52490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32" name="Shape 232"/>
          <p:cNvCxnSpPr>
            <a:stCxn id="230" idx="1"/>
            <a:endCxn id="229" idx="3"/>
          </p:cNvCxnSpPr>
          <p:nvPr/>
        </p:nvCxnSpPr>
        <p:spPr>
          <a:xfrm rot="10800000">
            <a:off x="2545125" y="52490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33" name="Shape 233"/>
          <p:cNvSpPr txBox="1"/>
          <p:nvPr/>
        </p:nvSpPr>
        <p:spPr>
          <a:xfrm>
            <a:off x="0" y="1150050"/>
            <a:ext cx="26685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Local Repository</a:t>
            </a:r>
          </a:p>
        </p:txBody>
      </p:sp>
      <p:sp>
        <p:nvSpPr>
          <p:cNvPr id="234" name="Shape 234"/>
          <p:cNvSpPr txBox="1"/>
          <p:nvPr/>
        </p:nvSpPr>
        <p:spPr>
          <a:xfrm>
            <a:off x="149150" y="4179438"/>
            <a:ext cx="2595268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 dirty="0"/>
              <a:t> Remote Repository</a:t>
            </a:r>
          </a:p>
        </p:txBody>
      </p:sp>
      <p:sp>
        <p:nvSpPr>
          <p:cNvPr id="235" name="Shape 235"/>
          <p:cNvSpPr/>
          <p:nvPr/>
        </p:nvSpPr>
        <p:spPr>
          <a:xfrm>
            <a:off x="2141746" y="5853625"/>
            <a:ext cx="2408367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algn="ctr"/>
            <a:br>
              <a:rPr lang="en-US" dirty="0"/>
            </a:br>
            <a:r>
              <a:rPr lang="en-US" dirty="0"/>
              <a:t>feat/PRJ-777</a:t>
            </a:r>
          </a:p>
          <a:p>
            <a:pPr lvl="0" algn="ctr" rtl="0">
              <a:spcBef>
                <a:spcPts val="0"/>
              </a:spcBef>
              <a:buNone/>
            </a:pPr>
            <a:endParaRPr lang="en-US" dirty="0"/>
          </a:p>
        </p:txBody>
      </p:sp>
      <p:cxnSp>
        <p:nvCxnSpPr>
          <p:cNvPr id="236" name="Shape 236"/>
          <p:cNvCxnSpPr>
            <a:cxnSpLocks/>
            <a:stCxn id="235" idx="0"/>
            <a:endCxn id="230" idx="2"/>
          </p:cNvCxnSpPr>
          <p:nvPr/>
        </p:nvCxnSpPr>
        <p:spPr>
          <a:xfrm flipH="1" flipV="1">
            <a:off x="3341025" y="5426800"/>
            <a:ext cx="4905" cy="42682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37" name="Shape 237"/>
          <p:cNvSpPr/>
          <p:nvPr/>
        </p:nvSpPr>
        <p:spPr>
          <a:xfrm>
            <a:off x="2141746" y="3140792"/>
            <a:ext cx="2816100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origin/feat/PRJ-777</a:t>
            </a:r>
          </a:p>
        </p:txBody>
      </p:sp>
      <p:cxnSp>
        <p:nvCxnSpPr>
          <p:cNvPr id="238" name="Shape 238"/>
          <p:cNvCxnSpPr/>
          <p:nvPr/>
        </p:nvCxnSpPr>
        <p:spPr>
          <a:xfrm rot="10800000">
            <a:off x="3464350" y="26770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39" name="Shape 239"/>
          <p:cNvSpPr/>
          <p:nvPr/>
        </p:nvSpPr>
        <p:spPr>
          <a:xfrm>
            <a:off x="3928599" y="1354425"/>
            <a:ext cx="1710195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algn="ctr"/>
            <a:br>
              <a:rPr lang="en-US" dirty="0"/>
            </a:br>
            <a:r>
              <a:rPr lang="en-US" dirty="0"/>
              <a:t>feat/PRJ-777</a:t>
            </a:r>
          </a:p>
          <a:p>
            <a:pPr lvl="0" algn="ctr" rtl="0">
              <a:spcBef>
                <a:spcPts val="0"/>
              </a:spcBef>
              <a:buNone/>
            </a:pPr>
            <a:endParaRPr lang="en-US" dirty="0"/>
          </a:p>
        </p:txBody>
      </p:sp>
      <p:sp>
        <p:nvSpPr>
          <p:cNvPr id="240" name="Shape 240"/>
          <p:cNvSpPr txBox="1"/>
          <p:nvPr/>
        </p:nvSpPr>
        <p:spPr>
          <a:xfrm>
            <a:off x="5842013" y="2955968"/>
            <a:ext cx="28161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Remote Tracking Branch</a:t>
            </a:r>
          </a:p>
        </p:txBody>
      </p:sp>
      <p:sp>
        <p:nvSpPr>
          <p:cNvPr id="241" name="Shape 241"/>
          <p:cNvSpPr txBox="1"/>
          <p:nvPr/>
        </p:nvSpPr>
        <p:spPr>
          <a:xfrm>
            <a:off x="5733413" y="1236383"/>
            <a:ext cx="30333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Tracking Branch (Local)</a:t>
            </a:r>
          </a:p>
        </p:txBody>
      </p:sp>
      <p:sp>
        <p:nvSpPr>
          <p:cNvPr id="242" name="Shape 242"/>
          <p:cNvSpPr/>
          <p:nvPr/>
        </p:nvSpPr>
        <p:spPr>
          <a:xfrm>
            <a:off x="4151450" y="726025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243" name="Shape 243"/>
          <p:cNvCxnSpPr>
            <a:cxnSpLocks/>
          </p:cNvCxnSpPr>
          <p:nvPr/>
        </p:nvCxnSpPr>
        <p:spPr>
          <a:xfrm>
            <a:off x="4570550" y="1028625"/>
            <a:ext cx="0" cy="355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44" name="Shape 244"/>
          <p:cNvSpPr/>
          <p:nvPr/>
        </p:nvSpPr>
        <p:spPr>
          <a:xfrm>
            <a:off x="41832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6df01</a:t>
            </a:r>
          </a:p>
        </p:txBody>
      </p:sp>
      <p:cxnSp>
        <p:nvCxnSpPr>
          <p:cNvPr id="245" name="Shape 245"/>
          <p:cNvCxnSpPr>
            <a:stCxn id="244" idx="1"/>
          </p:cNvCxnSpPr>
          <p:nvPr/>
        </p:nvCxnSpPr>
        <p:spPr>
          <a:xfrm rot="10800000">
            <a:off x="3851750" y="2499250"/>
            <a:ext cx="3315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46" name="Shape 246"/>
          <p:cNvSpPr txBox="1"/>
          <p:nvPr/>
        </p:nvSpPr>
        <p:spPr>
          <a:xfrm>
            <a:off x="4368550" y="3693650"/>
            <a:ext cx="4775400" cy="9729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457200" lvl="0" indent="-381000" rtl="0">
              <a:spcBef>
                <a:spcPts val="0"/>
              </a:spcBef>
              <a:buClr>
                <a:srgbClr val="FF0000"/>
              </a:buClr>
              <a:buSzPct val="100000"/>
              <a:buChar char="●"/>
            </a:pPr>
            <a:r>
              <a:rPr lang="en-US" sz="2400" b="1"/>
              <a:t>Commit on local repository</a:t>
            </a:r>
          </a:p>
          <a:p>
            <a:pPr lvl="0" rtl="0">
              <a:spcBef>
                <a:spcPts val="0"/>
              </a:spcBef>
              <a:buNone/>
            </a:pPr>
            <a:r>
              <a:rPr lang="en-US" sz="1800"/>
              <a:t>$ git commit</a:t>
            </a:r>
          </a:p>
        </p:txBody>
      </p:sp>
      <p:cxnSp>
        <p:nvCxnSpPr>
          <p:cNvPr id="247" name="Shape 247"/>
          <p:cNvCxnSpPr/>
          <p:nvPr/>
        </p:nvCxnSpPr>
        <p:spPr>
          <a:xfrm>
            <a:off x="16050" y="3934925"/>
            <a:ext cx="40635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248" name="Shape 248"/>
          <p:cNvCxnSpPr>
            <a:cxnSpLocks/>
            <a:endCxn id="244" idx="0"/>
          </p:cNvCxnSpPr>
          <p:nvPr/>
        </p:nvCxnSpPr>
        <p:spPr>
          <a:xfrm>
            <a:off x="4570550" y="1856967"/>
            <a:ext cx="0" cy="46453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2" name="Shape 235">
            <a:extLst>
              <a:ext uri="{FF2B5EF4-FFF2-40B4-BE49-F238E27FC236}">
                <a16:creationId xmlns:a16="http://schemas.microsoft.com/office/drawing/2014/main" id="{F619D4D0-4678-DFBD-91C6-E2CFA022BCCF}"/>
              </a:ext>
            </a:extLst>
          </p:cNvPr>
          <p:cNvSpPr/>
          <p:nvPr/>
        </p:nvSpPr>
        <p:spPr>
          <a:xfrm>
            <a:off x="2787925" y="4107051"/>
            <a:ext cx="11062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algn="ctr"/>
            <a:br>
              <a:rPr lang="en-US" dirty="0"/>
            </a:br>
            <a:r>
              <a:rPr lang="en-US" dirty="0"/>
              <a:t>master</a:t>
            </a:r>
          </a:p>
          <a:p>
            <a:pPr lvl="0" algn="ctr" rtl="0">
              <a:spcBef>
                <a:spcPts val="0"/>
              </a:spcBef>
              <a:buNone/>
            </a:pPr>
            <a:endParaRPr lang="en-US" dirty="0"/>
          </a:p>
        </p:txBody>
      </p:sp>
      <p:cxnSp>
        <p:nvCxnSpPr>
          <p:cNvPr id="13" name="Shape 248">
            <a:extLst>
              <a:ext uri="{FF2B5EF4-FFF2-40B4-BE49-F238E27FC236}">
                <a16:creationId xmlns:a16="http://schemas.microsoft.com/office/drawing/2014/main" id="{4BD0B368-5620-9560-8AA9-F8528F7D1782}"/>
              </a:ext>
            </a:extLst>
          </p:cNvPr>
          <p:cNvCxnSpPr>
            <a:cxnSpLocks/>
            <a:stCxn id="12" idx="2"/>
            <a:endCxn id="230" idx="0"/>
          </p:cNvCxnSpPr>
          <p:nvPr/>
        </p:nvCxnSpPr>
        <p:spPr>
          <a:xfrm>
            <a:off x="3341025" y="4616451"/>
            <a:ext cx="0" cy="454849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7" name="Shape 235">
            <a:extLst>
              <a:ext uri="{FF2B5EF4-FFF2-40B4-BE49-F238E27FC236}">
                <a16:creationId xmlns:a16="http://schemas.microsoft.com/office/drawing/2014/main" id="{53EE6FEC-3F41-FF8C-0D7C-FAFA258A6252}"/>
              </a:ext>
            </a:extLst>
          </p:cNvPr>
          <p:cNvSpPr/>
          <p:nvPr/>
        </p:nvSpPr>
        <p:spPr>
          <a:xfrm>
            <a:off x="2545100" y="1347567"/>
            <a:ext cx="130655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algn="ctr"/>
            <a:br>
              <a:rPr lang="en-US" dirty="0"/>
            </a:br>
            <a:r>
              <a:rPr lang="en-US" dirty="0"/>
              <a:t>origin/master</a:t>
            </a:r>
          </a:p>
          <a:p>
            <a:pPr lvl="0" algn="ctr" rtl="0">
              <a:spcBef>
                <a:spcPts val="0"/>
              </a:spcBef>
              <a:buNone/>
            </a:pPr>
            <a:endParaRPr lang="en-US" dirty="0"/>
          </a:p>
        </p:txBody>
      </p:sp>
      <p:cxnSp>
        <p:nvCxnSpPr>
          <p:cNvPr id="18" name="Shape 248">
            <a:extLst>
              <a:ext uri="{FF2B5EF4-FFF2-40B4-BE49-F238E27FC236}">
                <a16:creationId xmlns:a16="http://schemas.microsoft.com/office/drawing/2014/main" id="{2143BE47-64FB-FC65-CC27-91EFE21B38A8}"/>
              </a:ext>
            </a:extLst>
          </p:cNvPr>
          <p:cNvCxnSpPr>
            <a:cxnSpLocks/>
          </p:cNvCxnSpPr>
          <p:nvPr/>
        </p:nvCxnSpPr>
        <p:spPr>
          <a:xfrm flipH="1">
            <a:off x="3298550" y="1863825"/>
            <a:ext cx="1" cy="44799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Shape 254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11</a:t>
            </a:fld>
            <a:endParaRPr lang="en-US"/>
          </a:p>
        </p:txBody>
      </p:sp>
      <p:sp>
        <p:nvSpPr>
          <p:cNvPr id="255" name="Shape 255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256" name="Shape 256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257" name="Shape 257"/>
          <p:cNvSpPr/>
          <p:nvPr/>
        </p:nvSpPr>
        <p:spPr>
          <a:xfrm>
            <a:off x="30770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258" name="Shape 258"/>
          <p:cNvCxnSpPr>
            <a:stCxn id="256" idx="1"/>
            <a:endCxn id="255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59" name="Shape 259"/>
          <p:cNvCxnSpPr>
            <a:stCxn id="257" idx="1"/>
            <a:endCxn id="256" idx="3"/>
          </p:cNvCxnSpPr>
          <p:nvPr/>
        </p:nvCxnSpPr>
        <p:spPr>
          <a:xfrm rot="10800000">
            <a:off x="2668450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60" name="Shape 26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Rebasing </a:t>
            </a:r>
            <a:r>
              <a:rPr lang="en-US">
                <a:latin typeface="Merriweather"/>
                <a:ea typeface="Merriweather"/>
                <a:cs typeface="Merriweather"/>
                <a:sym typeface="Merriweather"/>
              </a:rPr>
              <a:t>Remote Tracking Branch</a:t>
            </a:r>
          </a:p>
        </p:txBody>
      </p:sp>
      <p:sp>
        <p:nvSpPr>
          <p:cNvPr id="261" name="Shape 261"/>
          <p:cNvSpPr/>
          <p:nvPr/>
        </p:nvSpPr>
        <p:spPr>
          <a:xfrm>
            <a:off x="452150" y="50353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262" name="Shape 262"/>
          <p:cNvSpPr/>
          <p:nvPr/>
        </p:nvSpPr>
        <p:spPr>
          <a:xfrm>
            <a:off x="1635375" y="50353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263" name="Shape 263"/>
          <p:cNvSpPr/>
          <p:nvPr/>
        </p:nvSpPr>
        <p:spPr>
          <a:xfrm>
            <a:off x="2818600" y="50353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264" name="Shape 264"/>
          <p:cNvCxnSpPr>
            <a:stCxn id="262" idx="1"/>
            <a:endCxn id="261" idx="3"/>
          </p:cNvCxnSpPr>
          <p:nvPr/>
        </p:nvCxnSpPr>
        <p:spPr>
          <a:xfrm rot="10800000">
            <a:off x="1226775" y="52130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65" name="Shape 265"/>
          <p:cNvCxnSpPr>
            <a:stCxn id="263" idx="1"/>
            <a:endCxn id="262" idx="3"/>
          </p:cNvCxnSpPr>
          <p:nvPr/>
        </p:nvCxnSpPr>
        <p:spPr>
          <a:xfrm rot="10800000">
            <a:off x="2410000" y="52130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66" name="Shape 266"/>
          <p:cNvSpPr txBox="1"/>
          <p:nvPr/>
        </p:nvSpPr>
        <p:spPr>
          <a:xfrm>
            <a:off x="0" y="1150050"/>
            <a:ext cx="26685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Local Repository</a:t>
            </a:r>
          </a:p>
        </p:txBody>
      </p:sp>
      <p:sp>
        <p:nvSpPr>
          <p:cNvPr id="267" name="Shape 267"/>
          <p:cNvSpPr txBox="1"/>
          <p:nvPr/>
        </p:nvSpPr>
        <p:spPr>
          <a:xfrm>
            <a:off x="187450" y="4203025"/>
            <a:ext cx="32769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 Remote Repository</a:t>
            </a:r>
          </a:p>
        </p:txBody>
      </p:sp>
      <p:sp>
        <p:nvSpPr>
          <p:cNvPr id="268" name="Shape 268"/>
          <p:cNvSpPr/>
          <p:nvPr/>
        </p:nvSpPr>
        <p:spPr>
          <a:xfrm>
            <a:off x="3957425" y="5817700"/>
            <a:ext cx="8634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master</a:t>
            </a:r>
          </a:p>
        </p:txBody>
      </p:sp>
      <p:sp>
        <p:nvSpPr>
          <p:cNvPr id="269" name="Shape 269"/>
          <p:cNvSpPr/>
          <p:nvPr/>
        </p:nvSpPr>
        <p:spPr>
          <a:xfrm>
            <a:off x="2514601" y="3103900"/>
            <a:ext cx="2055938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origin/feat/PRJ-777</a:t>
            </a:r>
          </a:p>
        </p:txBody>
      </p:sp>
      <p:cxnSp>
        <p:nvCxnSpPr>
          <p:cNvPr id="270" name="Shape 270"/>
          <p:cNvCxnSpPr/>
          <p:nvPr/>
        </p:nvCxnSpPr>
        <p:spPr>
          <a:xfrm rot="10800000">
            <a:off x="3464350" y="26770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71" name="Shape 271"/>
          <p:cNvSpPr/>
          <p:nvPr/>
        </p:nvSpPr>
        <p:spPr>
          <a:xfrm>
            <a:off x="3941717" y="1372787"/>
            <a:ext cx="1255976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feat/PRJ-777</a:t>
            </a:r>
          </a:p>
        </p:txBody>
      </p:sp>
      <p:cxnSp>
        <p:nvCxnSpPr>
          <p:cNvPr id="272" name="Shape 272"/>
          <p:cNvCxnSpPr>
            <a:cxnSpLocks/>
            <a:stCxn id="271" idx="2"/>
            <a:endCxn id="273" idx="0"/>
          </p:cNvCxnSpPr>
          <p:nvPr/>
        </p:nvCxnSpPr>
        <p:spPr>
          <a:xfrm>
            <a:off x="4569705" y="1882187"/>
            <a:ext cx="845" cy="43931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74" name="Shape 274"/>
          <p:cNvSpPr txBox="1"/>
          <p:nvPr/>
        </p:nvSpPr>
        <p:spPr>
          <a:xfrm>
            <a:off x="0" y="2982075"/>
            <a:ext cx="1893825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Remote Tracking Branch</a:t>
            </a:r>
          </a:p>
        </p:txBody>
      </p:sp>
      <p:sp>
        <p:nvSpPr>
          <p:cNvPr id="275" name="Shape 275"/>
          <p:cNvSpPr txBox="1"/>
          <p:nvPr/>
        </p:nvSpPr>
        <p:spPr>
          <a:xfrm>
            <a:off x="5795600" y="1254825"/>
            <a:ext cx="30333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Tracking Branch (Local)</a:t>
            </a:r>
          </a:p>
        </p:txBody>
      </p:sp>
      <p:sp>
        <p:nvSpPr>
          <p:cNvPr id="276" name="Shape 276"/>
          <p:cNvSpPr/>
          <p:nvPr/>
        </p:nvSpPr>
        <p:spPr>
          <a:xfrm>
            <a:off x="4151450" y="726025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277" name="Shape 277"/>
          <p:cNvCxnSpPr>
            <a:cxnSpLocks/>
            <a:stCxn id="276" idx="2"/>
            <a:endCxn id="271" idx="0"/>
          </p:cNvCxnSpPr>
          <p:nvPr/>
        </p:nvCxnSpPr>
        <p:spPr>
          <a:xfrm flipH="1">
            <a:off x="4569705" y="1081525"/>
            <a:ext cx="845" cy="2912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73" name="Shape 273"/>
          <p:cNvSpPr/>
          <p:nvPr/>
        </p:nvSpPr>
        <p:spPr>
          <a:xfrm>
            <a:off x="41832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6df01</a:t>
            </a:r>
          </a:p>
        </p:txBody>
      </p:sp>
      <p:cxnSp>
        <p:nvCxnSpPr>
          <p:cNvPr id="278" name="Shape 278"/>
          <p:cNvCxnSpPr>
            <a:stCxn id="273" idx="1"/>
          </p:cNvCxnSpPr>
          <p:nvPr/>
        </p:nvCxnSpPr>
        <p:spPr>
          <a:xfrm rot="10800000">
            <a:off x="3851750" y="2499250"/>
            <a:ext cx="3315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79" name="Shape 279"/>
          <p:cNvSpPr/>
          <p:nvPr/>
        </p:nvSpPr>
        <p:spPr>
          <a:xfrm>
            <a:off x="4001825" y="50353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280" name="Shape 280"/>
          <p:cNvCxnSpPr>
            <a:stCxn id="279" idx="1"/>
            <a:endCxn id="263" idx="3"/>
          </p:cNvCxnSpPr>
          <p:nvPr/>
        </p:nvCxnSpPr>
        <p:spPr>
          <a:xfrm rot="10800000">
            <a:off x="3593225" y="52130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81" name="Shape 281"/>
          <p:cNvSpPr txBox="1"/>
          <p:nvPr/>
        </p:nvSpPr>
        <p:spPr>
          <a:xfrm>
            <a:off x="5002250" y="3995750"/>
            <a:ext cx="4141800" cy="19629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457200" lvl="0" indent="-381000" rtl="0">
              <a:spcBef>
                <a:spcPts val="0"/>
              </a:spcBef>
              <a:buClr>
                <a:srgbClr val="FF0000"/>
              </a:buClr>
              <a:buSzPct val="100000"/>
              <a:buChar char="●"/>
            </a:pPr>
            <a:r>
              <a:rPr lang="en-US" sz="2400" b="1" dirty="0"/>
              <a:t>Merge another Commit to remote repository from another feature branch</a:t>
            </a:r>
          </a:p>
        </p:txBody>
      </p:sp>
      <p:cxnSp>
        <p:nvCxnSpPr>
          <p:cNvPr id="282" name="Shape 282"/>
          <p:cNvCxnSpPr/>
          <p:nvPr/>
        </p:nvCxnSpPr>
        <p:spPr>
          <a:xfrm>
            <a:off x="0" y="3916750"/>
            <a:ext cx="40635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283" name="Shape 283"/>
          <p:cNvCxnSpPr>
            <a:stCxn id="268" idx="0"/>
            <a:endCxn id="279" idx="2"/>
          </p:cNvCxnSpPr>
          <p:nvPr/>
        </p:nvCxnSpPr>
        <p:spPr>
          <a:xfrm rot="10800000">
            <a:off x="4389125" y="53908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6" name="Shape 239">
            <a:extLst>
              <a:ext uri="{FF2B5EF4-FFF2-40B4-BE49-F238E27FC236}">
                <a16:creationId xmlns:a16="http://schemas.microsoft.com/office/drawing/2014/main" id="{FE00801A-5E4A-45F5-FE23-B67D41036E41}"/>
              </a:ext>
            </a:extLst>
          </p:cNvPr>
          <p:cNvSpPr/>
          <p:nvPr/>
        </p:nvSpPr>
        <p:spPr>
          <a:xfrm>
            <a:off x="2492998" y="1362875"/>
            <a:ext cx="1255976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algn="ctr"/>
            <a:br>
              <a:rPr lang="en-US" dirty="0"/>
            </a:br>
            <a:r>
              <a:rPr lang="en-US" dirty="0" err="1"/>
              <a:t>orig</a:t>
            </a:r>
            <a:r>
              <a:rPr lang="en-US" dirty="0"/>
              <a:t>/master</a:t>
            </a:r>
          </a:p>
          <a:p>
            <a:pPr lvl="0" algn="ctr" rtl="0">
              <a:spcBef>
                <a:spcPts val="0"/>
              </a:spcBef>
              <a:buNone/>
            </a:pPr>
            <a:endParaRPr lang="en-US" dirty="0"/>
          </a:p>
        </p:txBody>
      </p:sp>
      <p:cxnSp>
        <p:nvCxnSpPr>
          <p:cNvPr id="17" name="Shape 272">
            <a:extLst>
              <a:ext uri="{FF2B5EF4-FFF2-40B4-BE49-F238E27FC236}">
                <a16:creationId xmlns:a16="http://schemas.microsoft.com/office/drawing/2014/main" id="{F2F32417-F181-1D16-E9AD-474EA551647B}"/>
              </a:ext>
            </a:extLst>
          </p:cNvPr>
          <p:cNvCxnSpPr>
            <a:cxnSpLocks/>
            <a:endCxn id="257" idx="0"/>
          </p:cNvCxnSpPr>
          <p:nvPr/>
        </p:nvCxnSpPr>
        <p:spPr>
          <a:xfrm>
            <a:off x="3464349" y="1921984"/>
            <a:ext cx="1" cy="399516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1" name="Shape 272">
            <a:extLst>
              <a:ext uri="{FF2B5EF4-FFF2-40B4-BE49-F238E27FC236}">
                <a16:creationId xmlns:a16="http://schemas.microsoft.com/office/drawing/2014/main" id="{203D1E95-9B5A-D19C-C897-62955FE718BD}"/>
              </a:ext>
            </a:extLst>
          </p:cNvPr>
          <p:cNvCxnSpPr>
            <a:cxnSpLocks/>
          </p:cNvCxnSpPr>
          <p:nvPr/>
        </p:nvCxnSpPr>
        <p:spPr>
          <a:xfrm>
            <a:off x="3187208" y="5378387"/>
            <a:ext cx="845" cy="43931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4" name="Shape 269">
            <a:extLst>
              <a:ext uri="{FF2B5EF4-FFF2-40B4-BE49-F238E27FC236}">
                <a16:creationId xmlns:a16="http://schemas.microsoft.com/office/drawing/2014/main" id="{8E228DF1-D7D6-5D9F-FB80-2532A8B4916D}"/>
              </a:ext>
            </a:extLst>
          </p:cNvPr>
          <p:cNvSpPr/>
          <p:nvPr/>
        </p:nvSpPr>
        <p:spPr>
          <a:xfrm>
            <a:off x="1788575" y="5809250"/>
            <a:ext cx="2055938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feat/PRJ-777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Shape 289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12</a:t>
            </a:fld>
            <a:endParaRPr lang="en-US"/>
          </a:p>
        </p:txBody>
      </p:sp>
      <p:sp>
        <p:nvSpPr>
          <p:cNvPr id="290" name="Shape 290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291" name="Shape 291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292" name="Shape 292"/>
          <p:cNvSpPr/>
          <p:nvPr/>
        </p:nvSpPr>
        <p:spPr>
          <a:xfrm>
            <a:off x="30770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293" name="Shape 293"/>
          <p:cNvCxnSpPr>
            <a:stCxn id="291" idx="1"/>
            <a:endCxn id="290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94" name="Shape 294"/>
          <p:cNvCxnSpPr>
            <a:stCxn id="292" idx="1"/>
            <a:endCxn id="291" idx="3"/>
          </p:cNvCxnSpPr>
          <p:nvPr/>
        </p:nvCxnSpPr>
        <p:spPr>
          <a:xfrm rot="10800000">
            <a:off x="2668450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95" name="Shape 29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Rebasing </a:t>
            </a:r>
            <a:r>
              <a:rPr lang="en-US">
                <a:latin typeface="Merriweather"/>
                <a:ea typeface="Merriweather"/>
                <a:cs typeface="Merriweather"/>
                <a:sym typeface="Merriweather"/>
              </a:rPr>
              <a:t>Remote Tracking Branch</a:t>
            </a:r>
          </a:p>
        </p:txBody>
      </p:sp>
      <p:sp>
        <p:nvSpPr>
          <p:cNvPr id="296" name="Shape 296"/>
          <p:cNvSpPr/>
          <p:nvPr/>
        </p:nvSpPr>
        <p:spPr>
          <a:xfrm>
            <a:off x="461225" y="541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297" name="Shape 297"/>
          <p:cNvSpPr/>
          <p:nvPr/>
        </p:nvSpPr>
        <p:spPr>
          <a:xfrm>
            <a:off x="1644450" y="541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298" name="Shape 298"/>
          <p:cNvSpPr/>
          <p:nvPr/>
        </p:nvSpPr>
        <p:spPr>
          <a:xfrm>
            <a:off x="2827675" y="541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299" name="Shape 299"/>
          <p:cNvCxnSpPr>
            <a:stCxn id="297" idx="1"/>
            <a:endCxn id="296" idx="3"/>
          </p:cNvCxnSpPr>
          <p:nvPr/>
        </p:nvCxnSpPr>
        <p:spPr>
          <a:xfrm rot="10800000">
            <a:off x="1235850" y="559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300" name="Shape 300"/>
          <p:cNvCxnSpPr>
            <a:stCxn id="298" idx="1"/>
            <a:endCxn id="297" idx="3"/>
          </p:cNvCxnSpPr>
          <p:nvPr/>
        </p:nvCxnSpPr>
        <p:spPr>
          <a:xfrm rot="10800000">
            <a:off x="2419075" y="559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01" name="Shape 301"/>
          <p:cNvSpPr txBox="1"/>
          <p:nvPr/>
        </p:nvSpPr>
        <p:spPr>
          <a:xfrm>
            <a:off x="0" y="1150050"/>
            <a:ext cx="26685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Local Repository</a:t>
            </a:r>
          </a:p>
        </p:txBody>
      </p:sp>
      <p:sp>
        <p:nvSpPr>
          <p:cNvPr id="302" name="Shape 302"/>
          <p:cNvSpPr txBox="1"/>
          <p:nvPr/>
        </p:nvSpPr>
        <p:spPr>
          <a:xfrm>
            <a:off x="23100" y="4657163"/>
            <a:ext cx="32769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 Remote Repository</a:t>
            </a:r>
          </a:p>
        </p:txBody>
      </p:sp>
      <p:sp>
        <p:nvSpPr>
          <p:cNvPr id="303" name="Shape 303"/>
          <p:cNvSpPr/>
          <p:nvPr/>
        </p:nvSpPr>
        <p:spPr>
          <a:xfrm>
            <a:off x="3966500" y="6200000"/>
            <a:ext cx="8634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master</a:t>
            </a:r>
          </a:p>
        </p:txBody>
      </p:sp>
      <p:cxnSp>
        <p:nvCxnSpPr>
          <p:cNvPr id="304" name="Shape 304"/>
          <p:cNvCxnSpPr>
            <a:stCxn id="303" idx="0"/>
            <a:endCxn id="305" idx="2"/>
          </p:cNvCxnSpPr>
          <p:nvPr/>
        </p:nvCxnSpPr>
        <p:spPr>
          <a:xfrm rot="10800000">
            <a:off x="4398200" y="57731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06" name="Shape 306"/>
          <p:cNvSpPr/>
          <p:nvPr/>
        </p:nvSpPr>
        <p:spPr>
          <a:xfrm>
            <a:off x="4960100" y="3814125"/>
            <a:ext cx="1266000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origin/master</a:t>
            </a:r>
          </a:p>
        </p:txBody>
      </p:sp>
      <p:cxnSp>
        <p:nvCxnSpPr>
          <p:cNvPr id="307" name="Shape 307"/>
          <p:cNvCxnSpPr/>
          <p:nvPr/>
        </p:nvCxnSpPr>
        <p:spPr>
          <a:xfrm rot="10800000">
            <a:off x="5593100" y="33819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08" name="Shape 308"/>
          <p:cNvSpPr/>
          <p:nvPr/>
        </p:nvSpPr>
        <p:spPr>
          <a:xfrm>
            <a:off x="3851650" y="1354425"/>
            <a:ext cx="148235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feat/PRJ-777</a:t>
            </a:r>
          </a:p>
        </p:txBody>
      </p:sp>
      <p:cxnSp>
        <p:nvCxnSpPr>
          <p:cNvPr id="309" name="Shape 309"/>
          <p:cNvCxnSpPr>
            <a:cxnSpLocks/>
            <a:stCxn id="308" idx="2"/>
            <a:endCxn id="310" idx="0"/>
          </p:cNvCxnSpPr>
          <p:nvPr/>
        </p:nvCxnSpPr>
        <p:spPr>
          <a:xfrm flipH="1">
            <a:off x="4570550" y="1863825"/>
            <a:ext cx="22275" cy="45767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11" name="Shape 311"/>
          <p:cNvSpPr txBox="1"/>
          <p:nvPr/>
        </p:nvSpPr>
        <p:spPr>
          <a:xfrm>
            <a:off x="1826993" y="3731151"/>
            <a:ext cx="27969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Remote Tracking Branch</a:t>
            </a:r>
          </a:p>
        </p:txBody>
      </p:sp>
      <p:sp>
        <p:nvSpPr>
          <p:cNvPr id="312" name="Shape 312"/>
          <p:cNvSpPr txBox="1"/>
          <p:nvPr/>
        </p:nvSpPr>
        <p:spPr>
          <a:xfrm>
            <a:off x="5753100" y="1254825"/>
            <a:ext cx="30333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Tracking Branch (Local)</a:t>
            </a:r>
          </a:p>
        </p:txBody>
      </p:sp>
      <p:sp>
        <p:nvSpPr>
          <p:cNvPr id="313" name="Shape 313"/>
          <p:cNvSpPr/>
          <p:nvPr/>
        </p:nvSpPr>
        <p:spPr>
          <a:xfrm>
            <a:off x="4151450" y="726025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314" name="Shape 314"/>
          <p:cNvCxnSpPr>
            <a:cxnSpLocks/>
            <a:endCxn id="308" idx="0"/>
          </p:cNvCxnSpPr>
          <p:nvPr/>
        </p:nvCxnSpPr>
        <p:spPr>
          <a:xfrm>
            <a:off x="4570550" y="1028625"/>
            <a:ext cx="22275" cy="325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10" name="Shape 310"/>
          <p:cNvSpPr/>
          <p:nvPr/>
        </p:nvSpPr>
        <p:spPr>
          <a:xfrm>
            <a:off x="41832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6df01</a:t>
            </a:r>
          </a:p>
        </p:txBody>
      </p:sp>
      <p:cxnSp>
        <p:nvCxnSpPr>
          <p:cNvPr id="315" name="Shape 315"/>
          <p:cNvCxnSpPr>
            <a:stCxn id="310" idx="1"/>
          </p:cNvCxnSpPr>
          <p:nvPr/>
        </p:nvCxnSpPr>
        <p:spPr>
          <a:xfrm rot="10800000">
            <a:off x="3851750" y="2499250"/>
            <a:ext cx="3315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05" name="Shape 305"/>
          <p:cNvSpPr/>
          <p:nvPr/>
        </p:nvSpPr>
        <p:spPr>
          <a:xfrm>
            <a:off x="4010900" y="541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316" name="Shape 316"/>
          <p:cNvCxnSpPr>
            <a:stCxn id="305" idx="1"/>
            <a:endCxn id="298" idx="3"/>
          </p:cNvCxnSpPr>
          <p:nvPr/>
        </p:nvCxnSpPr>
        <p:spPr>
          <a:xfrm rot="10800000">
            <a:off x="3602300" y="559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17" name="Shape 317"/>
          <p:cNvSpPr txBox="1"/>
          <p:nvPr/>
        </p:nvSpPr>
        <p:spPr>
          <a:xfrm>
            <a:off x="6226100" y="2195275"/>
            <a:ext cx="2796900" cy="4505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457200" lvl="0" indent="-381000" rtl="0">
              <a:spcBef>
                <a:spcPts val="0"/>
              </a:spcBef>
              <a:buClr>
                <a:srgbClr val="FF0000"/>
              </a:buClr>
              <a:buSzPct val="100000"/>
              <a:buChar char="●"/>
            </a:pPr>
            <a:r>
              <a:rPr lang="en-US" sz="2400" b="1"/>
              <a:t>Fetch/Pull the Commit from remote repository to Remote Tracking Branch</a:t>
            </a:r>
          </a:p>
        </p:txBody>
      </p:sp>
      <p:sp>
        <p:nvSpPr>
          <p:cNvPr id="318" name="Shape 318"/>
          <p:cNvSpPr/>
          <p:nvPr/>
        </p:nvSpPr>
        <p:spPr>
          <a:xfrm>
            <a:off x="5205800" y="30264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319" name="Shape 319"/>
          <p:cNvCxnSpPr>
            <a:stCxn id="318" idx="1"/>
            <a:endCxn id="292" idx="2"/>
          </p:cNvCxnSpPr>
          <p:nvPr/>
        </p:nvCxnSpPr>
        <p:spPr>
          <a:xfrm rot="10800000">
            <a:off x="3464300" y="2677050"/>
            <a:ext cx="1741500" cy="52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20" name="Shape 320"/>
          <p:cNvSpPr/>
          <p:nvPr/>
        </p:nvSpPr>
        <p:spPr>
          <a:xfrm>
            <a:off x="4991900" y="4497050"/>
            <a:ext cx="988500" cy="2056200"/>
          </a:xfrm>
          <a:prstGeom prst="bentUpArrow">
            <a:avLst>
              <a:gd name="adj1" fmla="val 25000"/>
              <a:gd name="adj2" fmla="val 25000"/>
              <a:gd name="adj3" fmla="val 25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cxnSp>
        <p:nvCxnSpPr>
          <p:cNvPr id="321" name="Shape 321"/>
          <p:cNvCxnSpPr/>
          <p:nvPr/>
        </p:nvCxnSpPr>
        <p:spPr>
          <a:xfrm>
            <a:off x="0" y="4432825"/>
            <a:ext cx="40635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10" name="Shape 269">
            <a:extLst>
              <a:ext uri="{FF2B5EF4-FFF2-40B4-BE49-F238E27FC236}">
                <a16:creationId xmlns:a16="http://schemas.microsoft.com/office/drawing/2014/main" id="{B034F0C2-27BA-9B89-3754-A3FD53C727BB}"/>
              </a:ext>
            </a:extLst>
          </p:cNvPr>
          <p:cNvSpPr/>
          <p:nvPr/>
        </p:nvSpPr>
        <p:spPr>
          <a:xfrm>
            <a:off x="1826993" y="6164967"/>
            <a:ext cx="2055938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feat/PRJ-777</a:t>
            </a:r>
          </a:p>
        </p:txBody>
      </p:sp>
      <p:sp>
        <p:nvSpPr>
          <p:cNvPr id="11" name="Shape 269">
            <a:extLst>
              <a:ext uri="{FF2B5EF4-FFF2-40B4-BE49-F238E27FC236}">
                <a16:creationId xmlns:a16="http://schemas.microsoft.com/office/drawing/2014/main" id="{E4695B24-9243-1647-67C8-AE19325B91FE}"/>
              </a:ext>
            </a:extLst>
          </p:cNvPr>
          <p:cNvSpPr/>
          <p:nvPr/>
        </p:nvSpPr>
        <p:spPr>
          <a:xfrm>
            <a:off x="2194680" y="3100676"/>
            <a:ext cx="2055938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feat/PRJ-777</a:t>
            </a:r>
          </a:p>
        </p:txBody>
      </p:sp>
      <p:cxnSp>
        <p:nvCxnSpPr>
          <p:cNvPr id="12" name="Shape 304">
            <a:extLst>
              <a:ext uri="{FF2B5EF4-FFF2-40B4-BE49-F238E27FC236}">
                <a16:creationId xmlns:a16="http://schemas.microsoft.com/office/drawing/2014/main" id="{DAB89635-5CB3-2A45-5913-C2D3E95A5239}"/>
              </a:ext>
            </a:extLst>
          </p:cNvPr>
          <p:cNvCxnSpPr/>
          <p:nvPr/>
        </p:nvCxnSpPr>
        <p:spPr>
          <a:xfrm rot="10800000">
            <a:off x="3184316" y="5738067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13" name="Shape 304">
            <a:extLst>
              <a:ext uri="{FF2B5EF4-FFF2-40B4-BE49-F238E27FC236}">
                <a16:creationId xmlns:a16="http://schemas.microsoft.com/office/drawing/2014/main" id="{5F4D6748-CFD8-6B3B-810D-5513DFA3C495}"/>
              </a:ext>
            </a:extLst>
          </p:cNvPr>
          <p:cNvCxnSpPr/>
          <p:nvPr/>
        </p:nvCxnSpPr>
        <p:spPr>
          <a:xfrm rot="10800000">
            <a:off x="3425550" y="2673776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Shape 327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13</a:t>
            </a:fld>
            <a:endParaRPr lang="en-US"/>
          </a:p>
        </p:txBody>
      </p:sp>
      <p:sp>
        <p:nvSpPr>
          <p:cNvPr id="328" name="Shape 328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329" name="Shape 329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330" name="Shape 330"/>
          <p:cNvSpPr/>
          <p:nvPr/>
        </p:nvSpPr>
        <p:spPr>
          <a:xfrm>
            <a:off x="30770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331" name="Shape 331"/>
          <p:cNvCxnSpPr>
            <a:stCxn id="329" idx="1"/>
            <a:endCxn id="328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332" name="Shape 332"/>
          <p:cNvCxnSpPr>
            <a:stCxn id="330" idx="1"/>
            <a:endCxn id="329" idx="3"/>
          </p:cNvCxnSpPr>
          <p:nvPr/>
        </p:nvCxnSpPr>
        <p:spPr>
          <a:xfrm rot="10800000">
            <a:off x="2668450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33" name="Shape 33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 dirty="0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Rebasing origin/master</a:t>
            </a:r>
            <a:endParaRPr lang="en-US" dirty="0"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34" name="Shape 334"/>
          <p:cNvSpPr/>
          <p:nvPr/>
        </p:nvSpPr>
        <p:spPr>
          <a:xfrm>
            <a:off x="473150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335" name="Shape 335"/>
          <p:cNvSpPr/>
          <p:nvPr/>
        </p:nvSpPr>
        <p:spPr>
          <a:xfrm>
            <a:off x="1656375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336" name="Shape 336"/>
          <p:cNvSpPr/>
          <p:nvPr/>
        </p:nvSpPr>
        <p:spPr>
          <a:xfrm>
            <a:off x="2839600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337" name="Shape 337"/>
          <p:cNvCxnSpPr>
            <a:stCxn id="335" idx="1"/>
            <a:endCxn id="334" idx="3"/>
          </p:cNvCxnSpPr>
          <p:nvPr/>
        </p:nvCxnSpPr>
        <p:spPr>
          <a:xfrm rot="10800000">
            <a:off x="1247775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338" name="Shape 338"/>
          <p:cNvCxnSpPr>
            <a:stCxn id="336" idx="1"/>
            <a:endCxn id="335" idx="3"/>
          </p:cNvCxnSpPr>
          <p:nvPr/>
        </p:nvCxnSpPr>
        <p:spPr>
          <a:xfrm rot="10800000">
            <a:off x="2431000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39" name="Shape 339"/>
          <p:cNvSpPr txBox="1"/>
          <p:nvPr/>
        </p:nvSpPr>
        <p:spPr>
          <a:xfrm>
            <a:off x="0" y="1150050"/>
            <a:ext cx="26685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Local Repository</a:t>
            </a:r>
          </a:p>
        </p:txBody>
      </p:sp>
      <p:sp>
        <p:nvSpPr>
          <p:cNvPr id="340" name="Shape 340"/>
          <p:cNvSpPr txBox="1"/>
          <p:nvPr/>
        </p:nvSpPr>
        <p:spPr>
          <a:xfrm>
            <a:off x="35025" y="4729563"/>
            <a:ext cx="32769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 Remote Repository</a:t>
            </a:r>
          </a:p>
        </p:txBody>
      </p:sp>
      <p:sp>
        <p:nvSpPr>
          <p:cNvPr id="341" name="Shape 341"/>
          <p:cNvSpPr/>
          <p:nvPr/>
        </p:nvSpPr>
        <p:spPr>
          <a:xfrm>
            <a:off x="3978425" y="6272400"/>
            <a:ext cx="8634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master</a:t>
            </a:r>
          </a:p>
        </p:txBody>
      </p:sp>
      <p:cxnSp>
        <p:nvCxnSpPr>
          <p:cNvPr id="342" name="Shape 342"/>
          <p:cNvCxnSpPr>
            <a:stCxn id="341" idx="0"/>
            <a:endCxn id="343" idx="2"/>
          </p:cNvCxnSpPr>
          <p:nvPr/>
        </p:nvCxnSpPr>
        <p:spPr>
          <a:xfrm rot="10800000">
            <a:off x="4410125" y="58455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44" name="Shape 344"/>
          <p:cNvSpPr/>
          <p:nvPr/>
        </p:nvSpPr>
        <p:spPr>
          <a:xfrm>
            <a:off x="4960100" y="3814125"/>
            <a:ext cx="1266000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origin/master</a:t>
            </a:r>
          </a:p>
        </p:txBody>
      </p:sp>
      <p:cxnSp>
        <p:nvCxnSpPr>
          <p:cNvPr id="345" name="Shape 345"/>
          <p:cNvCxnSpPr/>
          <p:nvPr/>
        </p:nvCxnSpPr>
        <p:spPr>
          <a:xfrm rot="10800000">
            <a:off x="5593100" y="33819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46" name="Shape 346"/>
          <p:cNvSpPr/>
          <p:nvPr/>
        </p:nvSpPr>
        <p:spPr>
          <a:xfrm>
            <a:off x="4862800" y="1557675"/>
            <a:ext cx="14618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feat/PRJ-777</a:t>
            </a:r>
          </a:p>
        </p:txBody>
      </p:sp>
      <p:cxnSp>
        <p:nvCxnSpPr>
          <p:cNvPr id="347" name="Shape 347"/>
          <p:cNvCxnSpPr>
            <a:cxnSpLocks/>
            <a:stCxn id="346" idx="2"/>
            <a:endCxn id="348" idx="0"/>
          </p:cNvCxnSpPr>
          <p:nvPr/>
        </p:nvCxnSpPr>
        <p:spPr>
          <a:xfrm flipH="1">
            <a:off x="5593100" y="2067075"/>
            <a:ext cx="600" cy="95932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49" name="Shape 349"/>
          <p:cNvSpPr txBox="1"/>
          <p:nvPr/>
        </p:nvSpPr>
        <p:spPr>
          <a:xfrm>
            <a:off x="2000525" y="4001149"/>
            <a:ext cx="27969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Remote Tracking Branch</a:t>
            </a:r>
          </a:p>
        </p:txBody>
      </p:sp>
      <p:sp>
        <p:nvSpPr>
          <p:cNvPr id="350" name="Shape 350"/>
          <p:cNvSpPr txBox="1"/>
          <p:nvPr/>
        </p:nvSpPr>
        <p:spPr>
          <a:xfrm>
            <a:off x="6502050" y="1286667"/>
            <a:ext cx="201325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Tracking Branch (Local)</a:t>
            </a:r>
          </a:p>
        </p:txBody>
      </p:sp>
      <p:sp>
        <p:nvSpPr>
          <p:cNvPr id="351" name="Shape 351"/>
          <p:cNvSpPr/>
          <p:nvPr/>
        </p:nvSpPr>
        <p:spPr>
          <a:xfrm>
            <a:off x="5174000" y="929275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352" name="Shape 352"/>
          <p:cNvCxnSpPr>
            <a:cxnSpLocks/>
            <a:endCxn id="346" idx="0"/>
          </p:cNvCxnSpPr>
          <p:nvPr/>
        </p:nvCxnSpPr>
        <p:spPr>
          <a:xfrm>
            <a:off x="5593100" y="1231875"/>
            <a:ext cx="600" cy="325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53" name="Shape 353"/>
          <p:cNvSpPr/>
          <p:nvPr/>
        </p:nvSpPr>
        <p:spPr>
          <a:xfrm>
            <a:off x="41832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6df01</a:t>
            </a:r>
          </a:p>
        </p:txBody>
      </p:sp>
      <p:cxnSp>
        <p:nvCxnSpPr>
          <p:cNvPr id="354" name="Shape 354"/>
          <p:cNvCxnSpPr>
            <a:stCxn id="353" idx="1"/>
          </p:cNvCxnSpPr>
          <p:nvPr/>
        </p:nvCxnSpPr>
        <p:spPr>
          <a:xfrm rot="10800000">
            <a:off x="3851750" y="2499250"/>
            <a:ext cx="3315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43" name="Shape 343"/>
          <p:cNvSpPr/>
          <p:nvPr/>
        </p:nvSpPr>
        <p:spPr>
          <a:xfrm>
            <a:off x="4022825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355" name="Shape 355"/>
          <p:cNvCxnSpPr>
            <a:stCxn id="343" idx="1"/>
            <a:endCxn id="336" idx="3"/>
          </p:cNvCxnSpPr>
          <p:nvPr/>
        </p:nvCxnSpPr>
        <p:spPr>
          <a:xfrm rot="10800000">
            <a:off x="3614225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56" name="Shape 356"/>
          <p:cNvSpPr txBox="1"/>
          <p:nvPr/>
        </p:nvSpPr>
        <p:spPr>
          <a:xfrm>
            <a:off x="6226100" y="2067075"/>
            <a:ext cx="2796900" cy="281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457200" marR="25400" lvl="0" indent="-381000" rtl="0">
              <a:lnSpc>
                <a:spcPct val="113400"/>
              </a:lnSpc>
              <a:spcBef>
                <a:spcPts val="800"/>
              </a:spcBef>
              <a:spcAft>
                <a:spcPts val="800"/>
              </a:spcAft>
              <a:buClr>
                <a:srgbClr val="FF0000"/>
              </a:buClr>
              <a:buSzPct val="133333"/>
              <a:buChar char="●"/>
            </a:pPr>
            <a:r>
              <a:rPr lang="en-US" sz="1800" dirty="0">
                <a:solidFill>
                  <a:srgbClr val="333333"/>
                </a:solidFill>
                <a:highlight>
                  <a:srgbClr val="FFFFFF"/>
                </a:highlight>
              </a:rPr>
              <a:t>$ git rebase origin/master</a:t>
            </a:r>
            <a:br>
              <a:rPr lang="en-US" sz="1800" dirty="0">
                <a:solidFill>
                  <a:srgbClr val="333333"/>
                </a:solidFill>
                <a:highlight>
                  <a:srgbClr val="FFFFFF"/>
                </a:highlight>
              </a:rPr>
            </a:br>
            <a:r>
              <a:rPr lang="en-US" sz="2400" dirty="0">
                <a:solidFill>
                  <a:srgbClr val="333333"/>
                </a:solidFill>
                <a:highlight>
                  <a:srgbClr val="FFFFFF"/>
                </a:highlight>
              </a:rPr>
              <a:t>First, rewinding head to replay your work on top of it...</a:t>
            </a:r>
          </a:p>
          <a:p>
            <a:pPr lvl="0" rtl="0">
              <a:spcBef>
                <a:spcPts val="0"/>
              </a:spcBef>
              <a:buNone/>
            </a:pPr>
            <a:endParaRPr sz="2400" b="1" dirty="0"/>
          </a:p>
        </p:txBody>
      </p:sp>
      <p:sp>
        <p:nvSpPr>
          <p:cNvPr id="348" name="Shape 348"/>
          <p:cNvSpPr/>
          <p:nvPr/>
        </p:nvSpPr>
        <p:spPr>
          <a:xfrm>
            <a:off x="5205800" y="30264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357" name="Shape 357"/>
          <p:cNvCxnSpPr>
            <a:stCxn id="348" idx="1"/>
            <a:endCxn id="330" idx="2"/>
          </p:cNvCxnSpPr>
          <p:nvPr/>
        </p:nvCxnSpPr>
        <p:spPr>
          <a:xfrm rot="10800000">
            <a:off x="3464300" y="2677050"/>
            <a:ext cx="1741500" cy="52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358" name="Shape 358"/>
          <p:cNvCxnSpPr/>
          <p:nvPr/>
        </p:nvCxnSpPr>
        <p:spPr>
          <a:xfrm>
            <a:off x="0" y="4537325"/>
            <a:ext cx="40635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359" name="Shape 359"/>
          <p:cNvSpPr txBox="1"/>
          <p:nvPr/>
        </p:nvSpPr>
        <p:spPr>
          <a:xfrm>
            <a:off x="7901950" y="2537625"/>
            <a:ext cx="7336500" cy="8559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" name="Shape 269">
            <a:extLst>
              <a:ext uri="{FF2B5EF4-FFF2-40B4-BE49-F238E27FC236}">
                <a16:creationId xmlns:a16="http://schemas.microsoft.com/office/drawing/2014/main" id="{E9820D03-692E-C87D-F049-DFF45A95611E}"/>
              </a:ext>
            </a:extLst>
          </p:cNvPr>
          <p:cNvSpPr/>
          <p:nvPr/>
        </p:nvSpPr>
        <p:spPr>
          <a:xfrm>
            <a:off x="2418609" y="3114954"/>
            <a:ext cx="2055938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origin/feat/PRJ-777</a:t>
            </a:r>
          </a:p>
        </p:txBody>
      </p:sp>
      <p:cxnSp>
        <p:nvCxnSpPr>
          <p:cNvPr id="7" name="Shape 345">
            <a:extLst>
              <a:ext uri="{FF2B5EF4-FFF2-40B4-BE49-F238E27FC236}">
                <a16:creationId xmlns:a16="http://schemas.microsoft.com/office/drawing/2014/main" id="{48C3A37E-0984-04ED-1C9D-D5173E0052DA}"/>
              </a:ext>
            </a:extLst>
          </p:cNvPr>
          <p:cNvCxnSpPr/>
          <p:nvPr/>
        </p:nvCxnSpPr>
        <p:spPr>
          <a:xfrm rot="10800000">
            <a:off x="3452467" y="26770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8" name="Shape 269">
            <a:extLst>
              <a:ext uri="{FF2B5EF4-FFF2-40B4-BE49-F238E27FC236}">
                <a16:creationId xmlns:a16="http://schemas.microsoft.com/office/drawing/2014/main" id="{0A894F88-E942-D7CF-F866-C84C554048BC}"/>
              </a:ext>
            </a:extLst>
          </p:cNvPr>
          <p:cNvSpPr/>
          <p:nvPr/>
        </p:nvSpPr>
        <p:spPr>
          <a:xfrm>
            <a:off x="1811631" y="6151434"/>
            <a:ext cx="2055938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feat/PRJ-777</a:t>
            </a:r>
          </a:p>
        </p:txBody>
      </p:sp>
      <p:cxnSp>
        <p:nvCxnSpPr>
          <p:cNvPr id="9" name="Shape 342">
            <a:extLst>
              <a:ext uri="{FF2B5EF4-FFF2-40B4-BE49-F238E27FC236}">
                <a16:creationId xmlns:a16="http://schemas.microsoft.com/office/drawing/2014/main" id="{2FDB4CF3-60E7-7B12-0172-9779E049F986}"/>
              </a:ext>
            </a:extLst>
          </p:cNvPr>
          <p:cNvCxnSpPr>
            <a:cxnSpLocks/>
          </p:cNvCxnSpPr>
          <p:nvPr/>
        </p:nvCxnSpPr>
        <p:spPr>
          <a:xfrm flipV="1">
            <a:off x="3135308" y="5845500"/>
            <a:ext cx="0" cy="319467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Shape 365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14</a:t>
            </a:fld>
            <a:endParaRPr lang="en-US"/>
          </a:p>
        </p:txBody>
      </p:sp>
      <p:sp>
        <p:nvSpPr>
          <p:cNvPr id="366" name="Shape 366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367" name="Shape 367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368" name="Shape 368"/>
          <p:cNvSpPr/>
          <p:nvPr/>
        </p:nvSpPr>
        <p:spPr>
          <a:xfrm>
            <a:off x="30770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369" name="Shape 369"/>
          <p:cNvCxnSpPr>
            <a:stCxn id="367" idx="1"/>
            <a:endCxn id="366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370" name="Shape 370"/>
          <p:cNvCxnSpPr>
            <a:stCxn id="368" idx="1"/>
            <a:endCxn id="367" idx="3"/>
          </p:cNvCxnSpPr>
          <p:nvPr/>
        </p:nvCxnSpPr>
        <p:spPr>
          <a:xfrm rot="10800000">
            <a:off x="2668450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71" name="Shape 37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Rebasing </a:t>
            </a:r>
            <a:r>
              <a:rPr lang="en-US">
                <a:latin typeface="Merriweather"/>
                <a:ea typeface="Merriweather"/>
                <a:cs typeface="Merriweather"/>
                <a:sym typeface="Merriweather"/>
              </a:rPr>
              <a:t>Remote Tracking Branch</a:t>
            </a:r>
          </a:p>
        </p:txBody>
      </p:sp>
      <p:sp>
        <p:nvSpPr>
          <p:cNvPr id="372" name="Shape 372"/>
          <p:cNvSpPr/>
          <p:nvPr/>
        </p:nvSpPr>
        <p:spPr>
          <a:xfrm>
            <a:off x="473150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373" name="Shape 373"/>
          <p:cNvSpPr/>
          <p:nvPr/>
        </p:nvSpPr>
        <p:spPr>
          <a:xfrm>
            <a:off x="1656375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374" name="Shape 374"/>
          <p:cNvSpPr/>
          <p:nvPr/>
        </p:nvSpPr>
        <p:spPr>
          <a:xfrm>
            <a:off x="2839600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375" name="Shape 375"/>
          <p:cNvCxnSpPr>
            <a:stCxn id="373" idx="1"/>
            <a:endCxn id="372" idx="3"/>
          </p:cNvCxnSpPr>
          <p:nvPr/>
        </p:nvCxnSpPr>
        <p:spPr>
          <a:xfrm rot="10800000">
            <a:off x="1247775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376" name="Shape 376"/>
          <p:cNvCxnSpPr>
            <a:stCxn id="374" idx="1"/>
            <a:endCxn id="373" idx="3"/>
          </p:cNvCxnSpPr>
          <p:nvPr/>
        </p:nvCxnSpPr>
        <p:spPr>
          <a:xfrm rot="10800000">
            <a:off x="2431000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77" name="Shape 377"/>
          <p:cNvSpPr txBox="1"/>
          <p:nvPr/>
        </p:nvSpPr>
        <p:spPr>
          <a:xfrm>
            <a:off x="0" y="1150050"/>
            <a:ext cx="26685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Local Repository</a:t>
            </a:r>
          </a:p>
        </p:txBody>
      </p:sp>
      <p:sp>
        <p:nvSpPr>
          <p:cNvPr id="378" name="Shape 378"/>
          <p:cNvSpPr txBox="1"/>
          <p:nvPr/>
        </p:nvSpPr>
        <p:spPr>
          <a:xfrm>
            <a:off x="35025" y="4729563"/>
            <a:ext cx="32769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 Remote Repository</a:t>
            </a:r>
          </a:p>
        </p:txBody>
      </p:sp>
      <p:sp>
        <p:nvSpPr>
          <p:cNvPr id="379" name="Shape 379"/>
          <p:cNvSpPr/>
          <p:nvPr/>
        </p:nvSpPr>
        <p:spPr>
          <a:xfrm>
            <a:off x="3978425" y="6272400"/>
            <a:ext cx="8634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master</a:t>
            </a:r>
          </a:p>
        </p:txBody>
      </p:sp>
      <p:cxnSp>
        <p:nvCxnSpPr>
          <p:cNvPr id="380" name="Shape 380"/>
          <p:cNvCxnSpPr>
            <a:stCxn id="379" idx="0"/>
            <a:endCxn id="381" idx="2"/>
          </p:cNvCxnSpPr>
          <p:nvPr/>
        </p:nvCxnSpPr>
        <p:spPr>
          <a:xfrm rot="10800000">
            <a:off x="4410125" y="58455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82" name="Shape 382"/>
          <p:cNvSpPr/>
          <p:nvPr/>
        </p:nvSpPr>
        <p:spPr>
          <a:xfrm>
            <a:off x="4958750" y="3107425"/>
            <a:ext cx="1266000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origin/master</a:t>
            </a:r>
          </a:p>
        </p:txBody>
      </p:sp>
      <p:cxnSp>
        <p:nvCxnSpPr>
          <p:cNvPr id="383" name="Shape 383"/>
          <p:cNvCxnSpPr>
            <a:stCxn id="382" idx="0"/>
            <a:endCxn id="384" idx="2"/>
          </p:cNvCxnSpPr>
          <p:nvPr/>
        </p:nvCxnSpPr>
        <p:spPr>
          <a:xfrm rot="10800000">
            <a:off x="5591750" y="2647525"/>
            <a:ext cx="0" cy="459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85" name="Shape 385"/>
          <p:cNvSpPr/>
          <p:nvPr/>
        </p:nvSpPr>
        <p:spPr>
          <a:xfrm>
            <a:off x="6060183" y="1443697"/>
            <a:ext cx="1227725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feat/PRJ-777</a:t>
            </a:r>
          </a:p>
        </p:txBody>
      </p:sp>
      <p:cxnSp>
        <p:nvCxnSpPr>
          <p:cNvPr id="386" name="Shape 386"/>
          <p:cNvCxnSpPr>
            <a:cxnSpLocks/>
            <a:endCxn id="387" idx="0"/>
          </p:cNvCxnSpPr>
          <p:nvPr/>
        </p:nvCxnSpPr>
        <p:spPr>
          <a:xfrm>
            <a:off x="6775075" y="1919613"/>
            <a:ext cx="0" cy="37243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88" name="Shape 388"/>
          <p:cNvSpPr txBox="1"/>
          <p:nvPr/>
        </p:nvSpPr>
        <p:spPr>
          <a:xfrm>
            <a:off x="352162" y="3084475"/>
            <a:ext cx="2055936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Remote Tracking Branch</a:t>
            </a:r>
          </a:p>
        </p:txBody>
      </p:sp>
      <p:sp>
        <p:nvSpPr>
          <p:cNvPr id="389" name="Shape 389"/>
          <p:cNvSpPr txBox="1"/>
          <p:nvPr/>
        </p:nvSpPr>
        <p:spPr>
          <a:xfrm>
            <a:off x="7619999" y="1378925"/>
            <a:ext cx="1523875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Tracking Branch (Local)</a:t>
            </a:r>
          </a:p>
        </p:txBody>
      </p:sp>
      <p:sp>
        <p:nvSpPr>
          <p:cNvPr id="390" name="Shape 390"/>
          <p:cNvSpPr/>
          <p:nvPr/>
        </p:nvSpPr>
        <p:spPr>
          <a:xfrm>
            <a:off x="6254945" y="833589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391" name="Shape 391"/>
          <p:cNvCxnSpPr>
            <a:cxnSpLocks/>
            <a:stCxn id="390" idx="2"/>
            <a:endCxn id="385" idx="0"/>
          </p:cNvCxnSpPr>
          <p:nvPr/>
        </p:nvCxnSpPr>
        <p:spPr>
          <a:xfrm>
            <a:off x="6674045" y="1189089"/>
            <a:ext cx="1" cy="25460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92" name="Shape 392"/>
          <p:cNvSpPr/>
          <p:nvPr/>
        </p:nvSpPr>
        <p:spPr>
          <a:xfrm>
            <a:off x="4063500" y="163462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1905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b="1">
                <a:solidFill>
                  <a:srgbClr val="666666"/>
                </a:solidFill>
              </a:rPr>
              <a:t>6df0</a:t>
            </a:r>
            <a:r>
              <a:rPr lang="en-US" b="1">
                <a:solidFill>
                  <a:srgbClr val="CCCCCC"/>
                </a:solidFill>
              </a:rPr>
              <a:t>1</a:t>
            </a:r>
          </a:p>
        </p:txBody>
      </p:sp>
      <p:cxnSp>
        <p:nvCxnSpPr>
          <p:cNvPr id="393" name="Shape 393"/>
          <p:cNvCxnSpPr>
            <a:stCxn id="392" idx="1"/>
          </p:cNvCxnSpPr>
          <p:nvPr/>
        </p:nvCxnSpPr>
        <p:spPr>
          <a:xfrm flipH="1">
            <a:off x="3432600" y="1812375"/>
            <a:ext cx="630900" cy="509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81" name="Shape 381"/>
          <p:cNvSpPr/>
          <p:nvPr/>
        </p:nvSpPr>
        <p:spPr>
          <a:xfrm>
            <a:off x="4022825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394" name="Shape 394"/>
          <p:cNvCxnSpPr>
            <a:stCxn id="381" idx="1"/>
            <a:endCxn id="374" idx="3"/>
          </p:cNvCxnSpPr>
          <p:nvPr/>
        </p:nvCxnSpPr>
        <p:spPr>
          <a:xfrm rot="10800000">
            <a:off x="3614225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95" name="Shape 395"/>
          <p:cNvSpPr txBox="1"/>
          <p:nvPr/>
        </p:nvSpPr>
        <p:spPr>
          <a:xfrm>
            <a:off x="6366350" y="2604229"/>
            <a:ext cx="2889300" cy="40653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457200" marR="25400" lvl="0" indent="-381000" rtl="0">
              <a:lnSpc>
                <a:spcPct val="113400"/>
              </a:lnSpc>
              <a:spcBef>
                <a:spcPts val="800"/>
              </a:spcBef>
              <a:spcAft>
                <a:spcPts val="800"/>
              </a:spcAft>
              <a:buClr>
                <a:srgbClr val="FF0000"/>
              </a:buClr>
              <a:buSzPct val="133333"/>
              <a:buChar char="●"/>
            </a:pPr>
            <a:r>
              <a:rPr lang="en-US" sz="1800" dirty="0">
                <a:solidFill>
                  <a:srgbClr val="333333"/>
                </a:solidFill>
                <a:highlight>
                  <a:srgbClr val="FFFFFF"/>
                </a:highlight>
              </a:rPr>
              <a:t>$ git rebase origin/master</a:t>
            </a:r>
            <a:br>
              <a:rPr lang="en-US" sz="1800" dirty="0">
                <a:solidFill>
                  <a:srgbClr val="333333"/>
                </a:solidFill>
                <a:highlight>
                  <a:srgbClr val="FFFFFF"/>
                </a:highlight>
              </a:rPr>
            </a:br>
            <a:r>
              <a:rPr lang="en-US" sz="2400" dirty="0">
                <a:solidFill>
                  <a:srgbClr val="333333"/>
                </a:solidFill>
                <a:highlight>
                  <a:srgbClr val="FFFFFF"/>
                </a:highlight>
              </a:rPr>
              <a:t>...to replay your work on top of it…</a:t>
            </a:r>
          </a:p>
          <a:p>
            <a:pPr marR="25400" lvl="0" rtl="0">
              <a:lnSpc>
                <a:spcPct val="1134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2400" dirty="0">
                <a:solidFill>
                  <a:srgbClr val="333333"/>
                </a:solidFill>
                <a:highlight>
                  <a:srgbClr val="FFFFFF"/>
                </a:highlight>
              </a:rPr>
              <a:t>Applying: diff/patch of commit 6dfo on top of origin/master to create commit 3f9f9</a:t>
            </a:r>
          </a:p>
          <a:p>
            <a:pPr marR="25400" lvl="0" rtl="0">
              <a:lnSpc>
                <a:spcPct val="113400"/>
              </a:lnSpc>
              <a:spcBef>
                <a:spcPts val="800"/>
              </a:spcBef>
              <a:spcAft>
                <a:spcPts val="800"/>
              </a:spcAft>
              <a:buNone/>
            </a:pPr>
            <a:endParaRPr sz="2400" dirty="0">
              <a:solidFill>
                <a:srgbClr val="333333"/>
              </a:solidFill>
              <a:highlight>
                <a:srgbClr val="EEEEEE"/>
              </a:highlight>
            </a:endParaRPr>
          </a:p>
          <a:p>
            <a:pPr lvl="0" rtl="0">
              <a:spcBef>
                <a:spcPts val="0"/>
              </a:spcBef>
              <a:buNone/>
            </a:pPr>
            <a:endParaRPr sz="2400" b="1" dirty="0"/>
          </a:p>
        </p:txBody>
      </p:sp>
      <p:sp>
        <p:nvSpPr>
          <p:cNvPr id="384" name="Shape 384"/>
          <p:cNvSpPr/>
          <p:nvPr/>
        </p:nvSpPr>
        <p:spPr>
          <a:xfrm>
            <a:off x="5204450" y="2292038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396" name="Shape 396"/>
          <p:cNvCxnSpPr>
            <a:stCxn id="384" idx="1"/>
            <a:endCxn id="368" idx="3"/>
          </p:cNvCxnSpPr>
          <p:nvPr/>
        </p:nvCxnSpPr>
        <p:spPr>
          <a:xfrm flipH="1">
            <a:off x="3851750" y="2469788"/>
            <a:ext cx="1352700" cy="29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397" name="Shape 397"/>
          <p:cNvCxnSpPr/>
          <p:nvPr/>
        </p:nvCxnSpPr>
        <p:spPr>
          <a:xfrm>
            <a:off x="0" y="4537325"/>
            <a:ext cx="40635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387" name="Shape 387"/>
          <p:cNvSpPr/>
          <p:nvPr/>
        </p:nvSpPr>
        <p:spPr>
          <a:xfrm>
            <a:off x="6387775" y="2292051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3f9f9</a:t>
            </a:r>
          </a:p>
        </p:txBody>
      </p:sp>
      <p:cxnSp>
        <p:nvCxnSpPr>
          <p:cNvPr id="398" name="Shape 398"/>
          <p:cNvCxnSpPr>
            <a:stCxn id="387" idx="1"/>
            <a:endCxn id="384" idx="3"/>
          </p:cNvCxnSpPr>
          <p:nvPr/>
        </p:nvCxnSpPr>
        <p:spPr>
          <a:xfrm rot="10800000">
            <a:off x="5979175" y="2469801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4" name="Shape 269">
            <a:extLst>
              <a:ext uri="{FF2B5EF4-FFF2-40B4-BE49-F238E27FC236}">
                <a16:creationId xmlns:a16="http://schemas.microsoft.com/office/drawing/2014/main" id="{5F36A1DE-9CD7-8B9D-0B37-1F361757147C}"/>
              </a:ext>
            </a:extLst>
          </p:cNvPr>
          <p:cNvSpPr/>
          <p:nvPr/>
        </p:nvSpPr>
        <p:spPr>
          <a:xfrm>
            <a:off x="1844780" y="6272400"/>
            <a:ext cx="2055938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feat/PRJ-777</a:t>
            </a:r>
          </a:p>
        </p:txBody>
      </p:sp>
      <p:cxnSp>
        <p:nvCxnSpPr>
          <p:cNvPr id="15" name="Shape 380">
            <a:extLst>
              <a:ext uri="{FF2B5EF4-FFF2-40B4-BE49-F238E27FC236}">
                <a16:creationId xmlns:a16="http://schemas.microsoft.com/office/drawing/2014/main" id="{038499B2-AF21-EAD7-9016-48266F0D7CD2}"/>
              </a:ext>
            </a:extLst>
          </p:cNvPr>
          <p:cNvCxnSpPr/>
          <p:nvPr/>
        </p:nvCxnSpPr>
        <p:spPr>
          <a:xfrm rot="10800000">
            <a:off x="3221637" y="58455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16" name="Shape 380">
            <a:extLst>
              <a:ext uri="{FF2B5EF4-FFF2-40B4-BE49-F238E27FC236}">
                <a16:creationId xmlns:a16="http://schemas.microsoft.com/office/drawing/2014/main" id="{7443A553-4EC3-CB9D-3E3B-2309AEECAA4E}"/>
              </a:ext>
            </a:extLst>
          </p:cNvPr>
          <p:cNvCxnSpPr/>
          <p:nvPr/>
        </p:nvCxnSpPr>
        <p:spPr>
          <a:xfrm rot="10800000">
            <a:off x="3432600" y="2676937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" name="Shape 269">
            <a:extLst>
              <a:ext uri="{FF2B5EF4-FFF2-40B4-BE49-F238E27FC236}">
                <a16:creationId xmlns:a16="http://schemas.microsoft.com/office/drawing/2014/main" id="{77146BD0-A41F-ED51-FB9C-12D1961F9D9F}"/>
              </a:ext>
            </a:extLst>
          </p:cNvPr>
          <p:cNvSpPr/>
          <p:nvPr/>
        </p:nvSpPr>
        <p:spPr>
          <a:xfrm>
            <a:off x="2418609" y="3114954"/>
            <a:ext cx="2055938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origin/feat/PRJ-777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Shape 404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15</a:t>
            </a:fld>
            <a:endParaRPr lang="en-US"/>
          </a:p>
        </p:txBody>
      </p:sp>
      <p:sp>
        <p:nvSpPr>
          <p:cNvPr id="405" name="Shape 405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406" name="Shape 406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407" name="Shape 407"/>
          <p:cNvSpPr/>
          <p:nvPr/>
        </p:nvSpPr>
        <p:spPr>
          <a:xfrm>
            <a:off x="30770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408" name="Shape 408"/>
          <p:cNvCxnSpPr>
            <a:stCxn id="406" idx="1"/>
            <a:endCxn id="405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409" name="Shape 409"/>
          <p:cNvCxnSpPr>
            <a:stCxn id="407" idx="1"/>
            <a:endCxn id="406" idx="3"/>
          </p:cNvCxnSpPr>
          <p:nvPr/>
        </p:nvCxnSpPr>
        <p:spPr>
          <a:xfrm rot="10800000">
            <a:off x="2668450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0" name="Shape 41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Rebasing </a:t>
            </a:r>
            <a:r>
              <a:rPr lang="en-US">
                <a:latin typeface="Merriweather"/>
                <a:ea typeface="Merriweather"/>
                <a:cs typeface="Merriweather"/>
                <a:sym typeface="Merriweather"/>
              </a:rPr>
              <a:t>Remote Tracking Branch</a:t>
            </a:r>
          </a:p>
        </p:txBody>
      </p:sp>
      <p:sp>
        <p:nvSpPr>
          <p:cNvPr id="411" name="Shape 411"/>
          <p:cNvSpPr/>
          <p:nvPr/>
        </p:nvSpPr>
        <p:spPr>
          <a:xfrm>
            <a:off x="473150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412" name="Shape 412"/>
          <p:cNvSpPr/>
          <p:nvPr/>
        </p:nvSpPr>
        <p:spPr>
          <a:xfrm>
            <a:off x="1656375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413" name="Shape 413"/>
          <p:cNvSpPr/>
          <p:nvPr/>
        </p:nvSpPr>
        <p:spPr>
          <a:xfrm>
            <a:off x="2839600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414" name="Shape 414"/>
          <p:cNvCxnSpPr>
            <a:stCxn id="412" idx="1"/>
            <a:endCxn id="411" idx="3"/>
          </p:cNvCxnSpPr>
          <p:nvPr/>
        </p:nvCxnSpPr>
        <p:spPr>
          <a:xfrm rot="10800000">
            <a:off x="1247775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415" name="Shape 415"/>
          <p:cNvCxnSpPr>
            <a:stCxn id="413" idx="1"/>
            <a:endCxn id="412" idx="3"/>
          </p:cNvCxnSpPr>
          <p:nvPr/>
        </p:nvCxnSpPr>
        <p:spPr>
          <a:xfrm rot="10800000">
            <a:off x="2431000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6" name="Shape 416"/>
          <p:cNvSpPr txBox="1"/>
          <p:nvPr/>
        </p:nvSpPr>
        <p:spPr>
          <a:xfrm>
            <a:off x="0" y="1150050"/>
            <a:ext cx="26685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Local Repository</a:t>
            </a:r>
          </a:p>
        </p:txBody>
      </p:sp>
      <p:sp>
        <p:nvSpPr>
          <p:cNvPr id="417" name="Shape 417"/>
          <p:cNvSpPr txBox="1"/>
          <p:nvPr/>
        </p:nvSpPr>
        <p:spPr>
          <a:xfrm>
            <a:off x="35025" y="4729563"/>
            <a:ext cx="32769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 Remote Repository</a:t>
            </a:r>
          </a:p>
        </p:txBody>
      </p:sp>
      <p:sp>
        <p:nvSpPr>
          <p:cNvPr id="418" name="Shape 418"/>
          <p:cNvSpPr/>
          <p:nvPr/>
        </p:nvSpPr>
        <p:spPr>
          <a:xfrm>
            <a:off x="3978425" y="6288774"/>
            <a:ext cx="8634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master</a:t>
            </a:r>
          </a:p>
        </p:txBody>
      </p:sp>
      <p:cxnSp>
        <p:nvCxnSpPr>
          <p:cNvPr id="419" name="Shape 419"/>
          <p:cNvCxnSpPr>
            <a:cxnSpLocks/>
            <a:stCxn id="418" idx="0"/>
            <a:endCxn id="431" idx="2"/>
          </p:cNvCxnSpPr>
          <p:nvPr/>
        </p:nvCxnSpPr>
        <p:spPr>
          <a:xfrm flipV="1">
            <a:off x="4410125" y="5845500"/>
            <a:ext cx="0" cy="44327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21" name="Shape 421"/>
          <p:cNvSpPr/>
          <p:nvPr/>
        </p:nvSpPr>
        <p:spPr>
          <a:xfrm>
            <a:off x="4946000" y="3094553"/>
            <a:ext cx="1266000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origin/master</a:t>
            </a:r>
          </a:p>
        </p:txBody>
      </p:sp>
      <p:cxnSp>
        <p:nvCxnSpPr>
          <p:cNvPr id="422" name="Shape 422"/>
          <p:cNvCxnSpPr>
            <a:cxnSpLocks/>
            <a:endCxn id="423" idx="2"/>
          </p:cNvCxnSpPr>
          <p:nvPr/>
        </p:nvCxnSpPr>
        <p:spPr>
          <a:xfrm flipV="1">
            <a:off x="5591750" y="2647538"/>
            <a:ext cx="0" cy="44877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24" name="Shape 424"/>
          <p:cNvSpPr/>
          <p:nvPr/>
        </p:nvSpPr>
        <p:spPr>
          <a:xfrm>
            <a:off x="5979050" y="1478513"/>
            <a:ext cx="156475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feat/PRJ-777</a:t>
            </a:r>
          </a:p>
        </p:txBody>
      </p:sp>
      <p:cxnSp>
        <p:nvCxnSpPr>
          <p:cNvPr id="425" name="Shape 425"/>
          <p:cNvCxnSpPr>
            <a:cxnSpLocks/>
            <a:stCxn id="424" idx="2"/>
            <a:endCxn id="426" idx="0"/>
          </p:cNvCxnSpPr>
          <p:nvPr/>
        </p:nvCxnSpPr>
        <p:spPr>
          <a:xfrm>
            <a:off x="6761425" y="1987913"/>
            <a:ext cx="13650" cy="30413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27" name="Shape 427"/>
          <p:cNvSpPr txBox="1"/>
          <p:nvPr/>
        </p:nvSpPr>
        <p:spPr>
          <a:xfrm>
            <a:off x="897440" y="2869237"/>
            <a:ext cx="1146235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Remote Tracking Branch</a:t>
            </a:r>
          </a:p>
        </p:txBody>
      </p:sp>
      <p:sp>
        <p:nvSpPr>
          <p:cNvPr id="428" name="Shape 428"/>
          <p:cNvSpPr txBox="1"/>
          <p:nvPr/>
        </p:nvSpPr>
        <p:spPr>
          <a:xfrm>
            <a:off x="7727555" y="1140583"/>
            <a:ext cx="1323237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Tracking Branch (Local)</a:t>
            </a:r>
          </a:p>
        </p:txBody>
      </p:sp>
      <p:sp>
        <p:nvSpPr>
          <p:cNvPr id="429" name="Shape 429"/>
          <p:cNvSpPr/>
          <p:nvPr/>
        </p:nvSpPr>
        <p:spPr>
          <a:xfrm>
            <a:off x="6355975" y="850113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430" name="Shape 430"/>
          <p:cNvCxnSpPr>
            <a:cxnSpLocks/>
            <a:endCxn id="424" idx="0"/>
          </p:cNvCxnSpPr>
          <p:nvPr/>
        </p:nvCxnSpPr>
        <p:spPr>
          <a:xfrm flipH="1">
            <a:off x="6761425" y="1152713"/>
            <a:ext cx="13650" cy="325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31" name="Shape 431"/>
          <p:cNvSpPr/>
          <p:nvPr/>
        </p:nvSpPr>
        <p:spPr>
          <a:xfrm>
            <a:off x="4022825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432" name="Shape 432"/>
          <p:cNvCxnSpPr>
            <a:stCxn id="431" idx="1"/>
            <a:endCxn id="413" idx="3"/>
          </p:cNvCxnSpPr>
          <p:nvPr/>
        </p:nvCxnSpPr>
        <p:spPr>
          <a:xfrm rot="10800000">
            <a:off x="3614225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33" name="Shape 433"/>
          <p:cNvSpPr txBox="1"/>
          <p:nvPr/>
        </p:nvSpPr>
        <p:spPr>
          <a:xfrm>
            <a:off x="7543800" y="2677000"/>
            <a:ext cx="1600425" cy="3419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457200" marR="25400" lvl="0" indent="-381000" rtl="0">
              <a:lnSpc>
                <a:spcPct val="113400"/>
              </a:lnSpc>
              <a:spcBef>
                <a:spcPts val="800"/>
              </a:spcBef>
              <a:spcAft>
                <a:spcPts val="800"/>
              </a:spcAft>
              <a:buClr>
                <a:srgbClr val="FF0000"/>
              </a:buClr>
              <a:buSzPct val="133333"/>
              <a:buChar char="●"/>
            </a:pPr>
            <a:r>
              <a:rPr lang="en-US" sz="1800" dirty="0">
                <a:solidFill>
                  <a:srgbClr val="333333"/>
                </a:solidFill>
                <a:highlight>
                  <a:srgbClr val="FFFFFF"/>
                </a:highlight>
              </a:rPr>
              <a:t>$ git push</a:t>
            </a:r>
            <a:br>
              <a:rPr lang="en-US" sz="1800" dirty="0">
                <a:solidFill>
                  <a:srgbClr val="333333"/>
                </a:solidFill>
                <a:highlight>
                  <a:srgbClr val="FFFFFF"/>
                </a:highlight>
              </a:rPr>
            </a:br>
            <a:r>
              <a:rPr lang="en-US" sz="2400" dirty="0">
                <a:solidFill>
                  <a:srgbClr val="333333"/>
                </a:solidFill>
                <a:highlight>
                  <a:srgbClr val="FFFFFF"/>
                </a:highlight>
              </a:rPr>
              <a:t>of commit 3f9f9</a:t>
            </a:r>
          </a:p>
          <a:p>
            <a:pPr marR="25400" lvl="0" rtl="0">
              <a:lnSpc>
                <a:spcPct val="113400"/>
              </a:lnSpc>
              <a:spcBef>
                <a:spcPts val="800"/>
              </a:spcBef>
              <a:spcAft>
                <a:spcPts val="800"/>
              </a:spcAft>
              <a:buNone/>
            </a:pPr>
            <a:endParaRPr sz="2400" dirty="0">
              <a:solidFill>
                <a:srgbClr val="333333"/>
              </a:solidFill>
              <a:highlight>
                <a:srgbClr val="EEEEEE"/>
              </a:highlight>
            </a:endParaRPr>
          </a:p>
          <a:p>
            <a:pPr lvl="0" rtl="0">
              <a:spcBef>
                <a:spcPts val="0"/>
              </a:spcBef>
              <a:buNone/>
            </a:pPr>
            <a:endParaRPr sz="2400" b="1" dirty="0"/>
          </a:p>
        </p:txBody>
      </p:sp>
      <p:sp>
        <p:nvSpPr>
          <p:cNvPr id="423" name="Shape 423"/>
          <p:cNvSpPr/>
          <p:nvPr/>
        </p:nvSpPr>
        <p:spPr>
          <a:xfrm>
            <a:off x="5204450" y="2292038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434" name="Shape 434"/>
          <p:cNvCxnSpPr>
            <a:stCxn id="423" idx="1"/>
            <a:endCxn id="407" idx="3"/>
          </p:cNvCxnSpPr>
          <p:nvPr/>
        </p:nvCxnSpPr>
        <p:spPr>
          <a:xfrm flipH="1">
            <a:off x="3851750" y="2469788"/>
            <a:ext cx="1352700" cy="29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435" name="Shape 435"/>
          <p:cNvCxnSpPr/>
          <p:nvPr/>
        </p:nvCxnSpPr>
        <p:spPr>
          <a:xfrm>
            <a:off x="0" y="4537325"/>
            <a:ext cx="40635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426" name="Shape 426"/>
          <p:cNvSpPr/>
          <p:nvPr/>
        </p:nvSpPr>
        <p:spPr>
          <a:xfrm>
            <a:off x="6387775" y="2292051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3f9f9</a:t>
            </a:r>
          </a:p>
        </p:txBody>
      </p:sp>
      <p:cxnSp>
        <p:nvCxnSpPr>
          <p:cNvPr id="436" name="Shape 436"/>
          <p:cNvCxnSpPr>
            <a:stCxn id="426" idx="1"/>
            <a:endCxn id="423" idx="3"/>
          </p:cNvCxnSpPr>
          <p:nvPr/>
        </p:nvCxnSpPr>
        <p:spPr>
          <a:xfrm rot="10800000">
            <a:off x="5979175" y="2469801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20" name="Shape 420"/>
          <p:cNvSpPr/>
          <p:nvPr/>
        </p:nvSpPr>
        <p:spPr>
          <a:xfrm>
            <a:off x="6286113" y="5490001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3f9f9</a:t>
            </a:r>
          </a:p>
        </p:txBody>
      </p:sp>
      <p:cxnSp>
        <p:nvCxnSpPr>
          <p:cNvPr id="437" name="Shape 437"/>
          <p:cNvCxnSpPr>
            <a:stCxn id="420" idx="1"/>
            <a:endCxn id="431" idx="3"/>
          </p:cNvCxnSpPr>
          <p:nvPr/>
        </p:nvCxnSpPr>
        <p:spPr>
          <a:xfrm rot="10800000">
            <a:off x="4797513" y="5667751"/>
            <a:ext cx="148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38" name="Shape 438"/>
          <p:cNvSpPr/>
          <p:nvPr/>
        </p:nvSpPr>
        <p:spPr>
          <a:xfrm>
            <a:off x="6387574" y="2825302"/>
            <a:ext cx="610200" cy="260628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cxnSp>
        <p:nvCxnSpPr>
          <p:cNvPr id="8" name="Shape 380">
            <a:extLst>
              <a:ext uri="{FF2B5EF4-FFF2-40B4-BE49-F238E27FC236}">
                <a16:creationId xmlns:a16="http://schemas.microsoft.com/office/drawing/2014/main" id="{710486FB-EA5A-71CE-4307-82ECFE648C7C}"/>
              </a:ext>
            </a:extLst>
          </p:cNvPr>
          <p:cNvCxnSpPr/>
          <p:nvPr/>
        </p:nvCxnSpPr>
        <p:spPr>
          <a:xfrm rot="10800000">
            <a:off x="6651741" y="5810658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" name="Shape 269">
            <a:extLst>
              <a:ext uri="{FF2B5EF4-FFF2-40B4-BE49-F238E27FC236}">
                <a16:creationId xmlns:a16="http://schemas.microsoft.com/office/drawing/2014/main" id="{59C92189-9734-4F4B-C387-EFB6615831BC}"/>
              </a:ext>
            </a:extLst>
          </p:cNvPr>
          <p:cNvSpPr/>
          <p:nvPr/>
        </p:nvSpPr>
        <p:spPr>
          <a:xfrm>
            <a:off x="5637750" y="6248675"/>
            <a:ext cx="2055938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feat/PRJ-777</a:t>
            </a:r>
          </a:p>
        </p:txBody>
      </p:sp>
      <p:cxnSp>
        <p:nvCxnSpPr>
          <p:cNvPr id="10" name="Shape 380">
            <a:extLst>
              <a:ext uri="{FF2B5EF4-FFF2-40B4-BE49-F238E27FC236}">
                <a16:creationId xmlns:a16="http://schemas.microsoft.com/office/drawing/2014/main" id="{93CDAE70-4668-B885-45DC-EF336EAAC62F}"/>
              </a:ext>
            </a:extLst>
          </p:cNvPr>
          <p:cNvCxnSpPr>
            <a:cxnSpLocks/>
          </p:cNvCxnSpPr>
          <p:nvPr/>
        </p:nvCxnSpPr>
        <p:spPr>
          <a:xfrm flipV="1">
            <a:off x="3321618" y="2659488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1" name="Shape 269">
            <a:extLst>
              <a:ext uri="{FF2B5EF4-FFF2-40B4-BE49-F238E27FC236}">
                <a16:creationId xmlns:a16="http://schemas.microsoft.com/office/drawing/2014/main" id="{2979DD7D-F776-B608-310D-4814481A5454}"/>
              </a:ext>
            </a:extLst>
          </p:cNvPr>
          <p:cNvSpPr/>
          <p:nvPr/>
        </p:nvSpPr>
        <p:spPr>
          <a:xfrm>
            <a:off x="2453217" y="3097505"/>
            <a:ext cx="1910347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origin/feat/PRJ-777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Shape 444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16</a:t>
            </a:fld>
            <a:endParaRPr lang="en-US"/>
          </a:p>
        </p:txBody>
      </p:sp>
      <p:sp>
        <p:nvSpPr>
          <p:cNvPr id="445" name="Shape 445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446" name="Shape 446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447" name="Shape 447"/>
          <p:cNvSpPr/>
          <p:nvPr/>
        </p:nvSpPr>
        <p:spPr>
          <a:xfrm>
            <a:off x="30770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448" name="Shape 448"/>
          <p:cNvCxnSpPr>
            <a:stCxn id="446" idx="1"/>
            <a:endCxn id="445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449" name="Shape 449"/>
          <p:cNvCxnSpPr>
            <a:stCxn id="447" idx="1"/>
            <a:endCxn id="446" idx="3"/>
          </p:cNvCxnSpPr>
          <p:nvPr/>
        </p:nvCxnSpPr>
        <p:spPr>
          <a:xfrm rot="10800000">
            <a:off x="2668450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50" name="Shape 45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Rebasing </a:t>
            </a:r>
            <a:r>
              <a:rPr lang="en-US">
                <a:latin typeface="Merriweather"/>
                <a:ea typeface="Merriweather"/>
                <a:cs typeface="Merriweather"/>
                <a:sym typeface="Merriweather"/>
              </a:rPr>
              <a:t>Remote Tracking Branch</a:t>
            </a:r>
          </a:p>
        </p:txBody>
      </p:sp>
      <p:sp>
        <p:nvSpPr>
          <p:cNvPr id="451" name="Shape 451"/>
          <p:cNvSpPr/>
          <p:nvPr/>
        </p:nvSpPr>
        <p:spPr>
          <a:xfrm>
            <a:off x="473150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452" name="Shape 452"/>
          <p:cNvSpPr/>
          <p:nvPr/>
        </p:nvSpPr>
        <p:spPr>
          <a:xfrm>
            <a:off x="1656375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453" name="Shape 453"/>
          <p:cNvSpPr/>
          <p:nvPr/>
        </p:nvSpPr>
        <p:spPr>
          <a:xfrm>
            <a:off x="2839600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454" name="Shape 454"/>
          <p:cNvCxnSpPr>
            <a:stCxn id="452" idx="1"/>
            <a:endCxn id="451" idx="3"/>
          </p:cNvCxnSpPr>
          <p:nvPr/>
        </p:nvCxnSpPr>
        <p:spPr>
          <a:xfrm rot="10800000">
            <a:off x="1247775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455" name="Shape 455"/>
          <p:cNvCxnSpPr>
            <a:stCxn id="453" idx="1"/>
            <a:endCxn id="452" idx="3"/>
          </p:cNvCxnSpPr>
          <p:nvPr/>
        </p:nvCxnSpPr>
        <p:spPr>
          <a:xfrm rot="10800000">
            <a:off x="2431000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56" name="Shape 456"/>
          <p:cNvSpPr txBox="1"/>
          <p:nvPr/>
        </p:nvSpPr>
        <p:spPr>
          <a:xfrm>
            <a:off x="0" y="1150050"/>
            <a:ext cx="26685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Local Repository</a:t>
            </a:r>
          </a:p>
        </p:txBody>
      </p:sp>
      <p:sp>
        <p:nvSpPr>
          <p:cNvPr id="457" name="Shape 457"/>
          <p:cNvSpPr txBox="1"/>
          <p:nvPr/>
        </p:nvSpPr>
        <p:spPr>
          <a:xfrm>
            <a:off x="35025" y="4729563"/>
            <a:ext cx="32769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 Remote Repository</a:t>
            </a:r>
          </a:p>
        </p:txBody>
      </p:sp>
      <p:sp>
        <p:nvSpPr>
          <p:cNvPr id="458" name="Shape 458"/>
          <p:cNvSpPr/>
          <p:nvPr/>
        </p:nvSpPr>
        <p:spPr>
          <a:xfrm>
            <a:off x="3978425" y="6261974"/>
            <a:ext cx="8634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master</a:t>
            </a:r>
          </a:p>
        </p:txBody>
      </p:sp>
      <p:cxnSp>
        <p:nvCxnSpPr>
          <p:cNvPr id="459" name="Shape 459"/>
          <p:cNvCxnSpPr>
            <a:cxnSpLocks/>
            <a:stCxn id="458" idx="0"/>
            <a:endCxn id="470" idx="2"/>
          </p:cNvCxnSpPr>
          <p:nvPr/>
        </p:nvCxnSpPr>
        <p:spPr>
          <a:xfrm flipV="1">
            <a:off x="4410125" y="5845500"/>
            <a:ext cx="0" cy="41647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61" name="Shape 461"/>
          <p:cNvSpPr/>
          <p:nvPr/>
        </p:nvSpPr>
        <p:spPr>
          <a:xfrm>
            <a:off x="4319128" y="3109231"/>
            <a:ext cx="1266000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origin/master</a:t>
            </a:r>
          </a:p>
        </p:txBody>
      </p:sp>
      <p:cxnSp>
        <p:nvCxnSpPr>
          <p:cNvPr id="462" name="Shape 462"/>
          <p:cNvCxnSpPr>
            <a:cxnSpLocks/>
            <a:stCxn id="461" idx="0"/>
            <a:endCxn id="473" idx="2"/>
          </p:cNvCxnSpPr>
          <p:nvPr/>
        </p:nvCxnSpPr>
        <p:spPr>
          <a:xfrm flipV="1">
            <a:off x="4952128" y="2677000"/>
            <a:ext cx="614947" cy="43223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64" name="Shape 464"/>
          <p:cNvSpPr/>
          <p:nvPr/>
        </p:nvSpPr>
        <p:spPr>
          <a:xfrm>
            <a:off x="5791199" y="1509673"/>
            <a:ext cx="1937099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feat/PRJ-777</a:t>
            </a:r>
          </a:p>
        </p:txBody>
      </p:sp>
      <p:cxnSp>
        <p:nvCxnSpPr>
          <p:cNvPr id="465" name="Shape 465"/>
          <p:cNvCxnSpPr>
            <a:cxnSpLocks/>
            <a:stCxn id="464" idx="2"/>
            <a:endCxn id="463" idx="0"/>
          </p:cNvCxnSpPr>
          <p:nvPr/>
        </p:nvCxnSpPr>
        <p:spPr>
          <a:xfrm flipH="1">
            <a:off x="6757593" y="2019073"/>
            <a:ext cx="2156" cy="30406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66" name="Shape 466"/>
          <p:cNvSpPr txBox="1"/>
          <p:nvPr/>
        </p:nvSpPr>
        <p:spPr>
          <a:xfrm>
            <a:off x="1452075" y="3097625"/>
            <a:ext cx="1855646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Remote Tracking Branch</a:t>
            </a:r>
          </a:p>
        </p:txBody>
      </p:sp>
      <p:sp>
        <p:nvSpPr>
          <p:cNvPr id="467" name="Shape 467"/>
          <p:cNvSpPr txBox="1"/>
          <p:nvPr/>
        </p:nvSpPr>
        <p:spPr>
          <a:xfrm>
            <a:off x="7578830" y="575710"/>
            <a:ext cx="156517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Tracking Branch (Local)</a:t>
            </a:r>
          </a:p>
        </p:txBody>
      </p:sp>
      <p:sp>
        <p:nvSpPr>
          <p:cNvPr id="468" name="Shape 468"/>
          <p:cNvSpPr/>
          <p:nvPr/>
        </p:nvSpPr>
        <p:spPr>
          <a:xfrm>
            <a:off x="6355975" y="850113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469" name="Shape 469"/>
          <p:cNvCxnSpPr>
            <a:cxnSpLocks/>
            <a:endCxn id="464" idx="0"/>
          </p:cNvCxnSpPr>
          <p:nvPr/>
        </p:nvCxnSpPr>
        <p:spPr>
          <a:xfrm>
            <a:off x="6740630" y="1183873"/>
            <a:ext cx="19119" cy="325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70" name="Shape 470"/>
          <p:cNvSpPr/>
          <p:nvPr/>
        </p:nvSpPr>
        <p:spPr>
          <a:xfrm>
            <a:off x="4022825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471" name="Shape 471"/>
          <p:cNvCxnSpPr>
            <a:stCxn id="470" idx="1"/>
            <a:endCxn id="453" idx="3"/>
          </p:cNvCxnSpPr>
          <p:nvPr/>
        </p:nvCxnSpPr>
        <p:spPr>
          <a:xfrm rot="10800000">
            <a:off x="3614225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72" name="Shape 472"/>
          <p:cNvSpPr txBox="1"/>
          <p:nvPr/>
        </p:nvSpPr>
        <p:spPr>
          <a:xfrm>
            <a:off x="7331850" y="2469800"/>
            <a:ext cx="1739700" cy="4312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457200" marR="25400" lvl="0" indent="-342900" rtl="0">
              <a:lnSpc>
                <a:spcPct val="113400"/>
              </a:lnSpc>
              <a:spcBef>
                <a:spcPts val="800"/>
              </a:spcBef>
              <a:spcAft>
                <a:spcPts val="800"/>
              </a:spcAft>
              <a:buClr>
                <a:srgbClr val="FF0000"/>
              </a:buClr>
              <a:buSzPct val="100000"/>
              <a:buChar char="●"/>
            </a:pPr>
            <a:r>
              <a:rPr lang="en-US" sz="1800" dirty="0">
                <a:solidFill>
                  <a:srgbClr val="333333"/>
                </a:solidFill>
                <a:highlight>
                  <a:srgbClr val="FFFFFF"/>
                </a:highlight>
              </a:rPr>
              <a:t>After push Remote Tracking Branch and Tracking (Local) branch points to the same commit </a:t>
            </a:r>
          </a:p>
          <a:p>
            <a:pPr marR="25400" lvl="0" rtl="0">
              <a:lnSpc>
                <a:spcPct val="113400"/>
              </a:lnSpc>
              <a:spcBef>
                <a:spcPts val="800"/>
              </a:spcBef>
              <a:spcAft>
                <a:spcPts val="800"/>
              </a:spcAft>
              <a:buNone/>
            </a:pPr>
            <a:endParaRPr sz="2400" dirty="0">
              <a:solidFill>
                <a:srgbClr val="333333"/>
              </a:solidFill>
              <a:highlight>
                <a:srgbClr val="EEEEEE"/>
              </a:highlight>
            </a:endParaRPr>
          </a:p>
          <a:p>
            <a:pPr lvl="0" rtl="0">
              <a:spcBef>
                <a:spcPts val="0"/>
              </a:spcBef>
              <a:buNone/>
            </a:pPr>
            <a:endParaRPr sz="2400" b="1" dirty="0"/>
          </a:p>
        </p:txBody>
      </p:sp>
      <p:sp>
        <p:nvSpPr>
          <p:cNvPr id="473" name="Shape 473"/>
          <p:cNvSpPr/>
          <p:nvPr/>
        </p:nvSpPr>
        <p:spPr>
          <a:xfrm>
            <a:off x="517977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474" name="Shape 474"/>
          <p:cNvCxnSpPr>
            <a:stCxn id="473" idx="1"/>
            <a:endCxn id="447" idx="3"/>
          </p:cNvCxnSpPr>
          <p:nvPr/>
        </p:nvCxnSpPr>
        <p:spPr>
          <a:xfrm flipH="1">
            <a:off x="3851650" y="2499250"/>
            <a:ext cx="1328125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475" name="Shape 475"/>
          <p:cNvCxnSpPr/>
          <p:nvPr/>
        </p:nvCxnSpPr>
        <p:spPr>
          <a:xfrm>
            <a:off x="0" y="4537325"/>
            <a:ext cx="40635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463" name="Shape 463"/>
          <p:cNvSpPr/>
          <p:nvPr/>
        </p:nvSpPr>
        <p:spPr>
          <a:xfrm>
            <a:off x="6370293" y="232313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3f9f9</a:t>
            </a:r>
          </a:p>
        </p:txBody>
      </p:sp>
      <p:cxnSp>
        <p:nvCxnSpPr>
          <p:cNvPr id="476" name="Shape 476"/>
          <p:cNvCxnSpPr>
            <a:stCxn id="463" idx="1"/>
            <a:endCxn id="473" idx="3"/>
          </p:cNvCxnSpPr>
          <p:nvPr/>
        </p:nvCxnSpPr>
        <p:spPr>
          <a:xfrm flipH="1" flipV="1">
            <a:off x="5954375" y="2499250"/>
            <a:ext cx="415918" cy="1633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60" name="Shape 460"/>
          <p:cNvSpPr/>
          <p:nvPr/>
        </p:nvSpPr>
        <p:spPr>
          <a:xfrm>
            <a:off x="6286113" y="5490001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3f9f9</a:t>
            </a:r>
          </a:p>
        </p:txBody>
      </p:sp>
      <p:cxnSp>
        <p:nvCxnSpPr>
          <p:cNvPr id="477" name="Shape 477"/>
          <p:cNvCxnSpPr>
            <a:stCxn id="460" idx="1"/>
            <a:endCxn id="470" idx="3"/>
          </p:cNvCxnSpPr>
          <p:nvPr/>
        </p:nvCxnSpPr>
        <p:spPr>
          <a:xfrm rot="10800000">
            <a:off x="4797513" y="5667751"/>
            <a:ext cx="148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17" name="Shape 380">
            <a:extLst>
              <a:ext uri="{FF2B5EF4-FFF2-40B4-BE49-F238E27FC236}">
                <a16:creationId xmlns:a16="http://schemas.microsoft.com/office/drawing/2014/main" id="{AAC57456-22F8-962D-1BBB-ECBADC25B401}"/>
              </a:ext>
            </a:extLst>
          </p:cNvPr>
          <p:cNvCxnSpPr>
            <a:cxnSpLocks/>
          </p:cNvCxnSpPr>
          <p:nvPr/>
        </p:nvCxnSpPr>
        <p:spPr>
          <a:xfrm flipV="1">
            <a:off x="6746302" y="2675412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8" name="Shape 269">
            <a:extLst>
              <a:ext uri="{FF2B5EF4-FFF2-40B4-BE49-F238E27FC236}">
                <a16:creationId xmlns:a16="http://schemas.microsoft.com/office/drawing/2014/main" id="{037DC6C4-E27D-B9D4-4FB4-E79864C7265C}"/>
              </a:ext>
            </a:extLst>
          </p:cNvPr>
          <p:cNvSpPr/>
          <p:nvPr/>
        </p:nvSpPr>
        <p:spPr>
          <a:xfrm>
            <a:off x="5877901" y="3113429"/>
            <a:ext cx="1910347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origin/feat/PRJ-777</a:t>
            </a:r>
          </a:p>
        </p:txBody>
      </p:sp>
      <p:cxnSp>
        <p:nvCxnSpPr>
          <p:cNvPr id="20" name="Shape 380">
            <a:extLst>
              <a:ext uri="{FF2B5EF4-FFF2-40B4-BE49-F238E27FC236}">
                <a16:creationId xmlns:a16="http://schemas.microsoft.com/office/drawing/2014/main" id="{24CF52AD-2B95-815F-4C5B-DB79A1242DB1}"/>
              </a:ext>
            </a:extLst>
          </p:cNvPr>
          <p:cNvCxnSpPr>
            <a:cxnSpLocks/>
          </p:cNvCxnSpPr>
          <p:nvPr/>
        </p:nvCxnSpPr>
        <p:spPr>
          <a:xfrm flipV="1">
            <a:off x="6659600" y="58091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1" name="Shape 269">
            <a:extLst>
              <a:ext uri="{FF2B5EF4-FFF2-40B4-BE49-F238E27FC236}">
                <a16:creationId xmlns:a16="http://schemas.microsoft.com/office/drawing/2014/main" id="{16FCD6BD-B9FE-9470-66FE-BE611566BFA5}"/>
              </a:ext>
            </a:extLst>
          </p:cNvPr>
          <p:cNvSpPr/>
          <p:nvPr/>
        </p:nvSpPr>
        <p:spPr>
          <a:xfrm>
            <a:off x="5791199" y="6247117"/>
            <a:ext cx="1910347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feat/PRJ-777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Shape 482"/>
          <p:cNvSpPr txBox="1">
            <a:spLocks noGrp="1"/>
          </p:cNvSpPr>
          <p:nvPr>
            <p:ph type="body" idx="1"/>
          </p:nvPr>
        </p:nvSpPr>
        <p:spPr>
          <a:xfrm>
            <a:off x="592137" y="1676400"/>
            <a:ext cx="8229600" cy="4267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85750" marR="0" lvl="0" indent="-234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1" i="0" u="none" dirty="0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1" i="0" u="none" dirty="0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85750" marR="0" lvl="0" indent="-23495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Merriweather"/>
              <a:buChar char="•"/>
            </a:pPr>
            <a:r>
              <a:rPr lang="en-US" sz="2000" b="1" i="0" u="none" dirty="0">
                <a:solidFill>
                  <a:srgbClr val="5E5E5E"/>
                </a:solidFill>
                <a:latin typeface="Merriweather"/>
                <a:ea typeface="Merriweather"/>
                <a:cs typeface="Merriweather"/>
                <a:sym typeface="Merriweather"/>
              </a:rPr>
              <a:t>Do not rebase commits that you have pushed to a public repository.</a:t>
            </a: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Merriweather"/>
              <a:buNone/>
            </a:pPr>
            <a:r>
              <a:rPr lang="en-US" sz="1800" b="0" i="0" u="none" dirty="0">
                <a:solidFill>
                  <a:srgbClr val="000000"/>
                </a:solidFill>
                <a:latin typeface="Merriweather"/>
                <a:ea typeface="Merriweather"/>
                <a:cs typeface="Merriweather"/>
                <a:sym typeface="Merriweather"/>
              </a:rPr>
              <a:t>If you follow that guideline, you’ll be fine. If you don’t, people will hate you, and you’ll be scorned by friends and family.</a:t>
            </a: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1" i="0" u="none" dirty="0">
              <a:solidFill>
                <a:srgbClr val="0070C0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1" i="0" u="none" dirty="0">
              <a:solidFill>
                <a:srgbClr val="0070C0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28600" marR="0" lvl="0" indent="-228600" algn="l" rtl="0"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1" i="0" u="none" dirty="0">
              <a:solidFill>
                <a:srgbClr val="0070C0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483" name="Shape 483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Perils of rebase</a:t>
            </a:r>
          </a:p>
        </p:txBody>
      </p:sp>
      <p:sp>
        <p:nvSpPr>
          <p:cNvPr id="484" name="Shape 484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485" name="Shape 485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17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Shape 629"/>
          <p:cNvSpPr txBox="1">
            <a:spLocks noGrp="1"/>
          </p:cNvSpPr>
          <p:nvPr>
            <p:ph type="title"/>
          </p:nvPr>
        </p:nvSpPr>
        <p:spPr>
          <a:xfrm>
            <a:off x="457200" y="2570912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4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Question?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endParaRPr sz="4400"/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endParaRPr sz="4400"/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4400"/>
              <a:t>Thanks!</a:t>
            </a:r>
          </a:p>
        </p:txBody>
      </p:sp>
      <p:sp>
        <p:nvSpPr>
          <p:cNvPr id="630" name="Shape 630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631" name="Shape 631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18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8">
          <a:extLst>
            <a:ext uri="{FF2B5EF4-FFF2-40B4-BE49-F238E27FC236}">
              <a16:creationId xmlns:a16="http://schemas.microsoft.com/office/drawing/2014/main" id="{DFA0155E-2431-CDE4-0C6D-78CA1F0C8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Shape 629">
            <a:extLst>
              <a:ext uri="{FF2B5EF4-FFF2-40B4-BE49-F238E27FC236}">
                <a16:creationId xmlns:a16="http://schemas.microsoft.com/office/drawing/2014/main" id="{2AC00E51-2789-88EE-93F3-818F47E2A9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2570912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4400" dirty="0"/>
              <a:t>Backup Slides</a:t>
            </a:r>
            <a:endParaRPr lang="en-US" sz="4400" b="0" i="0" u="none" strike="noStrike" cap="none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0" name="Shape 630">
            <a:extLst>
              <a:ext uri="{FF2B5EF4-FFF2-40B4-BE49-F238E27FC236}">
                <a16:creationId xmlns:a16="http://schemas.microsoft.com/office/drawing/2014/main" id="{45B116FF-874C-9E5A-756A-569120F30B1E}"/>
              </a:ext>
            </a:extLst>
          </p:cNvPr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631" name="Shape 631">
            <a:extLst>
              <a:ext uri="{FF2B5EF4-FFF2-40B4-BE49-F238E27FC236}">
                <a16:creationId xmlns:a16="http://schemas.microsoft.com/office/drawing/2014/main" id="{0E1D2398-987E-0414-A5FF-FD5DB6481B50}"/>
              </a:ext>
            </a:extLst>
          </p:cNvPr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19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942448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Shape 557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Best practices – commit</a:t>
            </a: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3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8" name="Shape 558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559" name="Shape 559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20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0" name="Shape 560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1273175"/>
            <a:ext cx="8796337" cy="4899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Shape 565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Best practices – squashing</a:t>
            </a: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3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Shape 566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567" name="Shape 567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21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8" name="Shape 568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0" y="1549400"/>
            <a:ext cx="9150350" cy="4394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Shape 574"/>
          <p:cNvSpPr txBox="1">
            <a:spLocks noGrp="1"/>
          </p:cNvSpPr>
          <p:nvPr>
            <p:ph type="title"/>
          </p:nvPr>
        </p:nvSpPr>
        <p:spPr>
          <a:xfrm>
            <a:off x="0" y="149800"/>
            <a:ext cx="9144000" cy="7587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/>
              <a:t>Best practices - concise commit messages</a:t>
            </a:r>
          </a:p>
        </p:txBody>
      </p:sp>
      <p:sp>
        <p:nvSpPr>
          <p:cNvPr id="575" name="Shape 575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22</a:t>
            </a:fld>
            <a:endParaRPr lang="en-US"/>
          </a:p>
        </p:txBody>
      </p:sp>
      <p:pic>
        <p:nvPicPr>
          <p:cNvPr id="576" name="Shape 576" descr="commit_message_header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714500"/>
            <a:ext cx="9144000" cy="3961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Shape 606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Best practices – tag milestones</a:t>
            </a: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3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Shape 607"/>
          <p:cNvSpPr txBox="1">
            <a:spLocks noGrp="1"/>
          </p:cNvSpPr>
          <p:nvPr>
            <p:ph type="body" idx="1"/>
          </p:nvPr>
        </p:nvSpPr>
        <p:spPr>
          <a:xfrm>
            <a:off x="592137" y="1676400"/>
            <a:ext cx="8229600" cy="4267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2000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8" name="Shape 608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609" name="Shape 609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23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10" name="Shape 6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289050"/>
            <a:ext cx="9109075" cy="4654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Beach Day">
  <a:themeElements>
    <a:clrScheme name="Beach Day">
      <a:dk1>
        <a:srgbClr val="00FDC8"/>
      </a:dk1>
      <a:lt1>
        <a:srgbClr val="FFFFFF"/>
      </a:lt1>
      <a:dk2>
        <a:srgbClr val="666666"/>
      </a:dk2>
      <a:lt2>
        <a:srgbClr val="EEEEEE"/>
      </a:lt2>
      <a:accent1>
        <a:srgbClr val="212121"/>
      </a:accent1>
      <a:accent2>
        <a:srgbClr val="455A64"/>
      </a:accent2>
      <a:accent3>
        <a:srgbClr val="78909C"/>
      </a:accent3>
      <a:accent4>
        <a:srgbClr val="7C7CE0"/>
      </a:accent4>
      <a:accent5>
        <a:srgbClr val="DB4437"/>
      </a:accent5>
      <a:accent6>
        <a:srgbClr val="F6CD4C"/>
      </a:accent6>
      <a:hlink>
        <a:srgbClr val="DB4437"/>
      </a:hlink>
      <a:folHlink>
        <a:srgbClr val="DB443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e0cf9a1c-2cb1-4d38-9733-321b2d511f49}" enabled="1" method="Standard" siteId="{612a5289-89a8-45c2-a40d-f36fadb6d37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445</TotalTime>
  <Words>916</Words>
  <Application>Microsoft Macintosh PowerPoint</Application>
  <PresentationFormat>On-screen Show (4:3)</PresentationFormat>
  <Paragraphs>264</Paragraphs>
  <Slides>23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Amatic SC</vt:lpstr>
      <vt:lpstr>Source Code Pro</vt:lpstr>
      <vt:lpstr>Merriweather</vt:lpstr>
      <vt:lpstr>Arial</vt:lpstr>
      <vt:lpstr>Beach Day</vt:lpstr>
      <vt:lpstr>My open source  Git Training with hands-on for GitHub User Group   </vt:lpstr>
      <vt:lpstr>Git – meaning?</vt:lpstr>
      <vt:lpstr>About myself: Ilya Rokhkin – DevOps engineer  - 20+ years experience in Version Control Systems - Git trainer in Checkpoint, Intel, Marvell, and Freelancer. - Volunteer as a Hebrew teacher in “Ulpan” for 10+ years  </vt:lpstr>
      <vt:lpstr>The Working Tree   </vt:lpstr>
      <vt:lpstr>Objects </vt:lpstr>
      <vt:lpstr>Commit Object</vt:lpstr>
      <vt:lpstr>Commit object with its parent Links from tree object to common blobs</vt:lpstr>
      <vt:lpstr>The HEAD</vt:lpstr>
      <vt:lpstr>Rebasing Remote Tracking Branch</vt:lpstr>
      <vt:lpstr>Rebasing Remote Tracking Branch</vt:lpstr>
      <vt:lpstr>Rebasing Remote Tracking Branch</vt:lpstr>
      <vt:lpstr>Rebasing Remote Tracking Branch</vt:lpstr>
      <vt:lpstr>Rebasing origin/master</vt:lpstr>
      <vt:lpstr>Rebasing Remote Tracking Branch</vt:lpstr>
      <vt:lpstr>Rebasing Remote Tracking Branch</vt:lpstr>
      <vt:lpstr>Rebasing Remote Tracking Branch</vt:lpstr>
      <vt:lpstr>Perils of rebase</vt:lpstr>
      <vt:lpstr>Question?   Thanks!</vt:lpstr>
      <vt:lpstr>Backup Slides</vt:lpstr>
      <vt:lpstr>Best practices – commit  </vt:lpstr>
      <vt:lpstr>Best practices – squashing  </vt:lpstr>
      <vt:lpstr>Best practices - concise commit messages</vt:lpstr>
      <vt:lpstr>Best practices – tag milestones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 General Training</dc:title>
  <cp:lastModifiedBy>Ilya Rokhkin</cp:lastModifiedBy>
  <cp:revision>37</cp:revision>
  <dcterms:modified xsi:type="dcterms:W3CDTF">2025-03-01T19:49:33Z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lqminfo">
    <vt:i4>1</vt:i4>
  </property>
  <property fmtid="{D5CDD505-2E9C-101B-9397-08002B2CF9AE}" pid="3" name="lqmsess">
    <vt:lpwstr>7023367f-5dc9-40c2-96e2-f2d6fcd97955</vt:lpwstr>
  </property>
</Properties>
</file>