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60" r:id="rId1"/>
  </p:sldMasterIdLst>
  <p:notesMasterIdLst>
    <p:notesMasterId r:id="rId52"/>
  </p:notesMasterIdLst>
  <p:sldIdLst>
    <p:sldId id="339" r:id="rId2"/>
    <p:sldId id="340" r:id="rId3"/>
    <p:sldId id="341" r:id="rId4"/>
    <p:sldId id="266" r:id="rId5"/>
    <p:sldId id="346" r:id="rId6"/>
    <p:sldId id="257" r:id="rId7"/>
    <p:sldId id="342" r:id="rId8"/>
    <p:sldId id="309" r:id="rId9"/>
    <p:sldId id="310" r:id="rId10"/>
    <p:sldId id="308" r:id="rId11"/>
    <p:sldId id="313" r:id="rId12"/>
    <p:sldId id="311" r:id="rId13"/>
    <p:sldId id="314" r:id="rId14"/>
    <p:sldId id="315" r:id="rId15"/>
    <p:sldId id="316" r:id="rId16"/>
    <p:sldId id="318" r:id="rId17"/>
    <p:sldId id="317" r:id="rId18"/>
    <p:sldId id="319" r:id="rId19"/>
    <p:sldId id="320" r:id="rId20"/>
    <p:sldId id="322" r:id="rId21"/>
    <p:sldId id="323" r:id="rId22"/>
    <p:sldId id="324" r:id="rId23"/>
    <p:sldId id="325" r:id="rId24"/>
    <p:sldId id="326" r:id="rId25"/>
    <p:sldId id="348" r:id="rId26"/>
    <p:sldId id="336" r:id="rId27"/>
    <p:sldId id="349" r:id="rId28"/>
    <p:sldId id="330" r:id="rId29"/>
    <p:sldId id="331" r:id="rId30"/>
    <p:sldId id="332" r:id="rId31"/>
    <p:sldId id="350" r:id="rId32"/>
    <p:sldId id="333" r:id="rId33"/>
    <p:sldId id="335" r:id="rId34"/>
    <p:sldId id="351" r:id="rId35"/>
    <p:sldId id="334" r:id="rId36"/>
    <p:sldId id="343" r:id="rId37"/>
    <p:sldId id="344" r:id="rId38"/>
    <p:sldId id="356" r:id="rId39"/>
    <p:sldId id="357" r:id="rId40"/>
    <p:sldId id="358" r:id="rId41"/>
    <p:sldId id="359" r:id="rId42"/>
    <p:sldId id="360" r:id="rId43"/>
    <p:sldId id="345" r:id="rId44"/>
    <p:sldId id="347" r:id="rId45"/>
    <p:sldId id="353" r:id="rId46"/>
    <p:sldId id="354" r:id="rId47"/>
    <p:sldId id="352" r:id="rId48"/>
    <p:sldId id="355" r:id="rId49"/>
    <p:sldId id="337" r:id="rId50"/>
    <p:sldId id="338" r:id="rId51"/>
  </p:sldIdLst>
  <p:sldSz cx="9144000" cy="6858000" type="screen4x3"/>
  <p:notesSz cx="6934200" cy="9232900"/>
  <p:embeddedFontLst>
    <p:embeddedFont>
      <p:font typeface="Amatic SC" pitchFamily="2" charset="-79"/>
      <p:regular r:id="rId53"/>
      <p:bold r:id="rId54"/>
    </p:embeddedFont>
    <p:embeddedFont>
      <p:font typeface="Consolas" panose="020B0609020204030204" pitchFamily="49" charset="0"/>
      <p:regular r:id="rId55"/>
      <p:bold r:id="rId56"/>
      <p:italic r:id="rId57"/>
      <p:boldItalic r:id="rId58"/>
    </p:embeddedFont>
    <p:embeddedFont>
      <p:font typeface="Merriweather" pitchFamily="2" charset="77"/>
      <p:regular r:id="rId59"/>
      <p:bold r:id="rId60"/>
      <p:italic r:id="rId61"/>
      <p:boldItalic r:id="rId62"/>
    </p:embeddedFont>
    <p:embeddedFont>
      <p:font typeface="Source Code Pro" panose="020B0509030403020204" pitchFamily="49" charset="0"/>
      <p:regular r:id="rId63"/>
      <p:bold r:id="rId64"/>
      <p:italic r:id="rId65"/>
      <p:boldItalic r:id="rId6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A7FFA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4"/>
    <p:restoredTop sz="94218"/>
  </p:normalViewPr>
  <p:slideViewPr>
    <p:cSldViewPr>
      <p:cViewPr varScale="1">
        <p:scale>
          <a:sx n="74" d="100"/>
          <a:sy n="74" d="100"/>
        </p:scale>
        <p:origin x="1320" y="16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font" Target="fonts/font11.fntdata"/><Relationship Id="rId68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1.fntdata"/><Relationship Id="rId58" Type="http://schemas.openxmlformats.org/officeDocument/2006/relationships/font" Target="fonts/font6.fntdata"/><Relationship Id="rId66" Type="http://schemas.openxmlformats.org/officeDocument/2006/relationships/font" Target="fonts/font14.fntdata"/><Relationship Id="rId5" Type="http://schemas.openxmlformats.org/officeDocument/2006/relationships/slide" Target="slides/slide4.xml"/><Relationship Id="rId61" Type="http://schemas.openxmlformats.org/officeDocument/2006/relationships/font" Target="fonts/font9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font" Target="fonts/font4.fntdata"/><Relationship Id="rId64" Type="http://schemas.openxmlformats.org/officeDocument/2006/relationships/font" Target="fonts/font12.fntdata"/><Relationship Id="rId69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7.fntdata"/><Relationship Id="rId67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2.fntdata"/><Relationship Id="rId62" Type="http://schemas.openxmlformats.org/officeDocument/2006/relationships/font" Target="fonts/font10.fntdata"/><Relationship Id="rId7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font" Target="fonts/font5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Relationship Id="rId60" Type="http://schemas.openxmlformats.org/officeDocument/2006/relationships/font" Target="fonts/font8.fntdata"/><Relationship Id="rId65" Type="http://schemas.openxmlformats.org/officeDocument/2006/relationships/font" Target="fonts/font1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005137" cy="461962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5720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64008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Shape 4"/>
          <p:cNvSpPr txBox="1">
            <a:spLocks noGrp="1"/>
          </p:cNvSpPr>
          <p:nvPr>
            <p:ph type="dt" idx="10"/>
          </p:nvPr>
        </p:nvSpPr>
        <p:spPr>
          <a:xfrm>
            <a:off x="3929062" y="0"/>
            <a:ext cx="3005137" cy="461962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5720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64008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Shape 5"/>
          <p:cNvSpPr>
            <a:spLocks noGrp="1" noRot="1" noChangeAspect="1"/>
          </p:cNvSpPr>
          <p:nvPr>
            <p:ph type="sldImg" idx="3"/>
          </p:nvPr>
        </p:nvSpPr>
        <p:spPr>
          <a:xfrm>
            <a:off x="1158875" y="692150"/>
            <a:ext cx="4616450" cy="3462337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"/>
            <a:headEnd type="none" w="med" len="med"/>
            <a:tailEnd type="none" w="med" len="med"/>
          </a:ln>
        </p:spPr>
      </p:sp>
      <p:sp>
        <p:nvSpPr>
          <p:cNvPr id="6" name="Shape 6"/>
          <p:cNvSpPr txBox="1">
            <a:spLocks noGrp="1"/>
          </p:cNvSpPr>
          <p:nvPr>
            <p:ph type="body" idx="1"/>
          </p:nvPr>
        </p:nvSpPr>
        <p:spPr>
          <a:xfrm>
            <a:off x="923925" y="4386262"/>
            <a:ext cx="5086350" cy="4154487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buChar char="●"/>
              <a:defRPr sz="1800" b="0" i="0" u="none" strike="noStrike" cap="none"/>
            </a:lvl1pPr>
            <a:lvl2pPr marL="457200" marR="0" lvl="1" indent="0" algn="l" rtl="0">
              <a:spcBef>
                <a:spcPts val="0"/>
              </a:spcBef>
              <a:buChar char="○"/>
              <a:defRPr sz="1800" b="0" i="0" u="none" strike="noStrike" cap="none"/>
            </a:lvl2pPr>
            <a:lvl3pPr marL="914400" marR="0" lvl="2" indent="0" algn="l" rtl="0">
              <a:spcBef>
                <a:spcPts val="0"/>
              </a:spcBef>
              <a:buChar char="■"/>
              <a:defRPr sz="1800" b="0" i="0" u="none" strike="noStrike" cap="none"/>
            </a:lvl3pPr>
            <a:lvl4pPr marL="1371600" marR="0" lvl="3" indent="0" algn="l" rtl="0">
              <a:spcBef>
                <a:spcPts val="0"/>
              </a:spcBef>
              <a:buChar char="●"/>
              <a:defRPr sz="1800" b="0" i="0" u="none" strike="noStrike" cap="none"/>
            </a:lvl4pPr>
            <a:lvl5pPr marL="1828800" marR="0" lvl="4" indent="0" algn="l" rtl="0">
              <a:spcBef>
                <a:spcPts val="0"/>
              </a:spcBef>
              <a:buChar char="○"/>
              <a:defRPr sz="1800" b="0" i="0" u="none" strike="noStrike" cap="none"/>
            </a:lvl5pPr>
            <a:lvl6pPr marL="2286000" marR="0" lvl="5" indent="0" algn="l" rtl="0">
              <a:spcBef>
                <a:spcPts val="0"/>
              </a:spcBef>
              <a:buChar char="■"/>
              <a:defRPr sz="1800" b="0" i="0" u="none" strike="noStrike" cap="none"/>
            </a:lvl6pPr>
            <a:lvl7pPr marL="2743200" marR="0" lvl="6" indent="0" algn="l" rtl="0">
              <a:spcBef>
                <a:spcPts val="0"/>
              </a:spcBef>
              <a:buChar char="●"/>
              <a:defRPr sz="1800" b="0" i="0" u="none" strike="noStrike" cap="none"/>
            </a:lvl7pPr>
            <a:lvl8pPr marL="3200400" marR="0" lvl="7" indent="0" algn="l" rtl="0">
              <a:spcBef>
                <a:spcPts val="0"/>
              </a:spcBef>
              <a:buChar char="○"/>
              <a:defRPr sz="1800" b="0" i="0" u="none" strike="noStrike" cap="none"/>
            </a:lvl8pPr>
            <a:lvl9pPr marL="3657600" marR="0" lvl="8" indent="0" algn="l" rtl="0">
              <a:spcBef>
                <a:spcPts val="0"/>
              </a:spcBef>
              <a:buChar char="■"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ftr" idx="11"/>
          </p:nvPr>
        </p:nvSpPr>
        <p:spPr>
          <a:xfrm>
            <a:off x="0" y="8770937"/>
            <a:ext cx="3005137" cy="461962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b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5720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64008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8"/>
          <p:cNvSpPr txBox="1">
            <a:spLocks noGrp="1"/>
          </p:cNvSpPr>
          <p:nvPr>
            <p:ph type="sldNum" idx="12"/>
          </p:nvPr>
        </p:nvSpPr>
        <p:spPr>
          <a:xfrm>
            <a:off x="3929062" y="8770937"/>
            <a:ext cx="3005137" cy="461962"/>
          </a:xfrm>
          <a:prstGeom prst="rect">
            <a:avLst/>
          </a:prstGeom>
          <a:noFill/>
          <a:ln>
            <a:noFill/>
          </a:ln>
        </p:spPr>
        <p:txBody>
          <a:bodyPr wrap="square" lIns="92375" tIns="46175" rIns="92375" bIns="461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lang="en-US"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71940504"/>
      </p:ext>
    </p:extLst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Shape 63"/>
          <p:cNvSpPr txBox="1">
            <a:spLocks noGrp="1"/>
          </p:cNvSpPr>
          <p:nvPr>
            <p:ph type="body" idx="1"/>
          </p:nvPr>
        </p:nvSpPr>
        <p:spPr>
          <a:xfrm>
            <a:off x="923925" y="4386262"/>
            <a:ext cx="5086350" cy="4154487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64" name="Shape 64"/>
          <p:cNvSpPr>
            <a:spLocks noGrp="1" noRot="1" noChangeAspect="1"/>
          </p:cNvSpPr>
          <p:nvPr>
            <p:ph type="sldImg" idx="2"/>
          </p:nvPr>
        </p:nvSpPr>
        <p:spPr>
          <a:xfrm>
            <a:off x="1158875" y="692150"/>
            <a:ext cx="4616450" cy="346233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69"/>
          <p:cNvSpPr txBox="1">
            <a:spLocks noGrp="1"/>
          </p:cNvSpPr>
          <p:nvPr>
            <p:ph type="body" idx="1"/>
          </p:nvPr>
        </p:nvSpPr>
        <p:spPr>
          <a:xfrm>
            <a:off x="923925" y="4386262"/>
            <a:ext cx="5086350" cy="4154487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70" name="Shape 70"/>
          <p:cNvSpPr>
            <a:spLocks noGrp="1" noRot="1" noChangeAspect="1"/>
          </p:cNvSpPr>
          <p:nvPr>
            <p:ph type="sldImg" idx="2"/>
          </p:nvPr>
        </p:nvSpPr>
        <p:spPr>
          <a:xfrm>
            <a:off x="1158875" y="692150"/>
            <a:ext cx="4616450" cy="346233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75"/>
          <p:cNvSpPr txBox="1">
            <a:spLocks noGrp="1"/>
          </p:cNvSpPr>
          <p:nvPr>
            <p:ph type="body" idx="1"/>
          </p:nvPr>
        </p:nvSpPr>
        <p:spPr>
          <a:xfrm>
            <a:off x="923925" y="4386262"/>
            <a:ext cx="5086350" cy="4154487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76" name="Shape 76"/>
          <p:cNvSpPr>
            <a:spLocks noGrp="1" noRot="1" noChangeAspect="1"/>
          </p:cNvSpPr>
          <p:nvPr>
            <p:ph type="sldImg" idx="2"/>
          </p:nvPr>
        </p:nvSpPr>
        <p:spPr>
          <a:xfrm>
            <a:off x="1158875" y="692150"/>
            <a:ext cx="4616450" cy="346233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Shape 133"/>
          <p:cNvSpPr txBox="1">
            <a:spLocks noGrp="1"/>
          </p:cNvSpPr>
          <p:nvPr>
            <p:ph type="body" idx="1"/>
          </p:nvPr>
        </p:nvSpPr>
        <p:spPr>
          <a:xfrm>
            <a:off x="923925" y="4386262"/>
            <a:ext cx="5086350" cy="4154487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134" name="Shape 134"/>
          <p:cNvSpPr>
            <a:spLocks noGrp="1" noRot="1" noChangeAspect="1"/>
          </p:cNvSpPr>
          <p:nvPr>
            <p:ph type="sldImg" idx="2"/>
          </p:nvPr>
        </p:nvSpPr>
        <p:spPr>
          <a:xfrm>
            <a:off x="1158875" y="692150"/>
            <a:ext cx="4616450" cy="346233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69"/>
          <p:cNvSpPr txBox="1">
            <a:spLocks noGrp="1"/>
          </p:cNvSpPr>
          <p:nvPr>
            <p:ph type="body" idx="1"/>
          </p:nvPr>
        </p:nvSpPr>
        <p:spPr>
          <a:xfrm>
            <a:off x="923925" y="4386262"/>
            <a:ext cx="5086350" cy="4154487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70" name="Shape 70"/>
          <p:cNvSpPr>
            <a:spLocks noGrp="1" noRot="1" noChangeAspect="1"/>
          </p:cNvSpPr>
          <p:nvPr>
            <p:ph type="sldImg" idx="2"/>
          </p:nvPr>
        </p:nvSpPr>
        <p:spPr>
          <a:xfrm>
            <a:off x="1158875" y="692150"/>
            <a:ext cx="4616450" cy="346233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Shape 186"/>
          <p:cNvSpPr>
            <a:spLocks noGrp="1" noRot="1" noChangeAspect="1"/>
          </p:cNvSpPr>
          <p:nvPr>
            <p:ph type="sldImg" idx="2"/>
          </p:nvPr>
        </p:nvSpPr>
        <p:spPr>
          <a:xfrm>
            <a:off x="1158875" y="692150"/>
            <a:ext cx="4616450" cy="346233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Shape 187"/>
          <p:cNvSpPr txBox="1">
            <a:spLocks noGrp="1"/>
          </p:cNvSpPr>
          <p:nvPr>
            <p:ph type="body" idx="1"/>
          </p:nvPr>
        </p:nvSpPr>
        <p:spPr>
          <a:xfrm>
            <a:off x="923925" y="4386262"/>
            <a:ext cx="5086200" cy="41544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  <p:sp>
        <p:nvSpPr>
          <p:cNvPr id="188" name="Shape 188"/>
          <p:cNvSpPr txBox="1">
            <a:spLocks noGrp="1"/>
          </p:cNvSpPr>
          <p:nvPr>
            <p:ph type="sldNum" idx="12"/>
          </p:nvPr>
        </p:nvSpPr>
        <p:spPr>
          <a:xfrm>
            <a:off x="3929062" y="8770937"/>
            <a:ext cx="3005100" cy="462000"/>
          </a:xfrm>
          <a:prstGeom prst="rect">
            <a:avLst/>
          </a:prstGeom>
        </p:spPr>
        <p:txBody>
          <a:bodyPr wrap="square" lIns="92375" tIns="46175" rIns="92375" bIns="46175" anchor="b" anchorCtr="0">
            <a:noAutofit/>
          </a:bodyPr>
          <a:lstStyle/>
          <a:p>
            <a:pPr lvl="0" rtl="0">
              <a:spcBef>
                <a:spcPts val="0"/>
              </a:spcBef>
              <a:buClr>
                <a:srgbClr val="000000"/>
              </a:buClr>
              <a:buSzPct val="25000"/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Shape 186"/>
          <p:cNvSpPr>
            <a:spLocks noGrp="1" noRot="1" noChangeAspect="1"/>
          </p:cNvSpPr>
          <p:nvPr>
            <p:ph type="sldImg" idx="2"/>
          </p:nvPr>
        </p:nvSpPr>
        <p:spPr>
          <a:xfrm>
            <a:off x="1158875" y="692150"/>
            <a:ext cx="4616450" cy="346233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Shape 187"/>
          <p:cNvSpPr txBox="1">
            <a:spLocks noGrp="1"/>
          </p:cNvSpPr>
          <p:nvPr>
            <p:ph type="body" idx="1"/>
          </p:nvPr>
        </p:nvSpPr>
        <p:spPr>
          <a:xfrm>
            <a:off x="923925" y="4386262"/>
            <a:ext cx="5086200" cy="41544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  <p:sp>
        <p:nvSpPr>
          <p:cNvPr id="188" name="Shape 188"/>
          <p:cNvSpPr txBox="1">
            <a:spLocks noGrp="1"/>
          </p:cNvSpPr>
          <p:nvPr>
            <p:ph type="sldNum" idx="12"/>
          </p:nvPr>
        </p:nvSpPr>
        <p:spPr>
          <a:xfrm>
            <a:off x="3929062" y="8770937"/>
            <a:ext cx="3005100" cy="462000"/>
          </a:xfrm>
          <a:prstGeom prst="rect">
            <a:avLst/>
          </a:prstGeom>
        </p:spPr>
        <p:txBody>
          <a:bodyPr wrap="square" lIns="92375" tIns="46175" rIns="92375" bIns="46175" anchor="b" anchorCtr="0">
            <a:noAutofit/>
          </a:bodyPr>
          <a:lstStyle/>
          <a:p>
            <a:pPr lvl="0" rtl="0">
              <a:spcBef>
                <a:spcPts val="0"/>
              </a:spcBef>
              <a:buClr>
                <a:srgbClr val="000000"/>
              </a:buClr>
              <a:buSzPct val="25000"/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Shape 186"/>
          <p:cNvSpPr>
            <a:spLocks noGrp="1" noRot="1" noChangeAspect="1"/>
          </p:cNvSpPr>
          <p:nvPr>
            <p:ph type="sldImg" idx="2"/>
          </p:nvPr>
        </p:nvSpPr>
        <p:spPr>
          <a:xfrm>
            <a:off x="1158875" y="692150"/>
            <a:ext cx="4616450" cy="346233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Shape 187"/>
          <p:cNvSpPr txBox="1">
            <a:spLocks noGrp="1"/>
          </p:cNvSpPr>
          <p:nvPr>
            <p:ph type="body" idx="1"/>
          </p:nvPr>
        </p:nvSpPr>
        <p:spPr>
          <a:xfrm>
            <a:off x="923925" y="4386262"/>
            <a:ext cx="5086200" cy="41544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  <p:sp>
        <p:nvSpPr>
          <p:cNvPr id="188" name="Shape 188"/>
          <p:cNvSpPr txBox="1">
            <a:spLocks noGrp="1"/>
          </p:cNvSpPr>
          <p:nvPr>
            <p:ph type="sldNum" idx="12"/>
          </p:nvPr>
        </p:nvSpPr>
        <p:spPr>
          <a:xfrm>
            <a:off x="3929062" y="8770937"/>
            <a:ext cx="3005100" cy="462000"/>
          </a:xfrm>
          <a:prstGeom prst="rect">
            <a:avLst/>
          </a:prstGeom>
        </p:spPr>
        <p:txBody>
          <a:bodyPr wrap="square" lIns="92375" tIns="46175" rIns="92375" bIns="46175" anchor="b" anchorCtr="0">
            <a:noAutofit/>
          </a:bodyPr>
          <a:lstStyle/>
          <a:p>
            <a:pPr lvl="0" rtl="0">
              <a:spcBef>
                <a:spcPts val="0"/>
              </a:spcBef>
              <a:buClr>
                <a:srgbClr val="000000"/>
              </a:buClr>
              <a:buSzPct val="25000"/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Shape 186"/>
          <p:cNvSpPr>
            <a:spLocks noGrp="1" noRot="1" noChangeAspect="1"/>
          </p:cNvSpPr>
          <p:nvPr>
            <p:ph type="sldImg" idx="2"/>
          </p:nvPr>
        </p:nvSpPr>
        <p:spPr>
          <a:xfrm>
            <a:off x="1158875" y="692150"/>
            <a:ext cx="4616450" cy="346233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Shape 187"/>
          <p:cNvSpPr txBox="1">
            <a:spLocks noGrp="1"/>
          </p:cNvSpPr>
          <p:nvPr>
            <p:ph type="body" idx="1"/>
          </p:nvPr>
        </p:nvSpPr>
        <p:spPr>
          <a:xfrm>
            <a:off x="923925" y="4386262"/>
            <a:ext cx="5086200" cy="41544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  <p:sp>
        <p:nvSpPr>
          <p:cNvPr id="188" name="Shape 188"/>
          <p:cNvSpPr txBox="1">
            <a:spLocks noGrp="1"/>
          </p:cNvSpPr>
          <p:nvPr>
            <p:ph type="sldNum" idx="12"/>
          </p:nvPr>
        </p:nvSpPr>
        <p:spPr>
          <a:xfrm>
            <a:off x="3929062" y="8770937"/>
            <a:ext cx="3005100" cy="462000"/>
          </a:xfrm>
          <a:prstGeom prst="rect">
            <a:avLst/>
          </a:prstGeom>
        </p:spPr>
        <p:txBody>
          <a:bodyPr wrap="square" lIns="92375" tIns="46175" rIns="92375" bIns="46175" anchor="b" anchorCtr="0">
            <a:noAutofit/>
          </a:bodyPr>
          <a:lstStyle/>
          <a:p>
            <a:pPr lvl="0" rtl="0">
              <a:spcBef>
                <a:spcPts val="0"/>
              </a:spcBef>
              <a:buClr>
                <a:srgbClr val="000000"/>
              </a:buClr>
              <a:buSzPct val="25000"/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Shape 186"/>
          <p:cNvSpPr>
            <a:spLocks noGrp="1" noRot="1" noChangeAspect="1"/>
          </p:cNvSpPr>
          <p:nvPr>
            <p:ph type="sldImg" idx="2"/>
          </p:nvPr>
        </p:nvSpPr>
        <p:spPr>
          <a:xfrm>
            <a:off x="1158875" y="692150"/>
            <a:ext cx="4616450" cy="346233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Shape 187"/>
          <p:cNvSpPr txBox="1">
            <a:spLocks noGrp="1"/>
          </p:cNvSpPr>
          <p:nvPr>
            <p:ph type="body" idx="1"/>
          </p:nvPr>
        </p:nvSpPr>
        <p:spPr>
          <a:xfrm>
            <a:off x="923925" y="4386262"/>
            <a:ext cx="5086200" cy="41544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  <p:sp>
        <p:nvSpPr>
          <p:cNvPr id="188" name="Shape 188"/>
          <p:cNvSpPr txBox="1">
            <a:spLocks noGrp="1"/>
          </p:cNvSpPr>
          <p:nvPr>
            <p:ph type="sldNum" idx="12"/>
          </p:nvPr>
        </p:nvSpPr>
        <p:spPr>
          <a:xfrm>
            <a:off x="3929062" y="8770937"/>
            <a:ext cx="3005100" cy="462000"/>
          </a:xfrm>
          <a:prstGeom prst="rect">
            <a:avLst/>
          </a:prstGeom>
        </p:spPr>
        <p:txBody>
          <a:bodyPr wrap="square" lIns="92375" tIns="46175" rIns="92375" bIns="46175" anchor="b" anchorCtr="0">
            <a:noAutofit/>
          </a:bodyPr>
          <a:lstStyle/>
          <a:p>
            <a:pPr lvl="0" rtl="0">
              <a:spcBef>
                <a:spcPts val="0"/>
              </a:spcBef>
              <a:buClr>
                <a:srgbClr val="000000"/>
              </a:buClr>
              <a:buSzPct val="25000"/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Shape 186"/>
          <p:cNvSpPr>
            <a:spLocks noGrp="1" noRot="1" noChangeAspect="1"/>
          </p:cNvSpPr>
          <p:nvPr>
            <p:ph type="sldImg" idx="2"/>
          </p:nvPr>
        </p:nvSpPr>
        <p:spPr>
          <a:xfrm>
            <a:off x="1158875" y="692150"/>
            <a:ext cx="4616450" cy="346233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Shape 187"/>
          <p:cNvSpPr txBox="1">
            <a:spLocks noGrp="1"/>
          </p:cNvSpPr>
          <p:nvPr>
            <p:ph type="body" idx="1"/>
          </p:nvPr>
        </p:nvSpPr>
        <p:spPr>
          <a:xfrm>
            <a:off x="923925" y="4386262"/>
            <a:ext cx="5086200" cy="41544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  <p:sp>
        <p:nvSpPr>
          <p:cNvPr id="188" name="Shape 188"/>
          <p:cNvSpPr txBox="1">
            <a:spLocks noGrp="1"/>
          </p:cNvSpPr>
          <p:nvPr>
            <p:ph type="sldNum" idx="12"/>
          </p:nvPr>
        </p:nvSpPr>
        <p:spPr>
          <a:xfrm>
            <a:off x="3929062" y="8770937"/>
            <a:ext cx="3005100" cy="462000"/>
          </a:xfrm>
          <a:prstGeom prst="rect">
            <a:avLst/>
          </a:prstGeom>
        </p:spPr>
        <p:txBody>
          <a:bodyPr wrap="square" lIns="92375" tIns="46175" rIns="92375" bIns="46175" anchor="b" anchorCtr="0">
            <a:noAutofit/>
          </a:bodyPr>
          <a:lstStyle/>
          <a:p>
            <a:pPr lvl="0" rtl="0">
              <a:spcBef>
                <a:spcPts val="0"/>
              </a:spcBef>
              <a:buClr>
                <a:srgbClr val="000000"/>
              </a:buClr>
              <a:buSzPct val="25000"/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Shape 186"/>
          <p:cNvSpPr>
            <a:spLocks noGrp="1" noRot="1" noChangeAspect="1"/>
          </p:cNvSpPr>
          <p:nvPr>
            <p:ph type="sldImg" idx="2"/>
          </p:nvPr>
        </p:nvSpPr>
        <p:spPr>
          <a:xfrm>
            <a:off x="1158875" y="692150"/>
            <a:ext cx="4616450" cy="346233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Shape 187"/>
          <p:cNvSpPr txBox="1">
            <a:spLocks noGrp="1"/>
          </p:cNvSpPr>
          <p:nvPr>
            <p:ph type="body" idx="1"/>
          </p:nvPr>
        </p:nvSpPr>
        <p:spPr>
          <a:xfrm>
            <a:off x="923925" y="4386262"/>
            <a:ext cx="5086200" cy="41544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  <p:sp>
        <p:nvSpPr>
          <p:cNvPr id="188" name="Shape 188"/>
          <p:cNvSpPr txBox="1">
            <a:spLocks noGrp="1"/>
          </p:cNvSpPr>
          <p:nvPr>
            <p:ph type="sldNum" idx="12"/>
          </p:nvPr>
        </p:nvSpPr>
        <p:spPr>
          <a:xfrm>
            <a:off x="3929062" y="8770937"/>
            <a:ext cx="3005100" cy="462000"/>
          </a:xfrm>
          <a:prstGeom prst="rect">
            <a:avLst/>
          </a:prstGeom>
        </p:spPr>
        <p:txBody>
          <a:bodyPr wrap="square" lIns="92375" tIns="46175" rIns="92375" bIns="46175" anchor="b" anchorCtr="0">
            <a:noAutofit/>
          </a:bodyPr>
          <a:lstStyle/>
          <a:p>
            <a:pPr lvl="0" rtl="0">
              <a:spcBef>
                <a:spcPts val="0"/>
              </a:spcBef>
              <a:buClr>
                <a:srgbClr val="000000"/>
              </a:buClr>
              <a:buSzPct val="25000"/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Shape 186"/>
          <p:cNvSpPr>
            <a:spLocks noGrp="1" noRot="1" noChangeAspect="1"/>
          </p:cNvSpPr>
          <p:nvPr>
            <p:ph type="sldImg" idx="2"/>
          </p:nvPr>
        </p:nvSpPr>
        <p:spPr>
          <a:xfrm>
            <a:off x="1158875" y="692150"/>
            <a:ext cx="4616450" cy="346233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Shape 187"/>
          <p:cNvSpPr txBox="1">
            <a:spLocks noGrp="1"/>
          </p:cNvSpPr>
          <p:nvPr>
            <p:ph type="body" idx="1"/>
          </p:nvPr>
        </p:nvSpPr>
        <p:spPr>
          <a:xfrm>
            <a:off x="923925" y="4386262"/>
            <a:ext cx="5086200" cy="41544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  <p:sp>
        <p:nvSpPr>
          <p:cNvPr id="188" name="Shape 188"/>
          <p:cNvSpPr txBox="1">
            <a:spLocks noGrp="1"/>
          </p:cNvSpPr>
          <p:nvPr>
            <p:ph type="sldNum" idx="12"/>
          </p:nvPr>
        </p:nvSpPr>
        <p:spPr>
          <a:xfrm>
            <a:off x="3929062" y="8770937"/>
            <a:ext cx="3005100" cy="462000"/>
          </a:xfrm>
          <a:prstGeom prst="rect">
            <a:avLst/>
          </a:prstGeom>
        </p:spPr>
        <p:txBody>
          <a:bodyPr wrap="square" lIns="92375" tIns="46175" rIns="92375" bIns="46175" anchor="b" anchorCtr="0">
            <a:noAutofit/>
          </a:bodyPr>
          <a:lstStyle/>
          <a:p>
            <a:pPr lvl="0" rtl="0">
              <a:spcBef>
                <a:spcPts val="0"/>
              </a:spcBef>
              <a:buClr>
                <a:srgbClr val="000000"/>
              </a:buClr>
              <a:buSzPct val="25000"/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Shape 186"/>
          <p:cNvSpPr>
            <a:spLocks noGrp="1" noRot="1" noChangeAspect="1"/>
          </p:cNvSpPr>
          <p:nvPr>
            <p:ph type="sldImg" idx="2"/>
          </p:nvPr>
        </p:nvSpPr>
        <p:spPr>
          <a:xfrm>
            <a:off x="1158875" y="692150"/>
            <a:ext cx="4616450" cy="346233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Shape 187"/>
          <p:cNvSpPr txBox="1">
            <a:spLocks noGrp="1"/>
          </p:cNvSpPr>
          <p:nvPr>
            <p:ph type="body" idx="1"/>
          </p:nvPr>
        </p:nvSpPr>
        <p:spPr>
          <a:xfrm>
            <a:off x="923925" y="4386262"/>
            <a:ext cx="5086200" cy="41544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  <p:sp>
        <p:nvSpPr>
          <p:cNvPr id="188" name="Shape 188"/>
          <p:cNvSpPr txBox="1">
            <a:spLocks noGrp="1"/>
          </p:cNvSpPr>
          <p:nvPr>
            <p:ph type="sldNum" idx="12"/>
          </p:nvPr>
        </p:nvSpPr>
        <p:spPr>
          <a:xfrm>
            <a:off x="3929062" y="8770937"/>
            <a:ext cx="3005100" cy="462000"/>
          </a:xfrm>
          <a:prstGeom prst="rect">
            <a:avLst/>
          </a:prstGeom>
        </p:spPr>
        <p:txBody>
          <a:bodyPr wrap="square" lIns="92375" tIns="46175" rIns="92375" bIns="46175" anchor="b" anchorCtr="0">
            <a:noAutofit/>
          </a:bodyPr>
          <a:lstStyle/>
          <a:p>
            <a:pPr lvl="0" rtl="0">
              <a:spcBef>
                <a:spcPts val="0"/>
              </a:spcBef>
              <a:buClr>
                <a:srgbClr val="000000"/>
              </a:buClr>
              <a:buSzPct val="25000"/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Shape 186"/>
          <p:cNvSpPr>
            <a:spLocks noGrp="1" noRot="1" noChangeAspect="1"/>
          </p:cNvSpPr>
          <p:nvPr>
            <p:ph type="sldImg" idx="2"/>
          </p:nvPr>
        </p:nvSpPr>
        <p:spPr>
          <a:xfrm>
            <a:off x="1158875" y="692150"/>
            <a:ext cx="4616450" cy="346233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Shape 187"/>
          <p:cNvSpPr txBox="1">
            <a:spLocks noGrp="1"/>
          </p:cNvSpPr>
          <p:nvPr>
            <p:ph type="body" idx="1"/>
          </p:nvPr>
        </p:nvSpPr>
        <p:spPr>
          <a:xfrm>
            <a:off x="923925" y="4386262"/>
            <a:ext cx="5086200" cy="41544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  <p:sp>
        <p:nvSpPr>
          <p:cNvPr id="188" name="Shape 188"/>
          <p:cNvSpPr txBox="1">
            <a:spLocks noGrp="1"/>
          </p:cNvSpPr>
          <p:nvPr>
            <p:ph type="sldNum" idx="12"/>
          </p:nvPr>
        </p:nvSpPr>
        <p:spPr>
          <a:xfrm>
            <a:off x="3929062" y="8770937"/>
            <a:ext cx="3005100" cy="462000"/>
          </a:xfrm>
          <a:prstGeom prst="rect">
            <a:avLst/>
          </a:prstGeom>
        </p:spPr>
        <p:txBody>
          <a:bodyPr wrap="square" lIns="92375" tIns="46175" rIns="92375" bIns="46175" anchor="b" anchorCtr="0">
            <a:noAutofit/>
          </a:bodyPr>
          <a:lstStyle/>
          <a:p>
            <a:pPr lvl="0" rtl="0">
              <a:spcBef>
                <a:spcPts val="0"/>
              </a:spcBef>
              <a:buClr>
                <a:srgbClr val="000000"/>
              </a:buClr>
              <a:buSzPct val="25000"/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Shape 186"/>
          <p:cNvSpPr>
            <a:spLocks noGrp="1" noRot="1" noChangeAspect="1"/>
          </p:cNvSpPr>
          <p:nvPr>
            <p:ph type="sldImg" idx="2"/>
          </p:nvPr>
        </p:nvSpPr>
        <p:spPr>
          <a:xfrm>
            <a:off x="1158875" y="692150"/>
            <a:ext cx="4616450" cy="346233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Shape 187"/>
          <p:cNvSpPr txBox="1">
            <a:spLocks noGrp="1"/>
          </p:cNvSpPr>
          <p:nvPr>
            <p:ph type="body" idx="1"/>
          </p:nvPr>
        </p:nvSpPr>
        <p:spPr>
          <a:xfrm>
            <a:off x="923925" y="4386262"/>
            <a:ext cx="5086200" cy="41544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  <p:sp>
        <p:nvSpPr>
          <p:cNvPr id="188" name="Shape 188"/>
          <p:cNvSpPr txBox="1">
            <a:spLocks noGrp="1"/>
          </p:cNvSpPr>
          <p:nvPr>
            <p:ph type="sldNum" idx="12"/>
          </p:nvPr>
        </p:nvSpPr>
        <p:spPr>
          <a:xfrm>
            <a:off x="3929062" y="8770937"/>
            <a:ext cx="3005100" cy="462000"/>
          </a:xfrm>
          <a:prstGeom prst="rect">
            <a:avLst/>
          </a:prstGeom>
        </p:spPr>
        <p:txBody>
          <a:bodyPr wrap="square" lIns="92375" tIns="46175" rIns="92375" bIns="46175" anchor="b" anchorCtr="0">
            <a:noAutofit/>
          </a:bodyPr>
          <a:lstStyle/>
          <a:p>
            <a:pPr lvl="0" rtl="0">
              <a:spcBef>
                <a:spcPts val="0"/>
              </a:spcBef>
              <a:buClr>
                <a:srgbClr val="000000"/>
              </a:buClr>
              <a:buSzPct val="25000"/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Shape 186"/>
          <p:cNvSpPr>
            <a:spLocks noGrp="1" noRot="1" noChangeAspect="1"/>
          </p:cNvSpPr>
          <p:nvPr>
            <p:ph type="sldImg" idx="2"/>
          </p:nvPr>
        </p:nvSpPr>
        <p:spPr>
          <a:xfrm>
            <a:off x="1158875" y="692150"/>
            <a:ext cx="4616450" cy="346233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Shape 187"/>
          <p:cNvSpPr txBox="1">
            <a:spLocks noGrp="1"/>
          </p:cNvSpPr>
          <p:nvPr>
            <p:ph type="body" idx="1"/>
          </p:nvPr>
        </p:nvSpPr>
        <p:spPr>
          <a:xfrm>
            <a:off x="923925" y="4386262"/>
            <a:ext cx="5086200" cy="41544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  <p:sp>
        <p:nvSpPr>
          <p:cNvPr id="188" name="Shape 188"/>
          <p:cNvSpPr txBox="1">
            <a:spLocks noGrp="1"/>
          </p:cNvSpPr>
          <p:nvPr>
            <p:ph type="sldNum" idx="12"/>
          </p:nvPr>
        </p:nvSpPr>
        <p:spPr>
          <a:xfrm>
            <a:off x="3929062" y="8770937"/>
            <a:ext cx="3005100" cy="462000"/>
          </a:xfrm>
          <a:prstGeom prst="rect">
            <a:avLst/>
          </a:prstGeom>
        </p:spPr>
        <p:txBody>
          <a:bodyPr wrap="square" lIns="92375" tIns="46175" rIns="92375" bIns="46175" anchor="b" anchorCtr="0">
            <a:noAutofit/>
          </a:bodyPr>
          <a:lstStyle/>
          <a:p>
            <a:pPr lvl="0" rtl="0">
              <a:spcBef>
                <a:spcPts val="0"/>
              </a:spcBef>
              <a:buClr>
                <a:srgbClr val="000000"/>
              </a:buClr>
              <a:buSzPct val="25000"/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Shape 186"/>
          <p:cNvSpPr>
            <a:spLocks noGrp="1" noRot="1" noChangeAspect="1"/>
          </p:cNvSpPr>
          <p:nvPr>
            <p:ph type="sldImg" idx="2"/>
          </p:nvPr>
        </p:nvSpPr>
        <p:spPr>
          <a:xfrm>
            <a:off x="1158875" y="692150"/>
            <a:ext cx="4616450" cy="346233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Shape 187"/>
          <p:cNvSpPr txBox="1">
            <a:spLocks noGrp="1"/>
          </p:cNvSpPr>
          <p:nvPr>
            <p:ph type="body" idx="1"/>
          </p:nvPr>
        </p:nvSpPr>
        <p:spPr>
          <a:xfrm>
            <a:off x="923925" y="4386262"/>
            <a:ext cx="5086200" cy="41544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  <p:sp>
        <p:nvSpPr>
          <p:cNvPr id="188" name="Shape 188"/>
          <p:cNvSpPr txBox="1">
            <a:spLocks noGrp="1"/>
          </p:cNvSpPr>
          <p:nvPr>
            <p:ph type="sldNum" idx="12"/>
          </p:nvPr>
        </p:nvSpPr>
        <p:spPr>
          <a:xfrm>
            <a:off x="3929062" y="8770937"/>
            <a:ext cx="3005100" cy="462000"/>
          </a:xfrm>
          <a:prstGeom prst="rect">
            <a:avLst/>
          </a:prstGeom>
        </p:spPr>
        <p:txBody>
          <a:bodyPr wrap="square" lIns="92375" tIns="46175" rIns="92375" bIns="46175" anchor="b" anchorCtr="0">
            <a:noAutofit/>
          </a:bodyPr>
          <a:lstStyle/>
          <a:p>
            <a:pPr lvl="0" rtl="0">
              <a:spcBef>
                <a:spcPts val="0"/>
              </a:spcBef>
              <a:buClr>
                <a:srgbClr val="000000"/>
              </a:buClr>
              <a:buSzPct val="25000"/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Shape 186"/>
          <p:cNvSpPr>
            <a:spLocks noGrp="1" noRot="1" noChangeAspect="1"/>
          </p:cNvSpPr>
          <p:nvPr>
            <p:ph type="sldImg" idx="2"/>
          </p:nvPr>
        </p:nvSpPr>
        <p:spPr>
          <a:xfrm>
            <a:off x="1158875" y="692150"/>
            <a:ext cx="4616450" cy="346233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Shape 187"/>
          <p:cNvSpPr txBox="1">
            <a:spLocks noGrp="1"/>
          </p:cNvSpPr>
          <p:nvPr>
            <p:ph type="body" idx="1"/>
          </p:nvPr>
        </p:nvSpPr>
        <p:spPr>
          <a:xfrm>
            <a:off x="923925" y="4386262"/>
            <a:ext cx="5086200" cy="41544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  <p:sp>
        <p:nvSpPr>
          <p:cNvPr id="188" name="Shape 188"/>
          <p:cNvSpPr txBox="1">
            <a:spLocks noGrp="1"/>
          </p:cNvSpPr>
          <p:nvPr>
            <p:ph type="sldNum" idx="12"/>
          </p:nvPr>
        </p:nvSpPr>
        <p:spPr>
          <a:xfrm>
            <a:off x="3929062" y="8770937"/>
            <a:ext cx="3005100" cy="462000"/>
          </a:xfrm>
          <a:prstGeom prst="rect">
            <a:avLst/>
          </a:prstGeom>
        </p:spPr>
        <p:txBody>
          <a:bodyPr wrap="square" lIns="92375" tIns="46175" rIns="92375" bIns="46175" anchor="b" anchorCtr="0">
            <a:noAutofit/>
          </a:bodyPr>
          <a:lstStyle/>
          <a:p>
            <a:pPr lvl="0" rtl="0">
              <a:spcBef>
                <a:spcPts val="0"/>
              </a:spcBef>
              <a:buClr>
                <a:srgbClr val="000000"/>
              </a:buClr>
              <a:buSzPct val="25000"/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Shape 186"/>
          <p:cNvSpPr>
            <a:spLocks noGrp="1" noRot="1" noChangeAspect="1"/>
          </p:cNvSpPr>
          <p:nvPr>
            <p:ph type="sldImg" idx="2"/>
          </p:nvPr>
        </p:nvSpPr>
        <p:spPr>
          <a:xfrm>
            <a:off x="1158875" y="692150"/>
            <a:ext cx="4616450" cy="346233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Shape 187"/>
          <p:cNvSpPr txBox="1">
            <a:spLocks noGrp="1"/>
          </p:cNvSpPr>
          <p:nvPr>
            <p:ph type="body" idx="1"/>
          </p:nvPr>
        </p:nvSpPr>
        <p:spPr>
          <a:xfrm>
            <a:off x="923925" y="4386262"/>
            <a:ext cx="5086200" cy="41544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  <p:sp>
        <p:nvSpPr>
          <p:cNvPr id="188" name="Shape 188"/>
          <p:cNvSpPr txBox="1">
            <a:spLocks noGrp="1"/>
          </p:cNvSpPr>
          <p:nvPr>
            <p:ph type="sldNum" idx="12"/>
          </p:nvPr>
        </p:nvSpPr>
        <p:spPr>
          <a:xfrm>
            <a:off x="3929062" y="8770937"/>
            <a:ext cx="3005100" cy="462000"/>
          </a:xfrm>
          <a:prstGeom prst="rect">
            <a:avLst/>
          </a:prstGeom>
        </p:spPr>
        <p:txBody>
          <a:bodyPr wrap="square" lIns="92375" tIns="46175" rIns="92375" bIns="46175" anchor="b" anchorCtr="0">
            <a:noAutofit/>
          </a:bodyPr>
          <a:lstStyle/>
          <a:p>
            <a:pPr lvl="0" rtl="0">
              <a:spcBef>
                <a:spcPts val="0"/>
              </a:spcBef>
              <a:buClr>
                <a:srgbClr val="000000"/>
              </a:buClr>
              <a:buSzPct val="25000"/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Shape 186"/>
          <p:cNvSpPr>
            <a:spLocks noGrp="1" noRot="1" noChangeAspect="1"/>
          </p:cNvSpPr>
          <p:nvPr>
            <p:ph type="sldImg" idx="2"/>
          </p:nvPr>
        </p:nvSpPr>
        <p:spPr>
          <a:xfrm>
            <a:off x="1158875" y="692150"/>
            <a:ext cx="4616450" cy="346233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Shape 187"/>
          <p:cNvSpPr txBox="1">
            <a:spLocks noGrp="1"/>
          </p:cNvSpPr>
          <p:nvPr>
            <p:ph type="body" idx="1"/>
          </p:nvPr>
        </p:nvSpPr>
        <p:spPr>
          <a:xfrm>
            <a:off x="923925" y="4386262"/>
            <a:ext cx="5086200" cy="41544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  <p:sp>
        <p:nvSpPr>
          <p:cNvPr id="188" name="Shape 188"/>
          <p:cNvSpPr txBox="1">
            <a:spLocks noGrp="1"/>
          </p:cNvSpPr>
          <p:nvPr>
            <p:ph type="sldNum" idx="12"/>
          </p:nvPr>
        </p:nvSpPr>
        <p:spPr>
          <a:xfrm>
            <a:off x="3929062" y="8770937"/>
            <a:ext cx="3005100" cy="462000"/>
          </a:xfrm>
          <a:prstGeom prst="rect">
            <a:avLst/>
          </a:prstGeom>
        </p:spPr>
        <p:txBody>
          <a:bodyPr wrap="square" lIns="92375" tIns="46175" rIns="92375" bIns="46175" anchor="b" anchorCtr="0">
            <a:noAutofit/>
          </a:bodyPr>
          <a:lstStyle/>
          <a:p>
            <a:pPr lvl="0" rtl="0">
              <a:spcBef>
                <a:spcPts val="0"/>
              </a:spcBef>
              <a:buClr>
                <a:srgbClr val="000000"/>
              </a:buClr>
              <a:buSzPct val="25000"/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Shape 186"/>
          <p:cNvSpPr>
            <a:spLocks noGrp="1" noRot="1" noChangeAspect="1"/>
          </p:cNvSpPr>
          <p:nvPr>
            <p:ph type="sldImg" idx="2"/>
          </p:nvPr>
        </p:nvSpPr>
        <p:spPr>
          <a:xfrm>
            <a:off x="1158875" y="692150"/>
            <a:ext cx="4616450" cy="346233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Shape 187"/>
          <p:cNvSpPr txBox="1">
            <a:spLocks noGrp="1"/>
          </p:cNvSpPr>
          <p:nvPr>
            <p:ph type="body" idx="1"/>
          </p:nvPr>
        </p:nvSpPr>
        <p:spPr>
          <a:xfrm>
            <a:off x="923925" y="4386262"/>
            <a:ext cx="5086200" cy="41544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  <p:sp>
        <p:nvSpPr>
          <p:cNvPr id="188" name="Shape 188"/>
          <p:cNvSpPr txBox="1">
            <a:spLocks noGrp="1"/>
          </p:cNvSpPr>
          <p:nvPr>
            <p:ph type="sldNum" idx="12"/>
          </p:nvPr>
        </p:nvSpPr>
        <p:spPr>
          <a:xfrm>
            <a:off x="3929062" y="8770937"/>
            <a:ext cx="3005100" cy="462000"/>
          </a:xfrm>
          <a:prstGeom prst="rect">
            <a:avLst/>
          </a:prstGeom>
        </p:spPr>
        <p:txBody>
          <a:bodyPr wrap="square" lIns="92375" tIns="46175" rIns="92375" bIns="46175" anchor="b" anchorCtr="0">
            <a:noAutofit/>
          </a:bodyPr>
          <a:lstStyle/>
          <a:p>
            <a:pPr lvl="0" rtl="0">
              <a:spcBef>
                <a:spcPts val="0"/>
              </a:spcBef>
              <a:buClr>
                <a:srgbClr val="000000"/>
              </a:buClr>
              <a:buSzPct val="25000"/>
              <a:buFont typeface="Arial"/>
              <a:buNone/>
            </a:pPr>
            <a:fld id="{00000000-1234-1234-1234-123412341234}" type="slidenum">
              <a:rPr lang="en-US"/>
              <a:t>24</a:t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Shape 586"/>
          <p:cNvSpPr>
            <a:spLocks noGrp="1" noRot="1" noChangeAspect="1"/>
          </p:cNvSpPr>
          <p:nvPr>
            <p:ph type="sldImg" idx="2"/>
          </p:nvPr>
        </p:nvSpPr>
        <p:spPr>
          <a:xfrm>
            <a:off x="1158875" y="692150"/>
            <a:ext cx="4616450" cy="346233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7" name="Shape 587"/>
          <p:cNvSpPr txBox="1">
            <a:spLocks noGrp="1"/>
          </p:cNvSpPr>
          <p:nvPr>
            <p:ph type="body" idx="1"/>
          </p:nvPr>
        </p:nvSpPr>
        <p:spPr>
          <a:xfrm>
            <a:off x="923925" y="4386262"/>
            <a:ext cx="5086200" cy="41544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588" name="Shape 588"/>
          <p:cNvSpPr txBox="1">
            <a:spLocks noGrp="1"/>
          </p:cNvSpPr>
          <p:nvPr>
            <p:ph type="sldNum" idx="12"/>
          </p:nvPr>
        </p:nvSpPr>
        <p:spPr>
          <a:xfrm>
            <a:off x="3929062" y="8770937"/>
            <a:ext cx="3005100" cy="462000"/>
          </a:xfrm>
          <a:prstGeom prst="rect">
            <a:avLst/>
          </a:prstGeom>
        </p:spPr>
        <p:txBody>
          <a:bodyPr wrap="square" lIns="92375" tIns="46175" rIns="92375" bIns="46175" anchor="b" anchorCtr="0">
            <a:noAutofit/>
          </a:bodyPr>
          <a:lstStyle/>
          <a:p>
            <a:pPr lvl="0">
              <a:spcBef>
                <a:spcPts val="0"/>
              </a:spcBef>
              <a:buClr>
                <a:srgbClr val="000000"/>
              </a:buClr>
              <a:buSzPct val="25000"/>
              <a:buFont typeface="Arial"/>
              <a:buNone/>
            </a:pPr>
            <a:fld id="{00000000-1234-1234-1234-123412341234}" type="slidenum">
              <a:rPr lang="en-US"/>
              <a:t>26</a:t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Shape 578"/>
          <p:cNvSpPr txBox="1">
            <a:spLocks noGrp="1"/>
          </p:cNvSpPr>
          <p:nvPr>
            <p:ph type="body" idx="1"/>
          </p:nvPr>
        </p:nvSpPr>
        <p:spPr>
          <a:xfrm>
            <a:off x="923925" y="4386262"/>
            <a:ext cx="5086350" cy="4154487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579" name="Shape 579"/>
          <p:cNvSpPr>
            <a:spLocks noGrp="1" noRot="1" noChangeAspect="1"/>
          </p:cNvSpPr>
          <p:nvPr>
            <p:ph type="sldImg" idx="2"/>
          </p:nvPr>
        </p:nvSpPr>
        <p:spPr>
          <a:xfrm>
            <a:off x="1158875" y="692150"/>
            <a:ext cx="4616450" cy="346233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Shape 554"/>
          <p:cNvSpPr txBox="1">
            <a:spLocks noGrp="1"/>
          </p:cNvSpPr>
          <p:nvPr>
            <p:ph type="body" idx="1"/>
          </p:nvPr>
        </p:nvSpPr>
        <p:spPr>
          <a:xfrm>
            <a:off x="923925" y="4386262"/>
            <a:ext cx="5086350" cy="4154487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555" name="Shape 555"/>
          <p:cNvSpPr>
            <a:spLocks noGrp="1" noRot="1" noChangeAspect="1"/>
          </p:cNvSpPr>
          <p:nvPr>
            <p:ph type="sldImg" idx="2"/>
          </p:nvPr>
        </p:nvSpPr>
        <p:spPr>
          <a:xfrm>
            <a:off x="1158875" y="692150"/>
            <a:ext cx="4616450" cy="346233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Shape 603"/>
          <p:cNvSpPr txBox="1">
            <a:spLocks noGrp="1"/>
          </p:cNvSpPr>
          <p:nvPr>
            <p:ph type="body" idx="1"/>
          </p:nvPr>
        </p:nvSpPr>
        <p:spPr>
          <a:xfrm>
            <a:off x="923925" y="4386262"/>
            <a:ext cx="5086350" cy="4154487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604" name="Shape 604"/>
          <p:cNvSpPr>
            <a:spLocks noGrp="1" noRot="1" noChangeAspect="1"/>
          </p:cNvSpPr>
          <p:nvPr>
            <p:ph type="sldImg" idx="2"/>
          </p:nvPr>
        </p:nvSpPr>
        <p:spPr>
          <a:xfrm>
            <a:off x="1158875" y="692150"/>
            <a:ext cx="4616450" cy="346233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Shape 562"/>
          <p:cNvSpPr txBox="1">
            <a:spLocks noGrp="1"/>
          </p:cNvSpPr>
          <p:nvPr>
            <p:ph type="body" idx="1"/>
          </p:nvPr>
        </p:nvSpPr>
        <p:spPr>
          <a:xfrm>
            <a:off x="923925" y="4386262"/>
            <a:ext cx="5086350" cy="4154487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563" name="Shape 563"/>
          <p:cNvSpPr>
            <a:spLocks noGrp="1" noRot="1" noChangeAspect="1"/>
          </p:cNvSpPr>
          <p:nvPr>
            <p:ph type="sldImg" idx="2"/>
          </p:nvPr>
        </p:nvSpPr>
        <p:spPr>
          <a:xfrm>
            <a:off x="1158875" y="692150"/>
            <a:ext cx="4616450" cy="346233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Shape 570"/>
          <p:cNvSpPr>
            <a:spLocks noGrp="1" noRot="1" noChangeAspect="1"/>
          </p:cNvSpPr>
          <p:nvPr>
            <p:ph type="sldImg" idx="2"/>
          </p:nvPr>
        </p:nvSpPr>
        <p:spPr>
          <a:xfrm>
            <a:off x="1158875" y="692150"/>
            <a:ext cx="4616450" cy="346233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1" name="Shape 571"/>
          <p:cNvSpPr txBox="1">
            <a:spLocks noGrp="1"/>
          </p:cNvSpPr>
          <p:nvPr>
            <p:ph type="body" idx="1"/>
          </p:nvPr>
        </p:nvSpPr>
        <p:spPr>
          <a:xfrm>
            <a:off x="923925" y="4386262"/>
            <a:ext cx="5086200" cy="41544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572" name="Shape 572"/>
          <p:cNvSpPr txBox="1">
            <a:spLocks noGrp="1"/>
          </p:cNvSpPr>
          <p:nvPr>
            <p:ph type="sldNum" idx="12"/>
          </p:nvPr>
        </p:nvSpPr>
        <p:spPr>
          <a:xfrm>
            <a:off x="3929062" y="8770937"/>
            <a:ext cx="3005100" cy="462000"/>
          </a:xfrm>
          <a:prstGeom prst="rect">
            <a:avLst/>
          </a:prstGeom>
        </p:spPr>
        <p:txBody>
          <a:bodyPr wrap="square" lIns="92375" tIns="46175" rIns="92375" bIns="46175" anchor="b" anchorCtr="0">
            <a:noAutofit/>
          </a:bodyPr>
          <a:lstStyle/>
          <a:p>
            <a:pPr lvl="0">
              <a:spcBef>
                <a:spcPts val="0"/>
              </a:spcBef>
              <a:buClr>
                <a:srgbClr val="000000"/>
              </a:buClr>
              <a:buSzPct val="25000"/>
              <a:buFont typeface="Arial"/>
              <a:buNone/>
            </a:pPr>
            <a:fld id="{00000000-1234-1234-1234-123412341234}" type="slidenum">
              <a:rPr lang="en-US"/>
              <a:t>33</a:t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Shape 595"/>
          <p:cNvSpPr txBox="1">
            <a:spLocks noGrp="1"/>
          </p:cNvSpPr>
          <p:nvPr>
            <p:ph type="body" idx="1"/>
          </p:nvPr>
        </p:nvSpPr>
        <p:spPr>
          <a:xfrm>
            <a:off x="923925" y="4386262"/>
            <a:ext cx="5086350" cy="4154487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596" name="Shape 596"/>
          <p:cNvSpPr>
            <a:spLocks noGrp="1" noRot="1" noChangeAspect="1"/>
          </p:cNvSpPr>
          <p:nvPr>
            <p:ph type="sldImg" idx="2"/>
          </p:nvPr>
        </p:nvSpPr>
        <p:spPr>
          <a:xfrm>
            <a:off x="1158875" y="692150"/>
            <a:ext cx="4616450" cy="346233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Shape 626"/>
          <p:cNvSpPr txBox="1">
            <a:spLocks noGrp="1"/>
          </p:cNvSpPr>
          <p:nvPr>
            <p:ph type="body" idx="1"/>
          </p:nvPr>
        </p:nvSpPr>
        <p:spPr>
          <a:xfrm>
            <a:off x="923925" y="4386262"/>
            <a:ext cx="5086350" cy="4154487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627" name="Shape 627"/>
          <p:cNvSpPr>
            <a:spLocks noGrp="1" noRot="1" noChangeAspect="1"/>
          </p:cNvSpPr>
          <p:nvPr>
            <p:ph type="sldImg" idx="2"/>
          </p:nvPr>
        </p:nvSpPr>
        <p:spPr>
          <a:xfrm>
            <a:off x="1158875" y="692150"/>
            <a:ext cx="4616450" cy="346233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bg>
      <p:bgPr>
        <a:solidFill>
          <a:schemeClr val="dk1"/>
        </a:solid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hape 19"/>
          <p:cNvSpPr txBox="1">
            <a:spLocks noGrp="1"/>
          </p:cNvSpPr>
          <p:nvPr>
            <p:ph type="title"/>
          </p:nvPr>
        </p:nvSpPr>
        <p:spPr>
          <a:xfrm>
            <a:off x="2802750" y="1070000"/>
            <a:ext cx="3538500" cy="4718100"/>
          </a:xfrm>
          <a:prstGeom prst="rect">
            <a:avLst/>
          </a:prstGeom>
          <a:solidFill>
            <a:srgbClr val="FFFFFF"/>
          </a:solidFill>
        </p:spPr>
        <p:txBody>
          <a:bodyPr wrap="square" lIns="91425" tIns="91425" rIns="91425" bIns="91425" anchor="ctr" anchorCtr="0"/>
          <a:lstStyle>
            <a:lvl1pPr lvl="0" algn="ctr">
              <a:spcBef>
                <a:spcPts val="0"/>
              </a:spcBef>
              <a:buSzPct val="100000"/>
              <a:defRPr sz="4800"/>
            </a:lvl1pPr>
            <a:lvl2pPr lvl="1" algn="ctr">
              <a:spcBef>
                <a:spcPts val="0"/>
              </a:spcBef>
              <a:buSzPct val="100000"/>
              <a:defRPr sz="4800"/>
            </a:lvl2pPr>
            <a:lvl3pPr lvl="2" algn="ctr">
              <a:spcBef>
                <a:spcPts val="0"/>
              </a:spcBef>
              <a:buSzPct val="100000"/>
              <a:defRPr sz="4800"/>
            </a:lvl3pPr>
            <a:lvl4pPr lvl="3" algn="ctr">
              <a:spcBef>
                <a:spcPts val="0"/>
              </a:spcBef>
              <a:buSzPct val="100000"/>
              <a:defRPr sz="4800"/>
            </a:lvl4pPr>
            <a:lvl5pPr lvl="4" algn="ctr">
              <a:spcBef>
                <a:spcPts val="0"/>
              </a:spcBef>
              <a:buSzPct val="100000"/>
              <a:defRPr sz="4800"/>
            </a:lvl5pPr>
            <a:lvl6pPr lvl="5" algn="ctr">
              <a:spcBef>
                <a:spcPts val="0"/>
              </a:spcBef>
              <a:buSzPct val="100000"/>
              <a:defRPr sz="4800"/>
            </a:lvl6pPr>
            <a:lvl7pPr lvl="6" algn="ctr">
              <a:spcBef>
                <a:spcPts val="0"/>
              </a:spcBef>
              <a:buSzPct val="100000"/>
              <a:defRPr sz="4800"/>
            </a:lvl7pPr>
            <a:lvl8pPr lvl="7" algn="ctr">
              <a:spcBef>
                <a:spcPts val="0"/>
              </a:spcBef>
              <a:buSzPct val="100000"/>
              <a:defRPr sz="4800"/>
            </a:lvl8pPr>
            <a:lvl9pPr lvl="8" algn="ctr">
              <a:spcBef>
                <a:spcPts val="0"/>
              </a:spcBef>
              <a:buSzPct val="100000"/>
              <a:defRPr sz="4800"/>
            </a:lvl9pPr>
          </a:lstStyle>
          <a:p>
            <a:endParaRPr/>
          </a:p>
        </p:txBody>
      </p:sp>
      <p:sp>
        <p:nvSpPr>
          <p:cNvPr id="20" name="Shape 20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bod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22"/>
          <p:cNvSpPr txBox="1">
            <a:spLocks noGrp="1"/>
          </p:cNvSpPr>
          <p:nvPr>
            <p:ph type="title"/>
          </p:nvPr>
        </p:nvSpPr>
        <p:spPr>
          <a:xfrm>
            <a:off x="311700" y="390467"/>
            <a:ext cx="8520600" cy="1068000"/>
          </a:xfrm>
          <a:prstGeom prst="rect">
            <a:avLst/>
          </a:prstGeom>
        </p:spPr>
        <p:txBody>
          <a:bodyPr wrap="square" lIns="91425" tIns="91425" rIns="91425" bIns="91425" anchor="t" anchorCtr="0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23" name="Shape 23"/>
          <p:cNvSpPr txBox="1">
            <a:spLocks noGrp="1"/>
          </p:cNvSpPr>
          <p:nvPr>
            <p:ph type="body" idx="1"/>
          </p:nvPr>
        </p:nvSpPr>
        <p:spPr>
          <a:xfrm>
            <a:off x="311700" y="1638233"/>
            <a:ext cx="8520600" cy="4453500"/>
          </a:xfrm>
          <a:prstGeom prst="rect">
            <a:avLst/>
          </a:prstGeom>
        </p:spPr>
        <p:txBody>
          <a:bodyPr wrap="square" lIns="91425" tIns="91425" rIns="91425" bIns="91425" anchor="t" anchorCtr="0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24" name="Shape 24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itle and two 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26"/>
          <p:cNvSpPr txBox="1">
            <a:spLocks noGrp="1"/>
          </p:cNvSpPr>
          <p:nvPr>
            <p:ph type="title"/>
          </p:nvPr>
        </p:nvSpPr>
        <p:spPr>
          <a:xfrm>
            <a:off x="311700" y="390467"/>
            <a:ext cx="8520600" cy="1068000"/>
          </a:xfrm>
          <a:prstGeom prst="rect">
            <a:avLst/>
          </a:prstGeom>
        </p:spPr>
        <p:txBody>
          <a:bodyPr wrap="square" lIns="91425" tIns="91425" rIns="91425" bIns="91425" anchor="t" anchorCtr="0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27" name="Shape 27"/>
          <p:cNvSpPr txBox="1">
            <a:spLocks noGrp="1"/>
          </p:cNvSpPr>
          <p:nvPr>
            <p:ph type="body" idx="1"/>
          </p:nvPr>
        </p:nvSpPr>
        <p:spPr>
          <a:xfrm>
            <a:off x="311700" y="1638233"/>
            <a:ext cx="3999900" cy="4453500"/>
          </a:xfrm>
          <a:prstGeom prst="rect">
            <a:avLst/>
          </a:prstGeom>
        </p:spPr>
        <p:txBody>
          <a:bodyPr wrap="square" lIns="91425" tIns="91425" rIns="91425" bIns="91425" anchor="t" anchorCtr="0"/>
          <a:lstStyle>
            <a:lvl1pPr lvl="0">
              <a:spcBef>
                <a:spcPts val="0"/>
              </a:spcBef>
              <a:buSzPct val="100000"/>
              <a:defRPr sz="1400"/>
            </a:lvl1pPr>
            <a:lvl2pPr lvl="1">
              <a:spcBef>
                <a:spcPts val="0"/>
              </a:spcBef>
              <a:buSzPct val="100000"/>
              <a:defRPr sz="1200"/>
            </a:lvl2pPr>
            <a:lvl3pPr lvl="2">
              <a:spcBef>
                <a:spcPts val="0"/>
              </a:spcBef>
              <a:buSzPct val="100000"/>
              <a:defRPr sz="1200"/>
            </a:lvl3pPr>
            <a:lvl4pPr lvl="3">
              <a:spcBef>
                <a:spcPts val="0"/>
              </a:spcBef>
              <a:buSzPct val="100000"/>
              <a:defRPr sz="1200"/>
            </a:lvl4pPr>
            <a:lvl5pPr lvl="4">
              <a:spcBef>
                <a:spcPts val="0"/>
              </a:spcBef>
              <a:buSzPct val="100000"/>
              <a:defRPr sz="1200"/>
            </a:lvl5pPr>
            <a:lvl6pPr lvl="5">
              <a:spcBef>
                <a:spcPts val="0"/>
              </a:spcBef>
              <a:buSzPct val="100000"/>
              <a:defRPr sz="1200"/>
            </a:lvl6pPr>
            <a:lvl7pPr lvl="6">
              <a:spcBef>
                <a:spcPts val="0"/>
              </a:spcBef>
              <a:buSzPct val="100000"/>
              <a:defRPr sz="1200"/>
            </a:lvl7pPr>
            <a:lvl8pPr lvl="7">
              <a:spcBef>
                <a:spcPts val="0"/>
              </a:spcBef>
              <a:buSzPct val="100000"/>
              <a:defRPr sz="1200"/>
            </a:lvl8pPr>
            <a:lvl9pPr lvl="8">
              <a:spcBef>
                <a:spcPts val="0"/>
              </a:spcBef>
              <a:buSzPct val="100000"/>
              <a:defRPr sz="1200"/>
            </a:lvl9pPr>
          </a:lstStyle>
          <a:p>
            <a:endParaRPr/>
          </a:p>
        </p:txBody>
      </p:sp>
      <p:sp>
        <p:nvSpPr>
          <p:cNvPr id="28" name="Shape 28"/>
          <p:cNvSpPr txBox="1">
            <a:spLocks noGrp="1"/>
          </p:cNvSpPr>
          <p:nvPr>
            <p:ph type="body" idx="2"/>
          </p:nvPr>
        </p:nvSpPr>
        <p:spPr>
          <a:xfrm>
            <a:off x="4832400" y="1638233"/>
            <a:ext cx="3999900" cy="4453500"/>
          </a:xfrm>
          <a:prstGeom prst="rect">
            <a:avLst/>
          </a:prstGeom>
        </p:spPr>
        <p:txBody>
          <a:bodyPr wrap="square" lIns="91425" tIns="91425" rIns="91425" bIns="91425" anchor="t" anchorCtr="0"/>
          <a:lstStyle>
            <a:lvl1pPr lvl="0">
              <a:spcBef>
                <a:spcPts val="0"/>
              </a:spcBef>
              <a:buSzPct val="100000"/>
              <a:defRPr sz="1400"/>
            </a:lvl1pPr>
            <a:lvl2pPr lvl="1">
              <a:spcBef>
                <a:spcPts val="0"/>
              </a:spcBef>
              <a:buSzPct val="100000"/>
              <a:defRPr sz="1200"/>
            </a:lvl2pPr>
            <a:lvl3pPr lvl="2">
              <a:spcBef>
                <a:spcPts val="0"/>
              </a:spcBef>
              <a:buSzPct val="100000"/>
              <a:defRPr sz="1200"/>
            </a:lvl3pPr>
            <a:lvl4pPr lvl="3">
              <a:spcBef>
                <a:spcPts val="0"/>
              </a:spcBef>
              <a:buSzPct val="100000"/>
              <a:defRPr sz="1200"/>
            </a:lvl4pPr>
            <a:lvl5pPr lvl="4">
              <a:spcBef>
                <a:spcPts val="0"/>
              </a:spcBef>
              <a:buSzPct val="100000"/>
              <a:defRPr sz="1200"/>
            </a:lvl5pPr>
            <a:lvl6pPr lvl="5">
              <a:spcBef>
                <a:spcPts val="0"/>
              </a:spcBef>
              <a:buSzPct val="100000"/>
              <a:defRPr sz="1200"/>
            </a:lvl6pPr>
            <a:lvl7pPr lvl="6">
              <a:spcBef>
                <a:spcPts val="0"/>
              </a:spcBef>
              <a:buSzPct val="100000"/>
              <a:defRPr sz="1200"/>
            </a:lvl7pPr>
            <a:lvl8pPr lvl="7">
              <a:spcBef>
                <a:spcPts val="0"/>
              </a:spcBef>
              <a:buSzPct val="100000"/>
              <a:defRPr sz="1200"/>
            </a:lvl8pPr>
            <a:lvl9pPr lvl="8">
              <a:spcBef>
                <a:spcPts val="0"/>
              </a:spcBef>
              <a:buSzPct val="100000"/>
              <a:defRPr sz="1200"/>
            </a:lvl9pPr>
          </a:lstStyle>
          <a:p>
            <a:endParaRPr/>
          </a:p>
        </p:txBody>
      </p:sp>
      <p:sp>
        <p:nvSpPr>
          <p:cNvPr id="29" name="Shape 2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hape 31"/>
          <p:cNvSpPr txBox="1">
            <a:spLocks noGrp="1"/>
          </p:cNvSpPr>
          <p:nvPr>
            <p:ph type="title"/>
          </p:nvPr>
        </p:nvSpPr>
        <p:spPr>
          <a:xfrm>
            <a:off x="304800" y="412467"/>
            <a:ext cx="8537700" cy="997500"/>
          </a:xfrm>
          <a:prstGeom prst="rect">
            <a:avLst/>
          </a:prstGeom>
        </p:spPr>
        <p:txBody>
          <a:bodyPr wrap="square" lIns="91425" tIns="91425" rIns="91425" bIns="91425" anchor="t" anchorCtr="0"/>
          <a:lstStyle>
            <a:lvl1pPr lvl="0">
              <a:spcBef>
                <a:spcPts val="0"/>
              </a:spcBef>
              <a:buSzPct val="100000"/>
              <a:defRPr sz="4000"/>
            </a:lvl1pPr>
            <a:lvl2pPr lvl="1">
              <a:spcBef>
                <a:spcPts val="0"/>
              </a:spcBef>
              <a:buSzPct val="100000"/>
              <a:defRPr sz="4000"/>
            </a:lvl2pPr>
            <a:lvl3pPr lvl="2">
              <a:spcBef>
                <a:spcPts val="0"/>
              </a:spcBef>
              <a:buSzPct val="100000"/>
              <a:defRPr sz="4000"/>
            </a:lvl3pPr>
            <a:lvl4pPr lvl="3">
              <a:spcBef>
                <a:spcPts val="0"/>
              </a:spcBef>
              <a:buSzPct val="100000"/>
              <a:defRPr sz="4000"/>
            </a:lvl4pPr>
            <a:lvl5pPr lvl="4">
              <a:spcBef>
                <a:spcPts val="0"/>
              </a:spcBef>
              <a:buSzPct val="100000"/>
              <a:defRPr sz="4000"/>
            </a:lvl5pPr>
            <a:lvl6pPr lvl="5">
              <a:spcBef>
                <a:spcPts val="0"/>
              </a:spcBef>
              <a:buSzPct val="100000"/>
              <a:defRPr sz="4000"/>
            </a:lvl6pPr>
            <a:lvl7pPr lvl="6">
              <a:spcBef>
                <a:spcPts val="0"/>
              </a:spcBef>
              <a:buSzPct val="100000"/>
              <a:defRPr sz="4000"/>
            </a:lvl7pPr>
            <a:lvl8pPr lvl="7">
              <a:spcBef>
                <a:spcPts val="0"/>
              </a:spcBef>
              <a:buSzPct val="100000"/>
              <a:defRPr sz="4000"/>
            </a:lvl8pPr>
            <a:lvl9pPr lvl="8">
              <a:spcBef>
                <a:spcPts val="0"/>
              </a:spcBef>
              <a:buSzPct val="100000"/>
              <a:defRPr sz="4000"/>
            </a:lvl9pPr>
          </a:lstStyle>
          <a:p>
            <a:endParaRPr/>
          </a:p>
        </p:txBody>
      </p:sp>
      <p:sp>
        <p:nvSpPr>
          <p:cNvPr id="32" name="Shape 3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One column 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hape 34"/>
          <p:cNvSpPr txBox="1">
            <a:spLocks noGrp="1"/>
          </p:cNvSpPr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wrap="square" lIns="91425" tIns="91425" rIns="91425" bIns="91425" anchor="b" anchorCtr="0"/>
          <a:lstStyle>
            <a:lvl1pPr lvl="0">
              <a:spcBef>
                <a:spcPts val="0"/>
              </a:spcBef>
              <a:buSzPct val="100000"/>
              <a:defRPr sz="3000"/>
            </a:lvl1pPr>
            <a:lvl2pPr lvl="1">
              <a:spcBef>
                <a:spcPts val="0"/>
              </a:spcBef>
              <a:buSzPct val="100000"/>
              <a:defRPr sz="3000"/>
            </a:lvl2pPr>
            <a:lvl3pPr lvl="2">
              <a:spcBef>
                <a:spcPts val="0"/>
              </a:spcBef>
              <a:buSzPct val="100000"/>
              <a:defRPr sz="3000"/>
            </a:lvl3pPr>
            <a:lvl4pPr lvl="3">
              <a:spcBef>
                <a:spcPts val="0"/>
              </a:spcBef>
              <a:buSzPct val="100000"/>
              <a:defRPr sz="3000"/>
            </a:lvl4pPr>
            <a:lvl5pPr lvl="4">
              <a:spcBef>
                <a:spcPts val="0"/>
              </a:spcBef>
              <a:buSzPct val="100000"/>
              <a:defRPr sz="3000"/>
            </a:lvl5pPr>
            <a:lvl6pPr lvl="5">
              <a:spcBef>
                <a:spcPts val="0"/>
              </a:spcBef>
              <a:buSzPct val="100000"/>
              <a:defRPr sz="3000"/>
            </a:lvl6pPr>
            <a:lvl7pPr lvl="6">
              <a:spcBef>
                <a:spcPts val="0"/>
              </a:spcBef>
              <a:buSzPct val="100000"/>
              <a:defRPr sz="3000"/>
            </a:lvl7pPr>
            <a:lvl8pPr lvl="7">
              <a:spcBef>
                <a:spcPts val="0"/>
              </a:spcBef>
              <a:buSzPct val="100000"/>
              <a:defRPr sz="3000"/>
            </a:lvl8pPr>
            <a:lvl9pPr lvl="8">
              <a:spcBef>
                <a:spcPts val="0"/>
              </a:spcBef>
              <a:buSzPct val="100000"/>
              <a:defRPr sz="3000"/>
            </a:lvl9pPr>
          </a:lstStyle>
          <a:p>
            <a:endParaRPr/>
          </a:p>
        </p:txBody>
      </p:sp>
      <p:sp>
        <p:nvSpPr>
          <p:cNvPr id="35" name="Shape 35"/>
          <p:cNvSpPr txBox="1">
            <a:spLocks noGrp="1"/>
          </p:cNvSpPr>
          <p:nvPr>
            <p:ph type="body" idx="1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wrap="square" lIns="91425" tIns="91425" rIns="91425" bIns="91425" anchor="t" anchorCtr="0"/>
          <a:lstStyle>
            <a:lvl1pPr lvl="0">
              <a:spcBef>
                <a:spcPts val="0"/>
              </a:spcBef>
              <a:buSzPct val="100000"/>
              <a:defRPr sz="1200"/>
            </a:lvl1pPr>
            <a:lvl2pPr lvl="1">
              <a:spcBef>
                <a:spcPts val="0"/>
              </a:spcBef>
              <a:buSzPct val="100000"/>
              <a:defRPr sz="1200"/>
            </a:lvl2pPr>
            <a:lvl3pPr lvl="2">
              <a:spcBef>
                <a:spcPts val="0"/>
              </a:spcBef>
              <a:buSzPct val="100000"/>
              <a:defRPr sz="1200"/>
            </a:lvl3pPr>
            <a:lvl4pPr lvl="3">
              <a:spcBef>
                <a:spcPts val="0"/>
              </a:spcBef>
              <a:buSzPct val="100000"/>
              <a:defRPr sz="1200"/>
            </a:lvl4pPr>
            <a:lvl5pPr lvl="4">
              <a:spcBef>
                <a:spcPts val="0"/>
              </a:spcBef>
              <a:buSzPct val="100000"/>
              <a:defRPr sz="1200"/>
            </a:lvl5pPr>
            <a:lvl6pPr lvl="5">
              <a:spcBef>
                <a:spcPts val="0"/>
              </a:spcBef>
              <a:buSzPct val="100000"/>
              <a:defRPr sz="1200"/>
            </a:lvl6pPr>
            <a:lvl7pPr lvl="6">
              <a:spcBef>
                <a:spcPts val="0"/>
              </a:spcBef>
              <a:buSzPct val="100000"/>
              <a:defRPr sz="1200"/>
            </a:lvl7pPr>
            <a:lvl8pPr lvl="7">
              <a:spcBef>
                <a:spcPts val="0"/>
              </a:spcBef>
              <a:buSzPct val="100000"/>
              <a:defRPr sz="1200"/>
            </a:lvl8pPr>
            <a:lvl9pPr lvl="8">
              <a:spcBef>
                <a:spcPts val="0"/>
              </a:spcBef>
              <a:buSzPct val="100000"/>
              <a:defRPr sz="1200"/>
            </a:lvl9pPr>
          </a:lstStyle>
          <a:p>
            <a:endParaRPr/>
          </a:p>
        </p:txBody>
      </p:sp>
      <p:sp>
        <p:nvSpPr>
          <p:cNvPr id="36" name="Shape 36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Main point">
    <p:bg>
      <p:bgPr>
        <a:solidFill>
          <a:schemeClr val="accent4"/>
        </a:solidFill>
        <a:effectLst/>
      </p:bgPr>
    </p:bg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38"/>
          <p:cNvSpPr txBox="1">
            <a:spLocks noGrp="1"/>
          </p:cNvSpPr>
          <p:nvPr>
            <p:ph type="title"/>
          </p:nvPr>
        </p:nvSpPr>
        <p:spPr>
          <a:xfrm>
            <a:off x="490250" y="701800"/>
            <a:ext cx="5618700" cy="5454300"/>
          </a:xfrm>
          <a:prstGeom prst="rect">
            <a:avLst/>
          </a:prstGeom>
        </p:spPr>
        <p:txBody>
          <a:bodyPr wrap="square" lIns="91425" tIns="91425" rIns="91425" bIns="91425" anchor="ctr" anchorCtr="0"/>
          <a:lstStyle>
            <a:lvl1pPr lvl="0">
              <a:spcBef>
                <a:spcPts val="0"/>
              </a:spcBef>
              <a:buClr>
                <a:schemeClr val="lt1"/>
              </a:buClr>
              <a:buSzPct val="100000"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buClr>
                <a:schemeClr val="lt1"/>
              </a:buClr>
              <a:buSzPct val="100000"/>
              <a:defRPr sz="6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buClr>
                <a:schemeClr val="lt1"/>
              </a:buClr>
              <a:buSzPct val="100000"/>
              <a:defRPr sz="6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buClr>
                <a:schemeClr val="lt1"/>
              </a:buClr>
              <a:buSzPct val="100000"/>
              <a:defRPr sz="6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buClr>
                <a:schemeClr val="lt1"/>
              </a:buClr>
              <a:buSzPct val="100000"/>
              <a:defRPr sz="6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buClr>
                <a:schemeClr val="lt1"/>
              </a:buClr>
              <a:buSzPct val="100000"/>
              <a:defRPr sz="6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buClr>
                <a:schemeClr val="lt1"/>
              </a:buClr>
              <a:buSzPct val="100000"/>
              <a:defRPr sz="6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buClr>
                <a:schemeClr val="lt1"/>
              </a:buClr>
              <a:buSzPct val="100000"/>
              <a:defRPr sz="6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buClr>
                <a:schemeClr val="lt1"/>
              </a:buClr>
              <a:buSzPct val="100000"/>
              <a:defRPr sz="6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9" name="Shape 3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-US">
                <a:solidFill>
                  <a:schemeClr val="lt1"/>
                </a:solidFill>
              </a:rPr>
              <a:t>‹#›</a:t>
            </a:fld>
            <a:endParaRPr lang="en-US">
              <a:solidFill>
                <a:schemeClr val="lt1"/>
              </a:solidFill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title and description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hape 41"/>
          <p:cNvSpPr/>
          <p:nvPr/>
        </p:nvSpPr>
        <p:spPr>
          <a:xfrm>
            <a:off x="4572000" y="-33"/>
            <a:ext cx="4572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cxnSp>
        <p:nvCxnSpPr>
          <p:cNvPr id="42" name="Shape 42"/>
          <p:cNvCxnSpPr/>
          <p:nvPr/>
        </p:nvCxnSpPr>
        <p:spPr>
          <a:xfrm>
            <a:off x="5029675" y="5994000"/>
            <a:ext cx="468300" cy="0"/>
          </a:xfrm>
          <a:prstGeom prst="straightConnector1">
            <a:avLst/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3" name="Shape 43"/>
          <p:cNvSpPr txBox="1">
            <a:spLocks noGrp="1"/>
          </p:cNvSpPr>
          <p:nvPr>
            <p:ph type="title"/>
          </p:nvPr>
        </p:nvSpPr>
        <p:spPr>
          <a:xfrm>
            <a:off x="265500" y="1441867"/>
            <a:ext cx="4045200" cy="2280300"/>
          </a:xfrm>
          <a:prstGeom prst="rect">
            <a:avLst/>
          </a:prstGeom>
        </p:spPr>
        <p:txBody>
          <a:bodyPr wrap="square" lIns="91425" tIns="91425" rIns="91425" bIns="91425" anchor="b" anchorCtr="0"/>
          <a:lstStyle>
            <a:lvl1pPr lvl="0" algn="ctr">
              <a:spcBef>
                <a:spcPts val="0"/>
              </a:spcBef>
              <a:buSzPct val="100000"/>
              <a:defRPr sz="5400"/>
            </a:lvl1pPr>
            <a:lvl2pPr lvl="1" algn="ctr">
              <a:spcBef>
                <a:spcPts val="0"/>
              </a:spcBef>
              <a:buSzPct val="100000"/>
              <a:defRPr sz="5400"/>
            </a:lvl2pPr>
            <a:lvl3pPr lvl="2" algn="ctr">
              <a:spcBef>
                <a:spcPts val="0"/>
              </a:spcBef>
              <a:buSzPct val="100000"/>
              <a:defRPr sz="5400"/>
            </a:lvl3pPr>
            <a:lvl4pPr lvl="3" algn="ctr">
              <a:spcBef>
                <a:spcPts val="0"/>
              </a:spcBef>
              <a:buSzPct val="100000"/>
              <a:defRPr sz="5400"/>
            </a:lvl4pPr>
            <a:lvl5pPr lvl="4" algn="ctr">
              <a:spcBef>
                <a:spcPts val="0"/>
              </a:spcBef>
              <a:buSzPct val="100000"/>
              <a:defRPr sz="5400"/>
            </a:lvl5pPr>
            <a:lvl6pPr lvl="5" algn="ctr">
              <a:spcBef>
                <a:spcPts val="0"/>
              </a:spcBef>
              <a:buSzPct val="100000"/>
              <a:defRPr sz="5400"/>
            </a:lvl6pPr>
            <a:lvl7pPr lvl="6" algn="ctr">
              <a:spcBef>
                <a:spcPts val="0"/>
              </a:spcBef>
              <a:buSzPct val="100000"/>
              <a:defRPr sz="5400"/>
            </a:lvl7pPr>
            <a:lvl8pPr lvl="7" algn="ctr">
              <a:spcBef>
                <a:spcPts val="0"/>
              </a:spcBef>
              <a:buSzPct val="100000"/>
              <a:defRPr sz="5400"/>
            </a:lvl8pPr>
            <a:lvl9pPr lvl="8" algn="ctr">
              <a:spcBef>
                <a:spcPts val="0"/>
              </a:spcBef>
              <a:buSzPct val="100000"/>
              <a:defRPr sz="5400"/>
            </a:lvl9pPr>
          </a:lstStyle>
          <a:p>
            <a:endParaRPr/>
          </a:p>
        </p:txBody>
      </p:sp>
      <p:sp>
        <p:nvSpPr>
          <p:cNvPr id="44" name="Shape 44"/>
          <p:cNvSpPr txBox="1">
            <a:spLocks noGrp="1"/>
          </p:cNvSpPr>
          <p:nvPr>
            <p:ph type="subTitle" idx="1"/>
          </p:nvPr>
        </p:nvSpPr>
        <p:spPr>
          <a:xfrm>
            <a:off x="265500" y="3793630"/>
            <a:ext cx="4045200" cy="1794000"/>
          </a:xfrm>
          <a:prstGeom prst="rect">
            <a:avLst/>
          </a:prstGeom>
        </p:spPr>
        <p:txBody>
          <a:bodyPr wrap="square" lIns="91425" tIns="91425" rIns="91425" bIns="91425" anchor="t" anchorCtr="0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1800"/>
            </a:lvl9pPr>
          </a:lstStyle>
          <a:p>
            <a:endParaRPr/>
          </a:p>
        </p:txBody>
      </p:sp>
      <p:sp>
        <p:nvSpPr>
          <p:cNvPr id="45" name="Shape 45"/>
          <p:cNvSpPr txBox="1">
            <a:spLocks noGrp="1"/>
          </p:cNvSpPr>
          <p:nvPr>
            <p:ph type="body" idx="2"/>
          </p:nvPr>
        </p:nvSpPr>
        <p:spPr>
          <a:xfrm>
            <a:off x="4939500" y="965600"/>
            <a:ext cx="3837000" cy="4926900"/>
          </a:xfrm>
          <a:prstGeom prst="rect">
            <a:avLst/>
          </a:prstGeom>
        </p:spPr>
        <p:txBody>
          <a:bodyPr wrap="square" lIns="91425" tIns="91425" rIns="91425" bIns="91425" anchor="ctr" anchorCtr="0"/>
          <a:lstStyle>
            <a:lvl1pPr lvl="0">
              <a:spcBef>
                <a:spcPts val="0"/>
              </a:spcBef>
              <a:buClr>
                <a:schemeClr val="accent1"/>
              </a:buClr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buClr>
                <a:schemeClr val="accent1"/>
              </a:buClr>
              <a:defRPr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buClr>
                <a:schemeClr val="accent1"/>
              </a:buClr>
              <a:defRPr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buClr>
                <a:schemeClr val="accent1"/>
              </a:buClr>
              <a:defRPr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buClr>
                <a:schemeClr val="accent1"/>
              </a:buClr>
              <a:defRPr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buClr>
                <a:schemeClr val="accent1"/>
              </a:buClr>
              <a:defRPr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buClr>
                <a:schemeClr val="accent1"/>
              </a:buClr>
              <a:defRPr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buClr>
                <a:schemeClr val="accent1"/>
              </a:buClr>
              <a:defRPr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buClr>
                <a:schemeClr val="accent1"/>
              </a:buClr>
              <a:defRPr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46" name="Shape 46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aption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Shape 48"/>
          <p:cNvSpPr txBox="1">
            <a:spLocks noGrp="1"/>
          </p:cNvSpPr>
          <p:nvPr>
            <p:ph type="body" idx="1"/>
          </p:nvPr>
        </p:nvSpPr>
        <p:spPr>
          <a:xfrm>
            <a:off x="319500" y="5640767"/>
            <a:ext cx="5998800" cy="798300"/>
          </a:xfrm>
          <a:prstGeom prst="rect">
            <a:avLst/>
          </a:prstGeom>
        </p:spPr>
        <p:txBody>
          <a:bodyPr wrap="square" lIns="91425" tIns="91425" rIns="91425" bIns="91425" anchor="ctr" anchorCtr="0"/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matic SC"/>
              <a:buNone/>
              <a:defRPr sz="2400" b="1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</a:lstStyle>
          <a:p>
            <a:endParaRPr/>
          </a:p>
        </p:txBody>
      </p:sp>
      <p:sp>
        <p:nvSpPr>
          <p:cNvPr id="49" name="Shape 4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ig number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51"/>
          <p:cNvSpPr txBox="1">
            <a:spLocks noGrp="1"/>
          </p:cNvSpPr>
          <p:nvPr>
            <p:ph type="title"/>
          </p:nvPr>
        </p:nvSpPr>
        <p:spPr>
          <a:xfrm>
            <a:off x="311700" y="1653700"/>
            <a:ext cx="8520600" cy="2642400"/>
          </a:xfrm>
          <a:prstGeom prst="rect">
            <a:avLst/>
          </a:prstGeom>
        </p:spPr>
        <p:txBody>
          <a:bodyPr wrap="square" lIns="91425" tIns="91425" rIns="91425" bIns="91425" anchor="b" anchorCtr="0"/>
          <a:lstStyle>
            <a:lvl1pPr lvl="0" algn="ctr">
              <a:spcBef>
                <a:spcPts val="0"/>
              </a:spcBef>
              <a:buClr>
                <a:schemeClr val="lt1"/>
              </a:buClr>
              <a:buSzPct val="100000"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buClr>
                <a:schemeClr val="lt1"/>
              </a:buClr>
              <a:buSzPct val="100000"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buClr>
                <a:schemeClr val="lt1"/>
              </a:buClr>
              <a:buSzPct val="100000"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buClr>
                <a:schemeClr val="lt1"/>
              </a:buClr>
              <a:buSzPct val="100000"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buClr>
                <a:schemeClr val="lt1"/>
              </a:buClr>
              <a:buSzPct val="100000"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buClr>
                <a:schemeClr val="lt1"/>
              </a:buClr>
              <a:buSzPct val="100000"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buClr>
                <a:schemeClr val="lt1"/>
              </a:buClr>
              <a:buSzPct val="100000"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buClr>
                <a:schemeClr val="lt1"/>
              </a:buClr>
              <a:buSzPct val="100000"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buClr>
                <a:schemeClr val="lt1"/>
              </a:buClr>
              <a:buSzPct val="100000"/>
              <a:defRPr sz="12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2" name="Shape 52"/>
          <p:cNvSpPr txBox="1">
            <a:spLocks noGrp="1"/>
          </p:cNvSpPr>
          <p:nvPr>
            <p:ph type="body" idx="1"/>
          </p:nvPr>
        </p:nvSpPr>
        <p:spPr>
          <a:xfrm>
            <a:off x="311700" y="4406167"/>
            <a:ext cx="8520600" cy="1734300"/>
          </a:xfrm>
          <a:prstGeom prst="rect">
            <a:avLst/>
          </a:prstGeom>
        </p:spPr>
        <p:txBody>
          <a:bodyPr wrap="square" lIns="91425" tIns="91425" rIns="91425" bIns="91425" anchor="t" anchorCtr="0"/>
          <a:lstStyle>
            <a:lvl1pPr lvl="0" algn="ctr">
              <a:spcBef>
                <a:spcPts val="0"/>
              </a:spcBef>
              <a:buClr>
                <a:schemeClr val="accent1"/>
              </a:buClr>
              <a:defRPr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buClr>
                <a:schemeClr val="accent1"/>
              </a:buClr>
              <a:defRPr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buClr>
                <a:schemeClr val="accent1"/>
              </a:buClr>
              <a:defRPr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buClr>
                <a:schemeClr val="accent1"/>
              </a:buClr>
              <a:defRPr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buClr>
                <a:schemeClr val="accent1"/>
              </a:buClr>
              <a:defRPr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buClr>
                <a:schemeClr val="accent1"/>
              </a:buClr>
              <a:defRPr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buClr>
                <a:schemeClr val="accent1"/>
              </a:buClr>
              <a:defRPr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buClr>
                <a:schemeClr val="accent1"/>
              </a:buClr>
              <a:defRPr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buClr>
                <a:schemeClr val="accent1"/>
              </a:buClr>
              <a:defRPr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53" name="Shape 53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55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57"/>
          <p:cNvSpPr txBox="1">
            <a:spLocks noGrp="1"/>
          </p:cNvSpPr>
          <p:nvPr>
            <p:ph type="title"/>
          </p:nvPr>
        </p:nvSpPr>
        <p:spPr>
          <a:xfrm>
            <a:off x="592137" y="533400"/>
            <a:ext cx="8229600" cy="7587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3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3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3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3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3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457200" marR="0" lvl="5" indent="0" algn="l" rtl="0">
              <a:spcBef>
                <a:spcPts val="0"/>
              </a:spcBef>
              <a:spcAft>
                <a:spcPts val="0"/>
              </a:spcAft>
              <a:buNone/>
              <a:defRPr sz="3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914400" marR="0" lvl="6" indent="0" algn="l" rtl="0">
              <a:spcBef>
                <a:spcPts val="0"/>
              </a:spcBef>
              <a:spcAft>
                <a:spcPts val="0"/>
              </a:spcAft>
              <a:buNone/>
              <a:defRPr sz="3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371600" marR="0" lvl="7" indent="0" algn="l" rtl="0">
              <a:spcBef>
                <a:spcPts val="0"/>
              </a:spcBef>
              <a:spcAft>
                <a:spcPts val="0"/>
              </a:spcAft>
              <a:buNone/>
              <a:defRPr sz="3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828800" marR="0" lvl="8" indent="0" algn="l" rtl="0">
              <a:spcBef>
                <a:spcPts val="0"/>
              </a:spcBef>
              <a:spcAft>
                <a:spcPts val="0"/>
              </a:spcAft>
              <a:buNone/>
              <a:defRPr sz="3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8" name="Shape 58"/>
          <p:cNvSpPr txBox="1">
            <a:spLocks noGrp="1"/>
          </p:cNvSpPr>
          <p:nvPr>
            <p:ph type="body" idx="1"/>
          </p:nvPr>
        </p:nvSpPr>
        <p:spPr>
          <a:xfrm>
            <a:off x="592137" y="1676400"/>
            <a:ext cx="8229600" cy="42672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marL="228600" marR="0" lvl="0" indent="-101600" algn="l" rtl="0">
              <a:spcBef>
                <a:spcPts val="1000"/>
              </a:spcBef>
              <a:spcAft>
                <a:spcPts val="0"/>
              </a:spcAft>
              <a:buClr>
                <a:srgbClr val="EA411A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rgbClr val="5E5E5E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628650" marR="0" lvl="1" indent="-158750" algn="l" rtl="0">
              <a:spcBef>
                <a:spcPts val="500"/>
              </a:spcBef>
              <a:spcAft>
                <a:spcPts val="0"/>
              </a:spcAft>
              <a:buClr>
                <a:srgbClr val="EA411A"/>
              </a:buClr>
              <a:buSzPct val="100000"/>
              <a:buFont typeface="Arial"/>
              <a:buChar char="–"/>
              <a:defRPr sz="2000" b="0" i="0" u="none" strike="noStrike" cap="none">
                <a:solidFill>
                  <a:srgbClr val="5E5E5E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-63500" algn="l" rtl="0">
              <a:spcBef>
                <a:spcPts val="450"/>
              </a:spcBef>
              <a:spcAft>
                <a:spcPts val="0"/>
              </a:spcAft>
              <a:buClr>
                <a:srgbClr val="EA411A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rgbClr val="5E5E5E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200150" marR="0" lvl="3" indent="-57150" algn="l" rtl="0">
              <a:spcBef>
                <a:spcPts val="450"/>
              </a:spcBef>
              <a:spcAft>
                <a:spcPts val="0"/>
              </a:spcAft>
              <a:buClr>
                <a:srgbClr val="EA411A"/>
              </a:buClr>
              <a:buSzPct val="100000"/>
              <a:buFont typeface="Arial"/>
              <a:buChar char="–"/>
              <a:defRPr sz="1800" b="0" i="0" u="none" strike="noStrike" cap="none">
                <a:solidFill>
                  <a:srgbClr val="5E5E5E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485900" marR="0" lvl="4" indent="-76200" algn="l" rtl="0">
              <a:spcBef>
                <a:spcPts val="400"/>
              </a:spcBef>
              <a:spcAft>
                <a:spcPts val="0"/>
              </a:spcAft>
              <a:buClr>
                <a:srgbClr val="EA411A"/>
              </a:buClr>
              <a:buSzPct val="100000"/>
              <a:buFont typeface="Arial"/>
              <a:buChar char="»"/>
              <a:defRPr sz="1600" b="0" i="0" u="none" strike="noStrike" cap="none">
                <a:solidFill>
                  <a:srgbClr val="5E5E5E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943100" marR="0" lvl="5" indent="-76200" algn="l" rtl="0">
              <a:spcBef>
                <a:spcPts val="400"/>
              </a:spcBef>
              <a:spcAft>
                <a:spcPts val="0"/>
              </a:spcAft>
              <a:buClr>
                <a:srgbClr val="EA411A"/>
              </a:buClr>
              <a:buSzPct val="100000"/>
              <a:buFont typeface="Arial"/>
              <a:buChar char="»"/>
              <a:defRPr sz="1600" b="0" i="0" u="none" strike="noStrike" cap="none">
                <a:solidFill>
                  <a:srgbClr val="5E5E5E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400300" marR="0" lvl="6" indent="-76200" algn="l" rtl="0">
              <a:spcBef>
                <a:spcPts val="400"/>
              </a:spcBef>
              <a:spcAft>
                <a:spcPts val="0"/>
              </a:spcAft>
              <a:buClr>
                <a:srgbClr val="EA411A"/>
              </a:buClr>
              <a:buSzPct val="100000"/>
              <a:buFont typeface="Arial"/>
              <a:buChar char="»"/>
              <a:defRPr sz="1600" b="0" i="0" u="none" strike="noStrike" cap="none">
                <a:solidFill>
                  <a:srgbClr val="5E5E5E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2857500" marR="0" lvl="7" indent="-76200" algn="l" rtl="0">
              <a:spcBef>
                <a:spcPts val="400"/>
              </a:spcBef>
              <a:spcAft>
                <a:spcPts val="0"/>
              </a:spcAft>
              <a:buClr>
                <a:srgbClr val="EA411A"/>
              </a:buClr>
              <a:buSzPct val="100000"/>
              <a:buFont typeface="Arial"/>
              <a:buChar char="»"/>
              <a:defRPr sz="1600" b="0" i="0" u="none" strike="noStrike" cap="none">
                <a:solidFill>
                  <a:srgbClr val="5E5E5E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314700" marR="0" lvl="8" indent="-76200" algn="l" rtl="0">
              <a:spcBef>
                <a:spcPts val="400"/>
              </a:spcBef>
              <a:spcAft>
                <a:spcPts val="0"/>
              </a:spcAft>
              <a:buClr>
                <a:srgbClr val="EA411A"/>
              </a:buClr>
              <a:buSzPct val="100000"/>
              <a:buFont typeface="Arial"/>
              <a:buChar char="»"/>
              <a:defRPr sz="1600" b="0" i="0" u="none" strike="noStrike" cap="none">
                <a:solidFill>
                  <a:srgbClr val="5E5E5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9" name="Shape 59"/>
          <p:cNvSpPr txBox="1">
            <a:spLocks noGrp="1"/>
          </p:cNvSpPr>
          <p:nvPr>
            <p:ph type="dt" idx="10"/>
          </p:nvPr>
        </p:nvSpPr>
        <p:spPr>
          <a:xfrm>
            <a:off x="6477000" y="6553200"/>
            <a:ext cx="152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 b="0" i="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5720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64008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0" name="Shape 60"/>
          <p:cNvSpPr txBox="1">
            <a:spLocks noGrp="1"/>
          </p:cNvSpPr>
          <p:nvPr>
            <p:ph type="ftr" idx="11"/>
          </p:nvPr>
        </p:nvSpPr>
        <p:spPr>
          <a:xfrm>
            <a:off x="4114800" y="6553200"/>
            <a:ext cx="23622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 b="0" i="0" u="none">
                <a:solidFill>
                  <a:srgbClr val="5E5E5E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5720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64008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1" name="Shape 61"/>
          <p:cNvSpPr txBox="1">
            <a:spLocks noGrp="1"/>
          </p:cNvSpPr>
          <p:nvPr>
            <p:ph type="sldNum" idx="12"/>
          </p:nvPr>
        </p:nvSpPr>
        <p:spPr>
          <a:xfrm>
            <a:off x="8077200" y="6553200"/>
            <a:ext cx="8382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Arial"/>
              <a:buNone/>
            </a:pPr>
            <a:fld id="{00000000-1234-1234-1234-123412341234}" type="slidenum">
              <a:rPr lang="en-US" sz="700" b="0" i="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lang="en-US" sz="700" b="0" i="0" u="non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bg>
      <p:bgPr>
        <a:solidFill>
          <a:schemeClr val="dk1"/>
        </a:solid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4"/>
          <p:cNvSpPr/>
          <p:nvPr/>
        </p:nvSpPr>
        <p:spPr>
          <a:xfrm>
            <a:off x="0" y="0"/>
            <a:ext cx="9144000" cy="457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15" name="Shape 15"/>
          <p:cNvSpPr txBox="1">
            <a:spLocks noGrp="1"/>
          </p:cNvSpPr>
          <p:nvPr>
            <p:ph type="ctrTitle"/>
          </p:nvPr>
        </p:nvSpPr>
        <p:spPr>
          <a:xfrm>
            <a:off x="311700" y="522867"/>
            <a:ext cx="8520600" cy="3587100"/>
          </a:xfrm>
          <a:prstGeom prst="rect">
            <a:avLst/>
          </a:prstGeom>
        </p:spPr>
        <p:txBody>
          <a:bodyPr wrap="square" lIns="91425" tIns="91425" rIns="91425" bIns="91425" anchor="ctr" anchorCtr="0"/>
          <a:lstStyle>
            <a:lvl1pPr lvl="0" algn="ctr">
              <a:spcBef>
                <a:spcPts val="0"/>
              </a:spcBef>
              <a:buSzPct val="100000"/>
              <a:defRPr sz="8000"/>
            </a:lvl1pPr>
            <a:lvl2pPr lvl="1" algn="ctr">
              <a:spcBef>
                <a:spcPts val="0"/>
              </a:spcBef>
              <a:buSzPct val="100000"/>
              <a:defRPr sz="8000"/>
            </a:lvl2pPr>
            <a:lvl3pPr lvl="2" algn="ctr">
              <a:spcBef>
                <a:spcPts val="0"/>
              </a:spcBef>
              <a:buSzPct val="100000"/>
              <a:defRPr sz="8000"/>
            </a:lvl3pPr>
            <a:lvl4pPr lvl="3" algn="ctr">
              <a:spcBef>
                <a:spcPts val="0"/>
              </a:spcBef>
              <a:buSzPct val="100000"/>
              <a:defRPr sz="8000"/>
            </a:lvl4pPr>
            <a:lvl5pPr lvl="4" algn="ctr">
              <a:spcBef>
                <a:spcPts val="0"/>
              </a:spcBef>
              <a:buSzPct val="100000"/>
              <a:defRPr sz="8000"/>
            </a:lvl5pPr>
            <a:lvl6pPr lvl="5" algn="ctr">
              <a:spcBef>
                <a:spcPts val="0"/>
              </a:spcBef>
              <a:buSzPct val="100000"/>
              <a:defRPr sz="8000"/>
            </a:lvl6pPr>
            <a:lvl7pPr lvl="6" algn="ctr">
              <a:spcBef>
                <a:spcPts val="0"/>
              </a:spcBef>
              <a:buSzPct val="100000"/>
              <a:defRPr sz="8000"/>
            </a:lvl7pPr>
            <a:lvl8pPr lvl="7" algn="ctr">
              <a:spcBef>
                <a:spcPts val="0"/>
              </a:spcBef>
              <a:buSzPct val="100000"/>
              <a:defRPr sz="8000"/>
            </a:lvl8pPr>
            <a:lvl9pPr lvl="8" algn="ctr">
              <a:spcBef>
                <a:spcPts val="0"/>
              </a:spcBef>
              <a:buSzPct val="100000"/>
              <a:defRPr sz="8000"/>
            </a:lvl9pPr>
          </a:lstStyle>
          <a:p>
            <a:endParaRPr/>
          </a:p>
        </p:txBody>
      </p:sp>
      <p:sp>
        <p:nvSpPr>
          <p:cNvPr id="16" name="Shape 16"/>
          <p:cNvSpPr txBox="1">
            <a:spLocks noGrp="1"/>
          </p:cNvSpPr>
          <p:nvPr>
            <p:ph type="subTitle" idx="1"/>
          </p:nvPr>
        </p:nvSpPr>
        <p:spPr>
          <a:xfrm>
            <a:off x="311700" y="5187200"/>
            <a:ext cx="8520600" cy="941700"/>
          </a:xfrm>
          <a:prstGeom prst="rect">
            <a:avLst/>
          </a:prstGeom>
        </p:spPr>
        <p:txBody>
          <a:bodyPr wrap="square" lIns="91425" tIns="91425" rIns="91425" bIns="91425" anchor="ctr" anchorCtr="0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None/>
              <a:defRPr sz="2100" b="1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None/>
              <a:defRPr sz="2100" b="1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None/>
              <a:defRPr sz="2100" b="1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None/>
              <a:defRPr sz="2100" b="1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None/>
              <a:defRPr sz="2100" b="1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None/>
              <a:defRPr sz="2100" b="1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None/>
              <a:defRPr sz="2100" b="1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None/>
              <a:defRPr sz="2100" b="1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None/>
              <a:defRPr sz="2100" b="1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7" name="Shape 17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71474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beach-day"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 txBox="1">
            <a:spLocks noGrp="1"/>
          </p:cNvSpPr>
          <p:nvPr>
            <p:ph type="title"/>
          </p:nvPr>
        </p:nvSpPr>
        <p:spPr>
          <a:xfrm>
            <a:off x="311700" y="390467"/>
            <a:ext cx="8520600" cy="1068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lvl="0">
              <a:spcBef>
                <a:spcPts val="0"/>
              </a:spcBef>
              <a:buClr>
                <a:schemeClr val="accent1"/>
              </a:buClr>
              <a:buSzPct val="100000"/>
              <a:buFont typeface="Amatic SC"/>
              <a:buNone/>
              <a:defRPr sz="4200" b="1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lvl="1">
              <a:spcBef>
                <a:spcPts val="0"/>
              </a:spcBef>
              <a:buClr>
                <a:schemeClr val="accent1"/>
              </a:buClr>
              <a:buSzPct val="100000"/>
              <a:buFont typeface="Amatic SC"/>
              <a:buNone/>
              <a:defRPr sz="4200" b="1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lvl="2">
              <a:spcBef>
                <a:spcPts val="0"/>
              </a:spcBef>
              <a:buClr>
                <a:schemeClr val="accent1"/>
              </a:buClr>
              <a:buSzPct val="100000"/>
              <a:buFont typeface="Amatic SC"/>
              <a:buNone/>
              <a:defRPr sz="4200" b="1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lvl="3">
              <a:spcBef>
                <a:spcPts val="0"/>
              </a:spcBef>
              <a:buClr>
                <a:schemeClr val="accent1"/>
              </a:buClr>
              <a:buSzPct val="100000"/>
              <a:buFont typeface="Amatic SC"/>
              <a:buNone/>
              <a:defRPr sz="4200" b="1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lvl="4">
              <a:spcBef>
                <a:spcPts val="0"/>
              </a:spcBef>
              <a:buClr>
                <a:schemeClr val="accent1"/>
              </a:buClr>
              <a:buSzPct val="100000"/>
              <a:buFont typeface="Amatic SC"/>
              <a:buNone/>
              <a:defRPr sz="4200" b="1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lvl="5">
              <a:spcBef>
                <a:spcPts val="0"/>
              </a:spcBef>
              <a:buClr>
                <a:schemeClr val="accent1"/>
              </a:buClr>
              <a:buSzPct val="100000"/>
              <a:buFont typeface="Amatic SC"/>
              <a:buNone/>
              <a:defRPr sz="4200" b="1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lvl="6">
              <a:spcBef>
                <a:spcPts val="0"/>
              </a:spcBef>
              <a:buClr>
                <a:schemeClr val="accent1"/>
              </a:buClr>
              <a:buSzPct val="100000"/>
              <a:buFont typeface="Amatic SC"/>
              <a:buNone/>
              <a:defRPr sz="4200" b="1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lvl="7">
              <a:spcBef>
                <a:spcPts val="0"/>
              </a:spcBef>
              <a:buClr>
                <a:schemeClr val="accent1"/>
              </a:buClr>
              <a:buSzPct val="100000"/>
              <a:buFont typeface="Amatic SC"/>
              <a:buNone/>
              <a:defRPr sz="4200" b="1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lvl="8">
              <a:spcBef>
                <a:spcPts val="0"/>
              </a:spcBef>
              <a:buClr>
                <a:schemeClr val="accent1"/>
              </a:buClr>
              <a:buSzPct val="100000"/>
              <a:buFont typeface="Amatic SC"/>
              <a:buNone/>
              <a:defRPr sz="4200" b="1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>
            <a:endParaRPr/>
          </a:p>
        </p:txBody>
      </p:sp>
      <p:sp>
        <p:nvSpPr>
          <p:cNvPr id="11" name="Shape 11"/>
          <p:cNvSpPr txBox="1">
            <a:spLocks noGrp="1"/>
          </p:cNvSpPr>
          <p:nvPr>
            <p:ph type="body" idx="1"/>
          </p:nvPr>
        </p:nvSpPr>
        <p:spPr>
          <a:xfrm>
            <a:off x="311700" y="1638233"/>
            <a:ext cx="8520600" cy="44535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ct val="100000"/>
              <a:buFont typeface="Source Code Pro"/>
              <a:buChar char="●"/>
              <a:defRPr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endParaRPr/>
          </a:p>
        </p:txBody>
      </p:sp>
      <p:sp>
        <p:nvSpPr>
          <p:cNvPr id="12" name="Shape 1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r">
              <a:spcBef>
                <a:spcPts val="0"/>
              </a:spcBef>
              <a:buNone/>
            </a:pPr>
            <a:fld id="{00000000-1234-1234-1234-123412341234}" type="slidenum">
              <a:rPr lang="en-US"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‹#›</a:t>
            </a:fld>
            <a:endParaRPr lang="en-US" sz="1000">
              <a:solidFill>
                <a:schemeClr val="accen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lab.com/ilyaro/git_gitlab_best_practices/-/blob/master/Commands.md" TargetMode="External"/><Relationship Id="rId2" Type="http://schemas.openxmlformats.org/officeDocument/2006/relationships/hyperlink" Target="https://gitlab.com/ilyaro/git_gitlab_best_practices" TargetMode="External"/><Relationship Id="rId1" Type="http://schemas.openxmlformats.org/officeDocument/2006/relationships/slideLayout" Target="../slideLayouts/slideLayout1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1.xml"/><Relationship Id="rId4" Type="http://schemas.openxmlformats.org/officeDocument/2006/relationships/hyperlink" Target="https://github.com/datreeio/node-datreeio/commits/master" TargetMode="Externa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lab.com/ilyaro/demo-be/pipelines" TargetMode="External"/><Relationship Id="rId2" Type="http://schemas.openxmlformats.org/officeDocument/2006/relationships/hyperlink" Target="https://docs.gitlab.com/ee/ci/yaml/" TargetMode="External"/><Relationship Id="rId1" Type="http://schemas.openxmlformats.org/officeDocument/2006/relationships/slideLayout" Target="../slideLayouts/slideLayout1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ilyaro/git_best_practices_ppt" TargetMode="Externa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1.xml"/><Relationship Id="rId4" Type="http://schemas.openxmlformats.org/officeDocument/2006/relationships/hyperlink" Target="mailto:rokhkin_ilya@yahoo.com" TargetMode="Externa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Shape 66"/>
          <p:cNvSpPr txBox="1">
            <a:spLocks noGrp="1"/>
          </p:cNvSpPr>
          <p:nvPr>
            <p:ph type="ctrTitle"/>
          </p:nvPr>
        </p:nvSpPr>
        <p:spPr>
          <a:xfrm>
            <a:off x="311700" y="522867"/>
            <a:ext cx="8520600" cy="35871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Merriweather"/>
              <a:buNone/>
            </a:pPr>
            <a:r>
              <a:rPr lang="en-US" sz="4400" b="0" i="0" u="none" strike="noStrike" cap="none" dirty="0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Git and GitLab Best Practices</a:t>
            </a:r>
          </a:p>
        </p:txBody>
      </p:sp>
      <p:sp>
        <p:nvSpPr>
          <p:cNvPr id="67" name="Shape 67"/>
          <p:cNvSpPr txBox="1">
            <a:spLocks noGrp="1"/>
          </p:cNvSpPr>
          <p:nvPr>
            <p:ph type="subTitle" idx="1"/>
          </p:nvPr>
        </p:nvSpPr>
        <p:spPr>
          <a:xfrm>
            <a:off x="1600200" y="47244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411A"/>
              </a:buClr>
              <a:buSzPct val="25000"/>
              <a:buFont typeface="Arial"/>
              <a:buNone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 you really use Git and Gitlab efficiently?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411A"/>
              </a:buClr>
              <a:buSzPct val="25000"/>
              <a:buFont typeface="Arial"/>
              <a:buNone/>
            </a:pPr>
            <a:endParaRPr sz="2000" b="0" i="0" u="none" strike="noStrike" cap="none" dirty="0">
              <a:solidFill>
                <a:srgbClr val="000000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411A"/>
              </a:buClr>
              <a:buSzPct val="25000"/>
              <a:buFont typeface="Merriweather"/>
              <a:buNone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Ilya Rokhkin</a:t>
            </a:r>
          </a:p>
        </p:txBody>
      </p:sp>
      <p:sp>
        <p:nvSpPr>
          <p:cNvPr id="2" name="Footer Placeholder 1" hidden="1"/>
          <p:cNvSpPr>
            <a:spLocks noGrp="1"/>
          </p:cNvSpPr>
          <p:nvPr>
            <p:ph type="ftr" sz="quarter" idx="4294967295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Date Placeholder 2" hidden="1"/>
          <p:cNvSpPr>
            <a:spLocks noGrp="1"/>
          </p:cNvSpPr>
          <p:nvPr>
            <p:ph type="dt" sz="quarter" idx="4294967295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2266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Shape 72"/>
          <p:cNvSpPr txBox="1">
            <a:spLocks noGrp="1"/>
          </p:cNvSpPr>
          <p:nvPr>
            <p:ph type="title"/>
          </p:nvPr>
        </p:nvSpPr>
        <p:spPr>
          <a:xfrm>
            <a:off x="592137" y="533400"/>
            <a:ext cx="8229600" cy="758825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lang="en-US" sz="34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Git – meaning?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609600" y="2514600"/>
            <a:ext cx="8229600" cy="1676400"/>
          </a:xfrm>
        </p:spPr>
        <p:txBody>
          <a:bodyPr/>
          <a:lstStyle/>
          <a:p>
            <a:pPr marL="127000" indent="0">
              <a:buNone/>
            </a:pPr>
            <a:r>
              <a:rPr lang="en-US" sz="4000" dirty="0"/>
              <a:t>What does the word Git mean?</a:t>
            </a:r>
          </a:p>
        </p:txBody>
      </p:sp>
      <p:sp>
        <p:nvSpPr>
          <p:cNvPr id="3" name="Footer Placeholder 2" hidden="1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 hidden="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41385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hape 79"/>
          <p:cNvSpPr txBox="1"/>
          <p:nvPr/>
        </p:nvSpPr>
        <p:spPr>
          <a:xfrm>
            <a:off x="153897" y="228600"/>
            <a:ext cx="8229600" cy="641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lang="en-US" sz="3400" dirty="0">
                <a:solidFill>
                  <a:schemeClr val="dk2"/>
                </a:solidFill>
              </a:rPr>
              <a:t>GIT Overview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957" y="965250"/>
            <a:ext cx="8553450" cy="2476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3841844"/>
            <a:ext cx="6820072" cy="25589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Footer Placeholder 1" hidden="1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 hidden="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1457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Shape 136"/>
          <p:cNvSpPr txBox="1">
            <a:spLocks noGrp="1"/>
          </p:cNvSpPr>
          <p:nvPr>
            <p:ph type="title"/>
          </p:nvPr>
        </p:nvSpPr>
        <p:spPr>
          <a:xfrm>
            <a:off x="607062" y="86475"/>
            <a:ext cx="8229600" cy="7587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lang="en-US" sz="3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Commit Object</a:t>
            </a:r>
          </a:p>
        </p:txBody>
      </p:sp>
      <p:sp>
        <p:nvSpPr>
          <p:cNvPr id="137" name="Shape 137"/>
          <p:cNvSpPr txBox="1"/>
          <p:nvPr/>
        </p:nvSpPr>
        <p:spPr>
          <a:xfrm>
            <a:off x="6477000" y="6553200"/>
            <a:ext cx="152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Arial"/>
              <a:buNone/>
            </a:pPr>
            <a:r>
              <a:rPr lang="en-US" sz="700" b="0" i="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</a:p>
        </p:txBody>
      </p:sp>
      <p:sp>
        <p:nvSpPr>
          <p:cNvPr id="138" name="Shape 138"/>
          <p:cNvSpPr txBox="1"/>
          <p:nvPr/>
        </p:nvSpPr>
        <p:spPr>
          <a:xfrm>
            <a:off x="8077200" y="6553200"/>
            <a:ext cx="8382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Arial"/>
              <a:buNone/>
            </a:pPr>
            <a:fld id="{00000000-1234-1234-1234-123412341234}" type="slidenum">
              <a:rPr lang="en-US" sz="700" b="0" i="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lang="en-US" sz="700" b="0" i="0" u="non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9" name="Shape 139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607050" y="603700"/>
            <a:ext cx="8146500" cy="617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2514600"/>
          </a:xfrm>
        </p:spPr>
        <p:txBody>
          <a:bodyPr/>
          <a:lstStyle/>
          <a:p>
            <a:r>
              <a:rPr lang="en-US" dirty="0"/>
              <a:t>About myself: Ilya Rokhkin </a:t>
            </a:r>
            <a:br>
              <a:rPr lang="en-US" dirty="0"/>
            </a:br>
            <a:r>
              <a:rPr lang="en-US" dirty="0"/>
              <a:t>- </a:t>
            </a:r>
            <a:r>
              <a:rPr lang="en-US" sz="2800" dirty="0"/>
              <a:t>20+ years experience in Version Control Systems</a:t>
            </a:r>
            <a:br>
              <a:rPr lang="en-US" sz="2800" dirty="0"/>
            </a:br>
            <a:r>
              <a:rPr lang="en-US" sz="2800" dirty="0"/>
              <a:t>- Official Git trainer in CKP, Intel, Marvell.</a:t>
            </a:r>
            <a:br>
              <a:rPr lang="en-US" sz="2800" dirty="0"/>
            </a:br>
            <a:r>
              <a:rPr lang="en-US" sz="2800" dirty="0"/>
              <a:t>- Freelance Git trainer.</a:t>
            </a:r>
            <a:br>
              <a:rPr lang="en-US" sz="2800" dirty="0"/>
            </a:br>
            <a:r>
              <a:rPr lang="en-US" sz="2800" dirty="0"/>
              <a:t>- Volunteer as Hebrew teacher in “</a:t>
            </a:r>
            <a:r>
              <a:rPr lang="en-US" sz="2800" dirty="0" err="1"/>
              <a:t>Ulpan</a:t>
            </a:r>
            <a:r>
              <a:rPr lang="en-US" sz="2800" dirty="0"/>
              <a:t>” 10+ years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Arial"/>
              <a:buNone/>
            </a:pPr>
            <a:fld id="{00000000-1234-1234-1234-123412341234}" type="slidenum">
              <a:rPr lang="en-US" sz="700" b="0" i="0" u="none" smtClean="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lang="en-US" sz="700" b="0" i="0" u="non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2625" y="2514600"/>
            <a:ext cx="5238750" cy="421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777927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Shape 72"/>
          <p:cNvSpPr txBox="1">
            <a:spLocks noGrp="1"/>
          </p:cNvSpPr>
          <p:nvPr>
            <p:ph type="title"/>
          </p:nvPr>
        </p:nvSpPr>
        <p:spPr>
          <a:xfrm>
            <a:off x="592137" y="533400"/>
            <a:ext cx="8229600" cy="758825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Agenda:</a:t>
            </a:r>
          </a:p>
        </p:txBody>
      </p:sp>
      <p:sp>
        <p:nvSpPr>
          <p:cNvPr id="73" name="Shape 73"/>
          <p:cNvSpPr txBox="1">
            <a:spLocks noGrp="1"/>
          </p:cNvSpPr>
          <p:nvPr>
            <p:ph type="body" idx="1"/>
          </p:nvPr>
        </p:nvSpPr>
        <p:spPr>
          <a:xfrm>
            <a:off x="304800" y="1524000"/>
            <a:ext cx="8458200" cy="3048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457200" indent="-457200">
              <a:lnSpc>
                <a:spcPct val="100000"/>
              </a:lnSpc>
              <a:spcBef>
                <a:spcPts val="0"/>
              </a:spcBef>
              <a:buClrTx/>
              <a:buFont typeface="+mj-lt"/>
              <a:buAutoNum type="arabicPeriod"/>
            </a:pPr>
            <a:r>
              <a:rPr lang="en-US" sz="3200" b="0" i="0" u="none" strike="noStrike" cap="none" dirty="0">
                <a:solidFill>
                  <a:schemeClr val="bg2"/>
                </a:solidFill>
                <a:sym typeface="Arial"/>
              </a:rPr>
              <a:t>Git + GitLab best practices in a workflow</a:t>
            </a:r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buClrTx/>
              <a:buFont typeface="+mj-lt"/>
              <a:buAutoNum type="arabicPeriod"/>
            </a:pPr>
            <a:r>
              <a:rPr lang="en-US" sz="3200" dirty="0">
                <a:solidFill>
                  <a:schemeClr val="bg2"/>
                </a:solidFill>
              </a:rPr>
              <a:t>Git + GitLab best practices hands on</a:t>
            </a:r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buClrTx/>
              <a:buFont typeface="+mj-lt"/>
              <a:buAutoNum type="arabicPeriod"/>
            </a:pPr>
            <a:r>
              <a:rPr lang="en-US" sz="3200" dirty="0">
                <a:solidFill>
                  <a:schemeClr val="bg2"/>
                </a:solidFill>
              </a:rPr>
              <a:t>GitLab Best practices</a:t>
            </a:r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buClrTx/>
              <a:buFont typeface="+mj-lt"/>
              <a:buAutoNum type="arabicPeriod"/>
            </a:pPr>
            <a:r>
              <a:rPr lang="en-US" sz="3200" dirty="0">
                <a:solidFill>
                  <a:schemeClr val="bg2"/>
                </a:solidFill>
              </a:rPr>
              <a:t>GitLab CI overview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3999" cy="1828800"/>
          </a:xfrm>
        </p:spPr>
        <p:txBody>
          <a:bodyPr/>
          <a:lstStyle/>
          <a:p>
            <a:pPr lvl="0"/>
            <a:r>
              <a:rPr lang="en-US" sz="3600" dirty="0">
                <a:solidFill>
                  <a:srgbClr val="5E5E5E"/>
                </a:solidFill>
              </a:rPr>
              <a:t>1. Git + GitLab best practices in workflow.</a:t>
            </a:r>
            <a:br>
              <a:rPr lang="en-US" sz="3600" dirty="0">
                <a:solidFill>
                  <a:srgbClr val="5E5E5E"/>
                </a:solidFill>
              </a:rPr>
            </a:br>
            <a:r>
              <a:rPr lang="en-US" sz="3600" dirty="0">
                <a:solidFill>
                  <a:srgbClr val="5E5E5E"/>
                </a:solidFill>
              </a:rPr>
              <a:t>Best practice: 1 Commit per Jira issue in main branches</a:t>
            </a:r>
            <a:br>
              <a:rPr lang="en-US" sz="3600" dirty="0">
                <a:solidFill>
                  <a:srgbClr val="5E5E5E"/>
                </a:solidFill>
              </a:rPr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Arial"/>
              <a:buNone/>
            </a:pPr>
            <a:fld id="{00000000-1234-1234-1234-123412341234}" type="slidenum">
              <a:rPr lang="en-US" sz="700" b="0" i="0" u="none" smtClean="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lang="en-US" sz="700" b="0" i="0" u="non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Shape 191"/>
          <p:cNvSpPr/>
          <p:nvPr/>
        </p:nvSpPr>
        <p:spPr>
          <a:xfrm>
            <a:off x="714330" y="3548001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/>
              <a:t>98ca9</a:t>
            </a:r>
          </a:p>
        </p:txBody>
      </p:sp>
      <p:sp>
        <p:nvSpPr>
          <p:cNvPr id="6" name="Shape 192"/>
          <p:cNvSpPr/>
          <p:nvPr/>
        </p:nvSpPr>
        <p:spPr>
          <a:xfrm>
            <a:off x="1897555" y="3548001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/>
              <a:t>34ac2</a:t>
            </a:r>
          </a:p>
        </p:txBody>
      </p:sp>
      <p:cxnSp>
        <p:nvCxnSpPr>
          <p:cNvPr id="7" name="Shape 194"/>
          <p:cNvCxnSpPr>
            <a:stCxn id="6" idx="1"/>
            <a:endCxn id="5" idx="3"/>
          </p:cNvCxnSpPr>
          <p:nvPr/>
        </p:nvCxnSpPr>
        <p:spPr>
          <a:xfrm rot="10800000">
            <a:off x="1488955" y="3725751"/>
            <a:ext cx="4086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8" name="Shape 202"/>
          <p:cNvSpPr txBox="1"/>
          <p:nvPr/>
        </p:nvSpPr>
        <p:spPr>
          <a:xfrm>
            <a:off x="152400" y="2248438"/>
            <a:ext cx="2281125" cy="381001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-US" sz="1800" dirty="0"/>
              <a:t>Remote Repository</a:t>
            </a:r>
          </a:p>
        </p:txBody>
      </p:sp>
      <p:sp>
        <p:nvSpPr>
          <p:cNvPr id="9" name="Shape 208"/>
          <p:cNvSpPr/>
          <p:nvPr/>
        </p:nvSpPr>
        <p:spPr>
          <a:xfrm>
            <a:off x="5421507" y="2911077"/>
            <a:ext cx="863400" cy="2547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master</a:t>
            </a:r>
          </a:p>
        </p:txBody>
      </p:sp>
      <p:cxnSp>
        <p:nvCxnSpPr>
          <p:cNvPr id="10" name="Shape 209"/>
          <p:cNvCxnSpPr>
            <a:stCxn id="9" idx="2"/>
            <a:endCxn id="13" idx="0"/>
          </p:cNvCxnSpPr>
          <p:nvPr/>
        </p:nvCxnSpPr>
        <p:spPr>
          <a:xfrm flipH="1">
            <a:off x="4712598" y="3165777"/>
            <a:ext cx="1140609" cy="363924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11" name="Shape 198"/>
          <p:cNvSpPr/>
          <p:nvPr/>
        </p:nvSpPr>
        <p:spPr>
          <a:xfrm>
            <a:off x="3105786" y="3528501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45v34</a:t>
            </a:r>
          </a:p>
        </p:txBody>
      </p:sp>
      <p:cxnSp>
        <p:nvCxnSpPr>
          <p:cNvPr id="12" name="Shape 200"/>
          <p:cNvCxnSpPr>
            <a:stCxn id="11" idx="1"/>
          </p:cNvCxnSpPr>
          <p:nvPr/>
        </p:nvCxnSpPr>
        <p:spPr>
          <a:xfrm flipH="1">
            <a:off x="2639376" y="3706251"/>
            <a:ext cx="466410" cy="195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13" name="Shape 198"/>
          <p:cNvSpPr/>
          <p:nvPr/>
        </p:nvSpPr>
        <p:spPr>
          <a:xfrm>
            <a:off x="4325298" y="3529701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3ed90</a:t>
            </a:r>
          </a:p>
        </p:txBody>
      </p:sp>
      <p:cxnSp>
        <p:nvCxnSpPr>
          <p:cNvPr id="14" name="Shape 200"/>
          <p:cNvCxnSpPr>
            <a:stCxn id="13" idx="1"/>
            <a:endCxn id="11" idx="3"/>
          </p:cNvCxnSpPr>
          <p:nvPr/>
        </p:nvCxnSpPr>
        <p:spPr>
          <a:xfrm flipH="1" flipV="1">
            <a:off x="3880386" y="3706251"/>
            <a:ext cx="444912" cy="12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15" name="Shape 204"/>
          <p:cNvSpPr/>
          <p:nvPr/>
        </p:nvSpPr>
        <p:spPr>
          <a:xfrm>
            <a:off x="4242579" y="2935100"/>
            <a:ext cx="917438" cy="2730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FTR-10</a:t>
            </a:r>
          </a:p>
        </p:txBody>
      </p:sp>
      <p:cxnSp>
        <p:nvCxnSpPr>
          <p:cNvPr id="16" name="Shape 205"/>
          <p:cNvCxnSpPr>
            <a:stCxn id="15" idx="2"/>
            <a:endCxn id="13" idx="0"/>
          </p:cNvCxnSpPr>
          <p:nvPr/>
        </p:nvCxnSpPr>
        <p:spPr>
          <a:xfrm>
            <a:off x="4701298" y="3208100"/>
            <a:ext cx="11300" cy="321601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17" name="Shape 204"/>
          <p:cNvSpPr/>
          <p:nvPr/>
        </p:nvSpPr>
        <p:spPr>
          <a:xfrm>
            <a:off x="3044491" y="2911077"/>
            <a:ext cx="917438" cy="2730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FTR-9</a:t>
            </a:r>
          </a:p>
        </p:txBody>
      </p:sp>
      <p:cxnSp>
        <p:nvCxnSpPr>
          <p:cNvPr id="18" name="Shape 205"/>
          <p:cNvCxnSpPr>
            <a:stCxn id="17" idx="2"/>
            <a:endCxn id="11" idx="0"/>
          </p:cNvCxnSpPr>
          <p:nvPr/>
        </p:nvCxnSpPr>
        <p:spPr>
          <a:xfrm flipH="1">
            <a:off x="3493086" y="3184077"/>
            <a:ext cx="10124" cy="344424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19" name="Shape 204"/>
          <p:cNvSpPr/>
          <p:nvPr/>
        </p:nvSpPr>
        <p:spPr>
          <a:xfrm>
            <a:off x="1832530" y="2911077"/>
            <a:ext cx="917438" cy="2730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FTR-8</a:t>
            </a:r>
          </a:p>
        </p:txBody>
      </p:sp>
      <p:cxnSp>
        <p:nvCxnSpPr>
          <p:cNvPr id="20" name="Shape 205"/>
          <p:cNvCxnSpPr/>
          <p:nvPr/>
        </p:nvCxnSpPr>
        <p:spPr>
          <a:xfrm flipH="1">
            <a:off x="2279793" y="3184077"/>
            <a:ext cx="10124" cy="344424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21" name="Shape 204"/>
          <p:cNvSpPr/>
          <p:nvPr/>
        </p:nvSpPr>
        <p:spPr>
          <a:xfrm>
            <a:off x="642911" y="2935100"/>
            <a:ext cx="917438" cy="2730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FTR-7</a:t>
            </a:r>
          </a:p>
        </p:txBody>
      </p:sp>
      <p:cxnSp>
        <p:nvCxnSpPr>
          <p:cNvPr id="22" name="Shape 205"/>
          <p:cNvCxnSpPr/>
          <p:nvPr/>
        </p:nvCxnSpPr>
        <p:spPr>
          <a:xfrm flipH="1">
            <a:off x="1090174" y="3208100"/>
            <a:ext cx="10124" cy="344424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</p:spTree>
    <p:extLst>
      <p:ext uri="{BB962C8B-B14F-4D97-AF65-F5344CB8AC3E}">
        <p14:creationId xmlns:p14="http://schemas.microsoft.com/office/powerpoint/2010/main" val="5561004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Shape 190"/>
          <p:cNvSpPr txBox="1">
            <a:spLocks noGrp="1"/>
          </p:cNvSpPr>
          <p:nvPr>
            <p:ph type="sldNum" idx="12"/>
          </p:nvPr>
        </p:nvSpPr>
        <p:spPr>
          <a:xfrm>
            <a:off x="8077200" y="6553200"/>
            <a:ext cx="838200" cy="228600"/>
          </a:xfrm>
          <a:prstGeom prst="rect">
            <a:avLst/>
          </a:prstGeom>
        </p:spPr>
        <p:txBody>
          <a:bodyPr wrap="square" lIns="91425" tIns="45700" rIns="91425" bIns="45700" anchor="t" anchorCtr="0">
            <a:noAutofit/>
          </a:bodyPr>
          <a:lstStyle/>
          <a:p>
            <a:pPr lvl="0" rtl="0">
              <a:spcBef>
                <a:spcPts val="0"/>
              </a:spcBef>
              <a:buClr>
                <a:schemeClr val="lt2"/>
              </a:buClr>
              <a:buSzPct val="25000"/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 lang="en-US"/>
          </a:p>
        </p:txBody>
      </p:sp>
      <p:sp>
        <p:nvSpPr>
          <p:cNvPr id="191" name="Shape 191"/>
          <p:cNvSpPr/>
          <p:nvPr/>
        </p:nvSpPr>
        <p:spPr>
          <a:xfrm>
            <a:off x="710600" y="23215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/>
              <a:t>98ca9</a:t>
            </a:r>
          </a:p>
        </p:txBody>
      </p:sp>
      <p:sp>
        <p:nvSpPr>
          <p:cNvPr id="192" name="Shape 192"/>
          <p:cNvSpPr/>
          <p:nvPr/>
        </p:nvSpPr>
        <p:spPr>
          <a:xfrm>
            <a:off x="1893825" y="23215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/>
              <a:t>34ac2</a:t>
            </a:r>
          </a:p>
        </p:txBody>
      </p:sp>
      <p:cxnSp>
        <p:nvCxnSpPr>
          <p:cNvPr id="194" name="Shape 194"/>
          <p:cNvCxnSpPr>
            <a:stCxn id="192" idx="1"/>
            <a:endCxn id="191" idx="3"/>
          </p:cNvCxnSpPr>
          <p:nvPr/>
        </p:nvCxnSpPr>
        <p:spPr>
          <a:xfrm rot="10800000">
            <a:off x="1485225" y="2499250"/>
            <a:ext cx="4086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196" name="Shape 196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546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Merriweather"/>
              <a:buNone/>
            </a:pPr>
            <a:r>
              <a:rPr lang="en-US" dirty="0">
                <a:latin typeface="Merriweather"/>
                <a:ea typeface="Merriweather"/>
                <a:cs typeface="Merriweather"/>
                <a:sym typeface="Merriweather"/>
              </a:rPr>
              <a:t>Create new feature branch FTR-10 (Jira) </a:t>
            </a:r>
          </a:p>
        </p:txBody>
      </p:sp>
      <p:sp>
        <p:nvSpPr>
          <p:cNvPr id="197" name="Shape 197"/>
          <p:cNvSpPr/>
          <p:nvPr/>
        </p:nvSpPr>
        <p:spPr>
          <a:xfrm>
            <a:off x="489200" y="48876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/>
              <a:t>98ca9</a:t>
            </a:r>
          </a:p>
        </p:txBody>
      </p:sp>
      <p:sp>
        <p:nvSpPr>
          <p:cNvPr id="198" name="Shape 198"/>
          <p:cNvSpPr/>
          <p:nvPr/>
        </p:nvSpPr>
        <p:spPr>
          <a:xfrm>
            <a:off x="1672425" y="48876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34ac2</a:t>
            </a:r>
          </a:p>
        </p:txBody>
      </p:sp>
      <p:cxnSp>
        <p:nvCxnSpPr>
          <p:cNvPr id="200" name="Shape 200"/>
          <p:cNvCxnSpPr>
            <a:stCxn id="198" idx="1"/>
            <a:endCxn id="197" idx="3"/>
          </p:cNvCxnSpPr>
          <p:nvPr/>
        </p:nvCxnSpPr>
        <p:spPr>
          <a:xfrm rot="10800000">
            <a:off x="1263825" y="5065350"/>
            <a:ext cx="4086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202" name="Shape 202"/>
          <p:cNvSpPr txBox="1"/>
          <p:nvPr/>
        </p:nvSpPr>
        <p:spPr>
          <a:xfrm>
            <a:off x="0" y="1150050"/>
            <a:ext cx="2281125" cy="546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-US" sz="1800" dirty="0"/>
              <a:t>Remote Repository</a:t>
            </a:r>
          </a:p>
        </p:txBody>
      </p:sp>
      <p:sp>
        <p:nvSpPr>
          <p:cNvPr id="203" name="Shape 203"/>
          <p:cNvSpPr txBox="1"/>
          <p:nvPr/>
        </p:nvSpPr>
        <p:spPr>
          <a:xfrm>
            <a:off x="65825" y="3822500"/>
            <a:ext cx="2395950" cy="546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-US" sz="1800" dirty="0"/>
              <a:t>Local Repository</a:t>
            </a:r>
          </a:p>
        </p:txBody>
      </p:sp>
      <p:sp>
        <p:nvSpPr>
          <p:cNvPr id="204" name="Shape 204"/>
          <p:cNvSpPr/>
          <p:nvPr/>
        </p:nvSpPr>
        <p:spPr>
          <a:xfrm>
            <a:off x="2694843" y="4268738"/>
            <a:ext cx="1343757" cy="2730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origin/master</a:t>
            </a:r>
          </a:p>
        </p:txBody>
      </p:sp>
      <p:cxnSp>
        <p:nvCxnSpPr>
          <p:cNvPr id="205" name="Shape 205"/>
          <p:cNvCxnSpPr>
            <a:stCxn id="204" idx="2"/>
            <a:endCxn id="198" idx="0"/>
          </p:cNvCxnSpPr>
          <p:nvPr/>
        </p:nvCxnSpPr>
        <p:spPr>
          <a:xfrm flipH="1">
            <a:off x="2059725" y="4541738"/>
            <a:ext cx="1306997" cy="345862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208" name="Shape 208"/>
          <p:cNvSpPr/>
          <p:nvPr/>
        </p:nvSpPr>
        <p:spPr>
          <a:xfrm>
            <a:off x="1849425" y="1696050"/>
            <a:ext cx="863400" cy="2547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master</a:t>
            </a:r>
          </a:p>
        </p:txBody>
      </p:sp>
      <p:cxnSp>
        <p:nvCxnSpPr>
          <p:cNvPr id="209" name="Shape 209"/>
          <p:cNvCxnSpPr>
            <a:stCxn id="208" idx="2"/>
            <a:endCxn id="192" idx="0"/>
          </p:cNvCxnSpPr>
          <p:nvPr/>
        </p:nvCxnSpPr>
        <p:spPr>
          <a:xfrm>
            <a:off x="2281125" y="1950750"/>
            <a:ext cx="0" cy="37075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210" name="Shape 210"/>
          <p:cNvSpPr txBox="1"/>
          <p:nvPr/>
        </p:nvSpPr>
        <p:spPr>
          <a:xfrm>
            <a:off x="4450675" y="3074700"/>
            <a:ext cx="3033300" cy="7086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-US" sz="1800"/>
              <a:t>Remote Tracking Branch</a:t>
            </a:r>
          </a:p>
        </p:txBody>
      </p:sp>
      <p:sp>
        <p:nvSpPr>
          <p:cNvPr id="211" name="Shape 211"/>
          <p:cNvSpPr txBox="1"/>
          <p:nvPr/>
        </p:nvSpPr>
        <p:spPr>
          <a:xfrm>
            <a:off x="4260200" y="1356800"/>
            <a:ext cx="3033300" cy="7086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-US" sz="1800"/>
              <a:t>Tracking Branch (Local)</a:t>
            </a:r>
          </a:p>
        </p:txBody>
      </p:sp>
      <p:cxnSp>
        <p:nvCxnSpPr>
          <p:cNvPr id="215" name="Shape 215"/>
          <p:cNvCxnSpPr/>
          <p:nvPr/>
        </p:nvCxnSpPr>
        <p:spPr>
          <a:xfrm>
            <a:off x="32125" y="3822500"/>
            <a:ext cx="5171700" cy="162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36" name="Shape 204"/>
          <p:cNvSpPr/>
          <p:nvPr/>
        </p:nvSpPr>
        <p:spPr>
          <a:xfrm>
            <a:off x="1086444" y="4268738"/>
            <a:ext cx="1531531" cy="2730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origin/fix/FTR-10</a:t>
            </a:r>
          </a:p>
        </p:txBody>
      </p:sp>
      <p:cxnSp>
        <p:nvCxnSpPr>
          <p:cNvPr id="37" name="Shape 205"/>
          <p:cNvCxnSpPr>
            <a:endCxn id="198" idx="0"/>
          </p:cNvCxnSpPr>
          <p:nvPr/>
        </p:nvCxnSpPr>
        <p:spPr>
          <a:xfrm>
            <a:off x="2059725" y="4541738"/>
            <a:ext cx="0" cy="345862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50" name="Shape 204"/>
          <p:cNvSpPr/>
          <p:nvPr/>
        </p:nvSpPr>
        <p:spPr>
          <a:xfrm>
            <a:off x="1667542" y="3074700"/>
            <a:ext cx="1227166" cy="3543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fix/FTR-10</a:t>
            </a:r>
          </a:p>
        </p:txBody>
      </p:sp>
      <p:cxnSp>
        <p:nvCxnSpPr>
          <p:cNvPr id="51" name="Shape 205"/>
          <p:cNvCxnSpPr>
            <a:stCxn id="50" idx="0"/>
            <a:endCxn id="192" idx="2"/>
          </p:cNvCxnSpPr>
          <p:nvPr/>
        </p:nvCxnSpPr>
        <p:spPr>
          <a:xfrm flipV="1">
            <a:off x="2281125" y="2677000"/>
            <a:ext cx="0" cy="397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61" name="Shape 204"/>
          <p:cNvSpPr/>
          <p:nvPr/>
        </p:nvSpPr>
        <p:spPr>
          <a:xfrm>
            <a:off x="1485200" y="5638800"/>
            <a:ext cx="1132775" cy="2547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fix/FTR-10</a:t>
            </a:r>
          </a:p>
        </p:txBody>
      </p:sp>
      <p:cxnSp>
        <p:nvCxnSpPr>
          <p:cNvPr id="62" name="Shape 205"/>
          <p:cNvCxnSpPr/>
          <p:nvPr/>
        </p:nvCxnSpPr>
        <p:spPr>
          <a:xfrm flipV="1">
            <a:off x="2059725" y="5254120"/>
            <a:ext cx="0" cy="38468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31" name="Shape 212"/>
          <p:cNvSpPr/>
          <p:nvPr/>
        </p:nvSpPr>
        <p:spPr>
          <a:xfrm>
            <a:off x="1640625" y="6115441"/>
            <a:ext cx="838200" cy="355500"/>
          </a:xfrm>
          <a:prstGeom prst="rect">
            <a:avLst/>
          </a:prstGeom>
          <a:solidFill>
            <a:srgbClr val="666666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>
                <a:solidFill>
                  <a:srgbClr val="FFFFFF"/>
                </a:solidFill>
              </a:rPr>
              <a:t>HEAD</a:t>
            </a:r>
          </a:p>
        </p:txBody>
      </p:sp>
      <p:cxnSp>
        <p:nvCxnSpPr>
          <p:cNvPr id="34" name="Shape 205"/>
          <p:cNvCxnSpPr>
            <a:stCxn id="31" idx="0"/>
          </p:cNvCxnSpPr>
          <p:nvPr/>
        </p:nvCxnSpPr>
        <p:spPr>
          <a:xfrm flipH="1" flipV="1">
            <a:off x="2052220" y="5866957"/>
            <a:ext cx="7505" cy="248484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2" name="TextBox 1"/>
          <p:cNvSpPr txBox="1"/>
          <p:nvPr/>
        </p:nvSpPr>
        <p:spPr>
          <a:xfrm>
            <a:off x="5578126" y="3866968"/>
            <a:ext cx="34307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Clone + checkout feature branch FTR-10</a:t>
            </a:r>
          </a:p>
        </p:txBody>
      </p:sp>
      <p:sp>
        <p:nvSpPr>
          <p:cNvPr id="28" name="Shape 204"/>
          <p:cNvSpPr/>
          <p:nvPr/>
        </p:nvSpPr>
        <p:spPr>
          <a:xfrm>
            <a:off x="2746238" y="1676400"/>
            <a:ext cx="917438" cy="2730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FTR-8</a:t>
            </a:r>
          </a:p>
        </p:txBody>
      </p:sp>
      <p:cxnSp>
        <p:nvCxnSpPr>
          <p:cNvPr id="29" name="Shape 205"/>
          <p:cNvCxnSpPr>
            <a:stCxn id="28" idx="2"/>
          </p:cNvCxnSpPr>
          <p:nvPr/>
        </p:nvCxnSpPr>
        <p:spPr>
          <a:xfrm flipH="1">
            <a:off x="2276063" y="1949400"/>
            <a:ext cx="928894" cy="344424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30" name="Shape 204"/>
          <p:cNvSpPr/>
          <p:nvPr/>
        </p:nvSpPr>
        <p:spPr>
          <a:xfrm>
            <a:off x="639181" y="1700423"/>
            <a:ext cx="917438" cy="2730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FTR-7</a:t>
            </a:r>
          </a:p>
        </p:txBody>
      </p:sp>
      <p:cxnSp>
        <p:nvCxnSpPr>
          <p:cNvPr id="32" name="Shape 205"/>
          <p:cNvCxnSpPr/>
          <p:nvPr/>
        </p:nvCxnSpPr>
        <p:spPr>
          <a:xfrm flipH="1">
            <a:off x="1086444" y="1973423"/>
            <a:ext cx="10124" cy="344424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</p:spTree>
    <p:extLst>
      <p:ext uri="{BB962C8B-B14F-4D97-AF65-F5344CB8AC3E}">
        <p14:creationId xmlns:p14="http://schemas.microsoft.com/office/powerpoint/2010/main" val="33588543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Shape 190"/>
          <p:cNvSpPr txBox="1">
            <a:spLocks noGrp="1"/>
          </p:cNvSpPr>
          <p:nvPr>
            <p:ph type="sldNum" idx="12"/>
          </p:nvPr>
        </p:nvSpPr>
        <p:spPr>
          <a:xfrm>
            <a:off x="8077200" y="6553200"/>
            <a:ext cx="838200" cy="228600"/>
          </a:xfrm>
          <a:prstGeom prst="rect">
            <a:avLst/>
          </a:prstGeom>
        </p:spPr>
        <p:txBody>
          <a:bodyPr wrap="square" lIns="91425" tIns="45700" rIns="91425" bIns="45700" anchor="t" anchorCtr="0">
            <a:noAutofit/>
          </a:bodyPr>
          <a:lstStyle/>
          <a:p>
            <a:pPr lvl="0" rtl="0">
              <a:spcBef>
                <a:spcPts val="0"/>
              </a:spcBef>
              <a:buClr>
                <a:schemeClr val="lt2"/>
              </a:buClr>
              <a:buSzPct val="25000"/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 lang="en-US"/>
          </a:p>
        </p:txBody>
      </p:sp>
      <p:sp>
        <p:nvSpPr>
          <p:cNvPr id="191" name="Shape 191"/>
          <p:cNvSpPr/>
          <p:nvPr/>
        </p:nvSpPr>
        <p:spPr>
          <a:xfrm>
            <a:off x="710600" y="23215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/>
              <a:t>98ca9</a:t>
            </a:r>
          </a:p>
        </p:txBody>
      </p:sp>
      <p:sp>
        <p:nvSpPr>
          <p:cNvPr id="192" name="Shape 192"/>
          <p:cNvSpPr/>
          <p:nvPr/>
        </p:nvSpPr>
        <p:spPr>
          <a:xfrm>
            <a:off x="1893825" y="23215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/>
              <a:t>34ac2</a:t>
            </a:r>
          </a:p>
        </p:txBody>
      </p:sp>
      <p:cxnSp>
        <p:nvCxnSpPr>
          <p:cNvPr id="194" name="Shape 194"/>
          <p:cNvCxnSpPr>
            <a:stCxn id="192" idx="1"/>
            <a:endCxn id="191" idx="3"/>
          </p:cNvCxnSpPr>
          <p:nvPr/>
        </p:nvCxnSpPr>
        <p:spPr>
          <a:xfrm rot="10800000">
            <a:off x="1485225" y="2499250"/>
            <a:ext cx="4086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196" name="Shape 196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115005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Merriweather"/>
              <a:buNone/>
            </a:pPr>
            <a:r>
              <a:rPr lang="en-US" dirty="0">
                <a:latin typeface="Merriweather"/>
                <a:ea typeface="Merriweather"/>
                <a:cs typeface="Merriweather"/>
                <a:sym typeface="Merriweather"/>
              </a:rPr>
              <a:t>Save-&gt;auto commit</a:t>
            </a:r>
          </a:p>
        </p:txBody>
      </p:sp>
      <p:sp>
        <p:nvSpPr>
          <p:cNvPr id="197" name="Shape 197"/>
          <p:cNvSpPr/>
          <p:nvPr/>
        </p:nvSpPr>
        <p:spPr>
          <a:xfrm>
            <a:off x="489200" y="48876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/>
              <a:t>98ca9</a:t>
            </a:r>
          </a:p>
        </p:txBody>
      </p:sp>
      <p:sp>
        <p:nvSpPr>
          <p:cNvPr id="198" name="Shape 198"/>
          <p:cNvSpPr/>
          <p:nvPr/>
        </p:nvSpPr>
        <p:spPr>
          <a:xfrm>
            <a:off x="1672425" y="48876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34ac2</a:t>
            </a:r>
          </a:p>
        </p:txBody>
      </p:sp>
      <p:cxnSp>
        <p:nvCxnSpPr>
          <p:cNvPr id="200" name="Shape 200"/>
          <p:cNvCxnSpPr>
            <a:stCxn id="198" idx="1"/>
            <a:endCxn id="197" idx="3"/>
          </p:cNvCxnSpPr>
          <p:nvPr/>
        </p:nvCxnSpPr>
        <p:spPr>
          <a:xfrm rot="10800000">
            <a:off x="1263825" y="5065350"/>
            <a:ext cx="4086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202" name="Shape 202"/>
          <p:cNvSpPr txBox="1"/>
          <p:nvPr/>
        </p:nvSpPr>
        <p:spPr>
          <a:xfrm>
            <a:off x="0" y="1150050"/>
            <a:ext cx="2281125" cy="546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-US" sz="1800" dirty="0"/>
              <a:t>Remote Repository</a:t>
            </a:r>
          </a:p>
        </p:txBody>
      </p:sp>
      <p:sp>
        <p:nvSpPr>
          <p:cNvPr id="203" name="Shape 203"/>
          <p:cNvSpPr txBox="1"/>
          <p:nvPr/>
        </p:nvSpPr>
        <p:spPr>
          <a:xfrm>
            <a:off x="65825" y="3822500"/>
            <a:ext cx="2395950" cy="546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-US" sz="1800" dirty="0"/>
              <a:t>Local Repository</a:t>
            </a:r>
          </a:p>
        </p:txBody>
      </p:sp>
      <p:sp>
        <p:nvSpPr>
          <p:cNvPr id="204" name="Shape 204"/>
          <p:cNvSpPr/>
          <p:nvPr/>
        </p:nvSpPr>
        <p:spPr>
          <a:xfrm>
            <a:off x="2694843" y="4268738"/>
            <a:ext cx="1343757" cy="2730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origin/master</a:t>
            </a:r>
          </a:p>
        </p:txBody>
      </p:sp>
      <p:cxnSp>
        <p:nvCxnSpPr>
          <p:cNvPr id="205" name="Shape 205"/>
          <p:cNvCxnSpPr>
            <a:stCxn id="204" idx="2"/>
            <a:endCxn id="198" idx="0"/>
          </p:cNvCxnSpPr>
          <p:nvPr/>
        </p:nvCxnSpPr>
        <p:spPr>
          <a:xfrm flipH="1">
            <a:off x="2059725" y="4541738"/>
            <a:ext cx="1306997" cy="345862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208" name="Shape 208"/>
          <p:cNvSpPr/>
          <p:nvPr/>
        </p:nvSpPr>
        <p:spPr>
          <a:xfrm>
            <a:off x="1849425" y="1696050"/>
            <a:ext cx="863400" cy="2547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master</a:t>
            </a:r>
          </a:p>
        </p:txBody>
      </p:sp>
      <p:cxnSp>
        <p:nvCxnSpPr>
          <p:cNvPr id="209" name="Shape 209"/>
          <p:cNvCxnSpPr>
            <a:stCxn id="208" idx="2"/>
            <a:endCxn id="192" idx="0"/>
          </p:cNvCxnSpPr>
          <p:nvPr/>
        </p:nvCxnSpPr>
        <p:spPr>
          <a:xfrm>
            <a:off x="2281125" y="1950750"/>
            <a:ext cx="0" cy="37075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215" name="Shape 215"/>
          <p:cNvCxnSpPr/>
          <p:nvPr/>
        </p:nvCxnSpPr>
        <p:spPr>
          <a:xfrm>
            <a:off x="32125" y="3822500"/>
            <a:ext cx="5171700" cy="162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31" name="Shape 212"/>
          <p:cNvSpPr/>
          <p:nvPr/>
        </p:nvSpPr>
        <p:spPr>
          <a:xfrm>
            <a:off x="2910679" y="6477288"/>
            <a:ext cx="838200" cy="355500"/>
          </a:xfrm>
          <a:prstGeom prst="rect">
            <a:avLst/>
          </a:prstGeom>
          <a:solidFill>
            <a:srgbClr val="666666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>
                <a:solidFill>
                  <a:srgbClr val="FFFFFF"/>
                </a:solidFill>
              </a:rPr>
              <a:t>HEAD</a:t>
            </a:r>
          </a:p>
        </p:txBody>
      </p:sp>
      <p:cxnSp>
        <p:nvCxnSpPr>
          <p:cNvPr id="34" name="Shape 205"/>
          <p:cNvCxnSpPr>
            <a:cxnSpLocks/>
            <a:stCxn id="31" idx="0"/>
            <a:endCxn id="46" idx="2"/>
          </p:cNvCxnSpPr>
          <p:nvPr/>
        </p:nvCxnSpPr>
        <p:spPr>
          <a:xfrm flipV="1">
            <a:off x="3329779" y="6269726"/>
            <a:ext cx="36942" cy="207562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41" name="Shape 198"/>
          <p:cNvSpPr/>
          <p:nvPr/>
        </p:nvSpPr>
        <p:spPr>
          <a:xfrm>
            <a:off x="2879962" y="5412739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67def</a:t>
            </a:r>
          </a:p>
        </p:txBody>
      </p:sp>
      <p:cxnSp>
        <p:nvCxnSpPr>
          <p:cNvPr id="42" name="Shape 200"/>
          <p:cNvCxnSpPr>
            <a:stCxn id="41" idx="1"/>
            <a:endCxn id="198" idx="3"/>
          </p:cNvCxnSpPr>
          <p:nvPr/>
        </p:nvCxnSpPr>
        <p:spPr>
          <a:xfrm flipH="1" flipV="1">
            <a:off x="2447025" y="5065350"/>
            <a:ext cx="432937" cy="525139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45" name="Shape 205"/>
          <p:cNvCxnSpPr/>
          <p:nvPr/>
        </p:nvCxnSpPr>
        <p:spPr>
          <a:xfrm flipV="1">
            <a:off x="3261491" y="5749002"/>
            <a:ext cx="11542" cy="266024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2" name="TextBox 1"/>
          <p:cNvSpPr txBox="1"/>
          <p:nvPr/>
        </p:nvSpPr>
        <p:spPr>
          <a:xfrm>
            <a:off x="5776850" y="3962400"/>
            <a:ext cx="30155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Changing files Save -&gt; auto commit</a:t>
            </a:r>
          </a:p>
        </p:txBody>
      </p:sp>
      <p:sp>
        <p:nvSpPr>
          <p:cNvPr id="33" name="Shape 204"/>
          <p:cNvSpPr/>
          <p:nvPr/>
        </p:nvSpPr>
        <p:spPr>
          <a:xfrm>
            <a:off x="2746238" y="1684576"/>
            <a:ext cx="917438" cy="2730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FTR-8</a:t>
            </a:r>
          </a:p>
        </p:txBody>
      </p:sp>
      <p:cxnSp>
        <p:nvCxnSpPr>
          <p:cNvPr id="35" name="Shape 205"/>
          <p:cNvCxnSpPr>
            <a:stCxn id="33" idx="2"/>
          </p:cNvCxnSpPr>
          <p:nvPr/>
        </p:nvCxnSpPr>
        <p:spPr>
          <a:xfrm flipH="1">
            <a:off x="2276063" y="1957576"/>
            <a:ext cx="928894" cy="344424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38" name="Shape 204"/>
          <p:cNvSpPr/>
          <p:nvPr/>
        </p:nvSpPr>
        <p:spPr>
          <a:xfrm>
            <a:off x="639181" y="1708599"/>
            <a:ext cx="917438" cy="2730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FTR-7</a:t>
            </a:r>
          </a:p>
        </p:txBody>
      </p:sp>
      <p:cxnSp>
        <p:nvCxnSpPr>
          <p:cNvPr id="39" name="Shape 205"/>
          <p:cNvCxnSpPr/>
          <p:nvPr/>
        </p:nvCxnSpPr>
        <p:spPr>
          <a:xfrm flipH="1">
            <a:off x="1086444" y="1981599"/>
            <a:ext cx="10124" cy="344424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40" name="Shape 204"/>
          <p:cNvSpPr/>
          <p:nvPr/>
        </p:nvSpPr>
        <p:spPr>
          <a:xfrm>
            <a:off x="1086444" y="4268738"/>
            <a:ext cx="1531531" cy="2730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origin/fix/FTR-10</a:t>
            </a:r>
          </a:p>
        </p:txBody>
      </p:sp>
      <p:cxnSp>
        <p:nvCxnSpPr>
          <p:cNvPr id="43" name="Shape 205"/>
          <p:cNvCxnSpPr/>
          <p:nvPr/>
        </p:nvCxnSpPr>
        <p:spPr>
          <a:xfrm>
            <a:off x="2059725" y="4541738"/>
            <a:ext cx="0" cy="345862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44" name="Shape 204"/>
          <p:cNvSpPr/>
          <p:nvPr/>
        </p:nvSpPr>
        <p:spPr>
          <a:xfrm>
            <a:off x="1667542" y="3074700"/>
            <a:ext cx="1227166" cy="3543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fix/FTR-10</a:t>
            </a:r>
          </a:p>
        </p:txBody>
      </p:sp>
      <p:sp>
        <p:nvSpPr>
          <p:cNvPr id="46" name="Shape 204"/>
          <p:cNvSpPr/>
          <p:nvPr/>
        </p:nvSpPr>
        <p:spPr>
          <a:xfrm>
            <a:off x="2800333" y="6015026"/>
            <a:ext cx="1132775" cy="2547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fix/FTR-10</a:t>
            </a:r>
          </a:p>
        </p:txBody>
      </p:sp>
      <p:cxnSp>
        <p:nvCxnSpPr>
          <p:cNvPr id="48" name="Shape 205"/>
          <p:cNvCxnSpPr/>
          <p:nvPr/>
        </p:nvCxnSpPr>
        <p:spPr>
          <a:xfrm flipV="1">
            <a:off x="2301843" y="2677000"/>
            <a:ext cx="0" cy="38468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</p:spTree>
    <p:extLst>
      <p:ext uri="{BB962C8B-B14F-4D97-AF65-F5344CB8AC3E}">
        <p14:creationId xmlns:p14="http://schemas.microsoft.com/office/powerpoint/2010/main" val="33588543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Shape 190"/>
          <p:cNvSpPr txBox="1">
            <a:spLocks noGrp="1"/>
          </p:cNvSpPr>
          <p:nvPr>
            <p:ph type="sldNum" idx="12"/>
          </p:nvPr>
        </p:nvSpPr>
        <p:spPr>
          <a:xfrm>
            <a:off x="8077200" y="6553200"/>
            <a:ext cx="838200" cy="228600"/>
          </a:xfrm>
          <a:prstGeom prst="rect">
            <a:avLst/>
          </a:prstGeom>
        </p:spPr>
        <p:txBody>
          <a:bodyPr wrap="square" lIns="91425" tIns="45700" rIns="91425" bIns="45700" anchor="t" anchorCtr="0">
            <a:noAutofit/>
          </a:bodyPr>
          <a:lstStyle/>
          <a:p>
            <a:pPr lvl="0" rtl="0">
              <a:spcBef>
                <a:spcPts val="0"/>
              </a:spcBef>
              <a:buClr>
                <a:schemeClr val="lt2"/>
              </a:buClr>
              <a:buSzPct val="25000"/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 lang="en-US"/>
          </a:p>
        </p:txBody>
      </p:sp>
      <p:sp>
        <p:nvSpPr>
          <p:cNvPr id="191" name="Shape 191"/>
          <p:cNvSpPr/>
          <p:nvPr/>
        </p:nvSpPr>
        <p:spPr>
          <a:xfrm>
            <a:off x="710600" y="23215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/>
              <a:t>98ca9</a:t>
            </a:r>
          </a:p>
        </p:txBody>
      </p:sp>
      <p:sp>
        <p:nvSpPr>
          <p:cNvPr id="192" name="Shape 192"/>
          <p:cNvSpPr/>
          <p:nvPr/>
        </p:nvSpPr>
        <p:spPr>
          <a:xfrm>
            <a:off x="1893825" y="23215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/>
              <a:t>34ac2</a:t>
            </a:r>
          </a:p>
        </p:txBody>
      </p:sp>
      <p:cxnSp>
        <p:nvCxnSpPr>
          <p:cNvPr id="194" name="Shape 194"/>
          <p:cNvCxnSpPr>
            <a:stCxn id="192" idx="1"/>
            <a:endCxn id="191" idx="3"/>
          </p:cNvCxnSpPr>
          <p:nvPr/>
        </p:nvCxnSpPr>
        <p:spPr>
          <a:xfrm rot="10800000">
            <a:off x="1485225" y="2499250"/>
            <a:ext cx="4086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196" name="Shape 196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546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Merriweather"/>
              <a:buNone/>
            </a:pPr>
            <a:r>
              <a:rPr lang="en-US" dirty="0">
                <a:latin typeface="Merriweather"/>
                <a:ea typeface="Merriweather"/>
                <a:cs typeface="Merriweather"/>
                <a:sym typeface="Merriweather"/>
              </a:rPr>
              <a:t>Save -&gt; auto commit, tag important changes: working1</a:t>
            </a:r>
          </a:p>
        </p:txBody>
      </p:sp>
      <p:sp>
        <p:nvSpPr>
          <p:cNvPr id="197" name="Shape 197"/>
          <p:cNvSpPr/>
          <p:nvPr/>
        </p:nvSpPr>
        <p:spPr>
          <a:xfrm>
            <a:off x="489200" y="48876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/>
              <a:t>98ca9</a:t>
            </a:r>
          </a:p>
        </p:txBody>
      </p:sp>
      <p:sp>
        <p:nvSpPr>
          <p:cNvPr id="198" name="Shape 198"/>
          <p:cNvSpPr/>
          <p:nvPr/>
        </p:nvSpPr>
        <p:spPr>
          <a:xfrm>
            <a:off x="1672425" y="48876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34ac2</a:t>
            </a:r>
          </a:p>
        </p:txBody>
      </p:sp>
      <p:cxnSp>
        <p:nvCxnSpPr>
          <p:cNvPr id="200" name="Shape 200"/>
          <p:cNvCxnSpPr>
            <a:stCxn id="198" idx="1"/>
            <a:endCxn id="197" idx="3"/>
          </p:cNvCxnSpPr>
          <p:nvPr/>
        </p:nvCxnSpPr>
        <p:spPr>
          <a:xfrm rot="10800000">
            <a:off x="1263825" y="5065350"/>
            <a:ext cx="4086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202" name="Shape 202"/>
          <p:cNvSpPr txBox="1"/>
          <p:nvPr/>
        </p:nvSpPr>
        <p:spPr>
          <a:xfrm>
            <a:off x="0" y="1150050"/>
            <a:ext cx="2281125" cy="546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-US" sz="1800" dirty="0"/>
              <a:t>Remote Repository</a:t>
            </a:r>
          </a:p>
        </p:txBody>
      </p:sp>
      <p:sp>
        <p:nvSpPr>
          <p:cNvPr id="203" name="Shape 203"/>
          <p:cNvSpPr txBox="1"/>
          <p:nvPr/>
        </p:nvSpPr>
        <p:spPr>
          <a:xfrm>
            <a:off x="65825" y="3822500"/>
            <a:ext cx="2395950" cy="546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-US" sz="1800" dirty="0"/>
              <a:t>Local Repository</a:t>
            </a:r>
          </a:p>
        </p:txBody>
      </p:sp>
      <p:sp>
        <p:nvSpPr>
          <p:cNvPr id="208" name="Shape 208"/>
          <p:cNvSpPr/>
          <p:nvPr/>
        </p:nvSpPr>
        <p:spPr>
          <a:xfrm>
            <a:off x="1849425" y="1696050"/>
            <a:ext cx="863400" cy="2547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master</a:t>
            </a:r>
          </a:p>
        </p:txBody>
      </p:sp>
      <p:cxnSp>
        <p:nvCxnSpPr>
          <p:cNvPr id="209" name="Shape 209"/>
          <p:cNvCxnSpPr>
            <a:stCxn id="208" idx="2"/>
            <a:endCxn id="192" idx="0"/>
          </p:cNvCxnSpPr>
          <p:nvPr/>
        </p:nvCxnSpPr>
        <p:spPr>
          <a:xfrm>
            <a:off x="2281125" y="1950750"/>
            <a:ext cx="0" cy="37075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215" name="Shape 215"/>
          <p:cNvCxnSpPr/>
          <p:nvPr/>
        </p:nvCxnSpPr>
        <p:spPr>
          <a:xfrm>
            <a:off x="32125" y="3822500"/>
            <a:ext cx="5171700" cy="162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36" name="Shape 204"/>
          <p:cNvSpPr/>
          <p:nvPr/>
        </p:nvSpPr>
        <p:spPr>
          <a:xfrm>
            <a:off x="1249050" y="4268738"/>
            <a:ext cx="1368925" cy="2730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origin/FTR-10</a:t>
            </a:r>
          </a:p>
        </p:txBody>
      </p:sp>
      <p:cxnSp>
        <p:nvCxnSpPr>
          <p:cNvPr id="37" name="Shape 205"/>
          <p:cNvCxnSpPr>
            <a:endCxn id="198" idx="0"/>
          </p:cNvCxnSpPr>
          <p:nvPr/>
        </p:nvCxnSpPr>
        <p:spPr>
          <a:xfrm>
            <a:off x="2059725" y="4541738"/>
            <a:ext cx="0" cy="345862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51" name="Shape 205"/>
          <p:cNvCxnSpPr>
            <a:endCxn id="192" idx="2"/>
          </p:cNvCxnSpPr>
          <p:nvPr/>
        </p:nvCxnSpPr>
        <p:spPr>
          <a:xfrm flipV="1">
            <a:off x="2281125" y="2677000"/>
            <a:ext cx="0" cy="397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41" name="Shape 198"/>
          <p:cNvSpPr/>
          <p:nvPr/>
        </p:nvSpPr>
        <p:spPr>
          <a:xfrm>
            <a:off x="2879962" y="5412739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67def</a:t>
            </a:r>
          </a:p>
        </p:txBody>
      </p:sp>
      <p:cxnSp>
        <p:nvCxnSpPr>
          <p:cNvPr id="42" name="Shape 200"/>
          <p:cNvCxnSpPr>
            <a:stCxn id="41" idx="1"/>
            <a:endCxn id="198" idx="3"/>
          </p:cNvCxnSpPr>
          <p:nvPr/>
        </p:nvCxnSpPr>
        <p:spPr>
          <a:xfrm flipH="1" flipV="1">
            <a:off x="2447025" y="5065350"/>
            <a:ext cx="432937" cy="525139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39" name="Shape 198"/>
          <p:cNvSpPr/>
          <p:nvPr/>
        </p:nvSpPr>
        <p:spPr>
          <a:xfrm>
            <a:off x="3958199" y="5408043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347e4</a:t>
            </a:r>
          </a:p>
        </p:txBody>
      </p:sp>
      <p:cxnSp>
        <p:nvCxnSpPr>
          <p:cNvPr id="40" name="Shape 200"/>
          <p:cNvCxnSpPr>
            <a:endCxn id="41" idx="3"/>
          </p:cNvCxnSpPr>
          <p:nvPr/>
        </p:nvCxnSpPr>
        <p:spPr>
          <a:xfrm flipH="1">
            <a:off x="3654562" y="5590489"/>
            <a:ext cx="269268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43" name="TextBox 42"/>
          <p:cNvSpPr txBox="1"/>
          <p:nvPr/>
        </p:nvSpPr>
        <p:spPr>
          <a:xfrm>
            <a:off x="5765044" y="4018518"/>
            <a:ext cx="2722220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Each save -&gt; auto commit</a:t>
            </a:r>
          </a:p>
          <a:p>
            <a:endParaRPr lang="en-US" dirty="0"/>
          </a:p>
          <a:p>
            <a:r>
              <a:rPr lang="en-US" dirty="0"/>
              <a:t>Tag working commits: </a:t>
            </a:r>
            <a:r>
              <a:rPr lang="en-US" dirty="0" err="1"/>
              <a:t>workingN</a:t>
            </a:r>
            <a:endParaRPr lang="en-US" dirty="0"/>
          </a:p>
        </p:txBody>
      </p:sp>
      <p:sp>
        <p:nvSpPr>
          <p:cNvPr id="46" name="Shape 204"/>
          <p:cNvSpPr/>
          <p:nvPr/>
        </p:nvSpPr>
        <p:spPr>
          <a:xfrm>
            <a:off x="3897956" y="4792942"/>
            <a:ext cx="917438" cy="2730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working1</a:t>
            </a:r>
          </a:p>
        </p:txBody>
      </p:sp>
      <p:cxnSp>
        <p:nvCxnSpPr>
          <p:cNvPr id="47" name="Shape 205"/>
          <p:cNvCxnSpPr>
            <a:stCxn id="46" idx="2"/>
            <a:endCxn id="39" idx="0"/>
          </p:cNvCxnSpPr>
          <p:nvPr/>
        </p:nvCxnSpPr>
        <p:spPr>
          <a:xfrm flipH="1">
            <a:off x="4345499" y="5065942"/>
            <a:ext cx="11176" cy="342101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48" name="Shape 212"/>
          <p:cNvSpPr/>
          <p:nvPr/>
        </p:nvSpPr>
        <p:spPr>
          <a:xfrm>
            <a:off x="4027123" y="6493299"/>
            <a:ext cx="838200" cy="355500"/>
          </a:xfrm>
          <a:prstGeom prst="rect">
            <a:avLst/>
          </a:prstGeom>
          <a:solidFill>
            <a:srgbClr val="666666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>
                <a:solidFill>
                  <a:srgbClr val="FFFFFF"/>
                </a:solidFill>
              </a:rPr>
              <a:t>HEAD</a:t>
            </a:r>
          </a:p>
        </p:txBody>
      </p:sp>
      <p:cxnSp>
        <p:nvCxnSpPr>
          <p:cNvPr id="52" name="Shape 205"/>
          <p:cNvCxnSpPr>
            <a:stCxn id="48" idx="0"/>
          </p:cNvCxnSpPr>
          <p:nvPr/>
        </p:nvCxnSpPr>
        <p:spPr>
          <a:xfrm flipH="1" flipV="1">
            <a:off x="4438718" y="6244815"/>
            <a:ext cx="7505" cy="248484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53" name="Shape 205"/>
          <p:cNvCxnSpPr/>
          <p:nvPr/>
        </p:nvCxnSpPr>
        <p:spPr>
          <a:xfrm flipV="1">
            <a:off x="4377935" y="5765013"/>
            <a:ext cx="11542" cy="266024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54" name="Shape 204"/>
          <p:cNvSpPr/>
          <p:nvPr/>
        </p:nvSpPr>
        <p:spPr>
          <a:xfrm>
            <a:off x="2746238" y="1684576"/>
            <a:ext cx="917438" cy="2730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FTR-8</a:t>
            </a:r>
          </a:p>
        </p:txBody>
      </p:sp>
      <p:cxnSp>
        <p:nvCxnSpPr>
          <p:cNvPr id="55" name="Shape 205"/>
          <p:cNvCxnSpPr>
            <a:stCxn id="54" idx="2"/>
          </p:cNvCxnSpPr>
          <p:nvPr/>
        </p:nvCxnSpPr>
        <p:spPr>
          <a:xfrm flipH="1">
            <a:off x="2276063" y="1957576"/>
            <a:ext cx="928894" cy="344424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56" name="Shape 204"/>
          <p:cNvSpPr/>
          <p:nvPr/>
        </p:nvSpPr>
        <p:spPr>
          <a:xfrm>
            <a:off x="639181" y="1708599"/>
            <a:ext cx="917438" cy="2730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FTR-7</a:t>
            </a:r>
          </a:p>
        </p:txBody>
      </p:sp>
      <p:cxnSp>
        <p:nvCxnSpPr>
          <p:cNvPr id="57" name="Shape 205"/>
          <p:cNvCxnSpPr/>
          <p:nvPr/>
        </p:nvCxnSpPr>
        <p:spPr>
          <a:xfrm flipH="1">
            <a:off x="1086444" y="1981599"/>
            <a:ext cx="10124" cy="344424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44" name="Shape 204"/>
          <p:cNvSpPr/>
          <p:nvPr/>
        </p:nvSpPr>
        <p:spPr>
          <a:xfrm>
            <a:off x="1086444" y="4268738"/>
            <a:ext cx="1531531" cy="2730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origin/fix/FTR-10</a:t>
            </a:r>
          </a:p>
        </p:txBody>
      </p:sp>
      <p:sp>
        <p:nvSpPr>
          <p:cNvPr id="45" name="Shape 204"/>
          <p:cNvSpPr/>
          <p:nvPr/>
        </p:nvSpPr>
        <p:spPr>
          <a:xfrm>
            <a:off x="1667542" y="3074700"/>
            <a:ext cx="1227166" cy="3543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fix/FTR-10</a:t>
            </a:r>
          </a:p>
        </p:txBody>
      </p:sp>
      <p:sp>
        <p:nvSpPr>
          <p:cNvPr id="58" name="Shape 204"/>
          <p:cNvSpPr/>
          <p:nvPr/>
        </p:nvSpPr>
        <p:spPr>
          <a:xfrm>
            <a:off x="3823089" y="6031037"/>
            <a:ext cx="1132775" cy="2547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fix/FTR-10</a:t>
            </a:r>
          </a:p>
        </p:txBody>
      </p:sp>
      <p:sp>
        <p:nvSpPr>
          <p:cNvPr id="2" name="Shape 204">
            <a:extLst>
              <a:ext uri="{FF2B5EF4-FFF2-40B4-BE49-F238E27FC236}">
                <a16:creationId xmlns:a16="http://schemas.microsoft.com/office/drawing/2014/main" id="{DF3B1B67-FAE3-EA4A-9821-5F51BBAB4845}"/>
              </a:ext>
            </a:extLst>
          </p:cNvPr>
          <p:cNvSpPr/>
          <p:nvPr/>
        </p:nvSpPr>
        <p:spPr>
          <a:xfrm>
            <a:off x="2694843" y="4268738"/>
            <a:ext cx="1343757" cy="2730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origin/master</a:t>
            </a:r>
          </a:p>
        </p:txBody>
      </p:sp>
      <p:cxnSp>
        <p:nvCxnSpPr>
          <p:cNvPr id="3" name="Shape 205">
            <a:extLst>
              <a:ext uri="{FF2B5EF4-FFF2-40B4-BE49-F238E27FC236}">
                <a16:creationId xmlns:a16="http://schemas.microsoft.com/office/drawing/2014/main" id="{456BA669-CFE9-A8B0-154A-41BD56A97DBC}"/>
              </a:ext>
            </a:extLst>
          </p:cNvPr>
          <p:cNvCxnSpPr>
            <a:cxnSpLocks/>
            <a:stCxn id="2" idx="2"/>
          </p:cNvCxnSpPr>
          <p:nvPr/>
        </p:nvCxnSpPr>
        <p:spPr>
          <a:xfrm flipH="1">
            <a:off x="2059725" y="4541738"/>
            <a:ext cx="1306997" cy="345862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</p:spTree>
    <p:extLst>
      <p:ext uri="{BB962C8B-B14F-4D97-AF65-F5344CB8AC3E}">
        <p14:creationId xmlns:p14="http://schemas.microsoft.com/office/powerpoint/2010/main" val="19038033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Shape 190"/>
          <p:cNvSpPr txBox="1">
            <a:spLocks noGrp="1"/>
          </p:cNvSpPr>
          <p:nvPr>
            <p:ph type="sldNum" idx="12"/>
          </p:nvPr>
        </p:nvSpPr>
        <p:spPr>
          <a:xfrm>
            <a:off x="8077200" y="6553200"/>
            <a:ext cx="838200" cy="228600"/>
          </a:xfrm>
          <a:prstGeom prst="rect">
            <a:avLst/>
          </a:prstGeom>
        </p:spPr>
        <p:txBody>
          <a:bodyPr wrap="square" lIns="91425" tIns="45700" rIns="91425" bIns="45700" anchor="t" anchorCtr="0">
            <a:noAutofit/>
          </a:bodyPr>
          <a:lstStyle/>
          <a:p>
            <a:pPr lvl="0" rtl="0">
              <a:spcBef>
                <a:spcPts val="0"/>
              </a:spcBef>
              <a:buClr>
                <a:schemeClr val="lt2"/>
              </a:buClr>
              <a:buSzPct val="25000"/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 lang="en-US"/>
          </a:p>
        </p:txBody>
      </p:sp>
      <p:sp>
        <p:nvSpPr>
          <p:cNvPr id="191" name="Shape 191"/>
          <p:cNvSpPr/>
          <p:nvPr/>
        </p:nvSpPr>
        <p:spPr>
          <a:xfrm>
            <a:off x="710600" y="23215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/>
              <a:t>98ca9</a:t>
            </a:r>
          </a:p>
        </p:txBody>
      </p:sp>
      <p:sp>
        <p:nvSpPr>
          <p:cNvPr id="192" name="Shape 192"/>
          <p:cNvSpPr/>
          <p:nvPr/>
        </p:nvSpPr>
        <p:spPr>
          <a:xfrm>
            <a:off x="1893825" y="23215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/>
              <a:t>34ac2</a:t>
            </a:r>
          </a:p>
        </p:txBody>
      </p:sp>
      <p:cxnSp>
        <p:nvCxnSpPr>
          <p:cNvPr id="194" name="Shape 194"/>
          <p:cNvCxnSpPr>
            <a:stCxn id="192" idx="1"/>
            <a:endCxn id="191" idx="3"/>
          </p:cNvCxnSpPr>
          <p:nvPr/>
        </p:nvCxnSpPr>
        <p:spPr>
          <a:xfrm rot="10800000">
            <a:off x="1485225" y="2499250"/>
            <a:ext cx="4086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196" name="Shape 196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9906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Merriweather"/>
              <a:buNone/>
            </a:pPr>
            <a:r>
              <a:rPr lang="en-US" dirty="0">
                <a:latin typeface="Merriweather"/>
                <a:ea typeface="Merriweather"/>
                <a:cs typeface="Merriweather"/>
                <a:sym typeface="Merriweather"/>
              </a:rPr>
              <a:t>Making how many auto commits as needed, tagging as needed working2</a:t>
            </a:r>
          </a:p>
        </p:txBody>
      </p:sp>
      <p:sp>
        <p:nvSpPr>
          <p:cNvPr id="197" name="Shape 197"/>
          <p:cNvSpPr/>
          <p:nvPr/>
        </p:nvSpPr>
        <p:spPr>
          <a:xfrm>
            <a:off x="489200" y="48876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/>
              <a:t>98ca9</a:t>
            </a:r>
          </a:p>
        </p:txBody>
      </p:sp>
      <p:sp>
        <p:nvSpPr>
          <p:cNvPr id="198" name="Shape 198"/>
          <p:cNvSpPr/>
          <p:nvPr/>
        </p:nvSpPr>
        <p:spPr>
          <a:xfrm>
            <a:off x="1672425" y="48876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34ac2</a:t>
            </a:r>
          </a:p>
        </p:txBody>
      </p:sp>
      <p:cxnSp>
        <p:nvCxnSpPr>
          <p:cNvPr id="200" name="Shape 200"/>
          <p:cNvCxnSpPr>
            <a:stCxn id="198" idx="1"/>
            <a:endCxn id="197" idx="3"/>
          </p:cNvCxnSpPr>
          <p:nvPr/>
        </p:nvCxnSpPr>
        <p:spPr>
          <a:xfrm rot="10800000">
            <a:off x="1263825" y="5065350"/>
            <a:ext cx="4086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202" name="Shape 202"/>
          <p:cNvSpPr txBox="1"/>
          <p:nvPr/>
        </p:nvSpPr>
        <p:spPr>
          <a:xfrm>
            <a:off x="0" y="1150050"/>
            <a:ext cx="2281125" cy="546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-US" sz="1800" dirty="0"/>
              <a:t>Remote Repository</a:t>
            </a:r>
          </a:p>
        </p:txBody>
      </p:sp>
      <p:sp>
        <p:nvSpPr>
          <p:cNvPr id="203" name="Shape 203"/>
          <p:cNvSpPr txBox="1"/>
          <p:nvPr/>
        </p:nvSpPr>
        <p:spPr>
          <a:xfrm>
            <a:off x="65825" y="3822500"/>
            <a:ext cx="2395950" cy="546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-US" sz="1800" dirty="0"/>
              <a:t>Local Repository</a:t>
            </a:r>
          </a:p>
        </p:txBody>
      </p:sp>
      <p:sp>
        <p:nvSpPr>
          <p:cNvPr id="204" name="Shape 204"/>
          <p:cNvSpPr/>
          <p:nvPr/>
        </p:nvSpPr>
        <p:spPr>
          <a:xfrm>
            <a:off x="2694843" y="4268738"/>
            <a:ext cx="1343757" cy="2730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origin/master</a:t>
            </a:r>
          </a:p>
        </p:txBody>
      </p:sp>
      <p:cxnSp>
        <p:nvCxnSpPr>
          <p:cNvPr id="205" name="Shape 205"/>
          <p:cNvCxnSpPr>
            <a:cxnSpLocks/>
            <a:stCxn id="204" idx="2"/>
            <a:endCxn id="198" idx="0"/>
          </p:cNvCxnSpPr>
          <p:nvPr/>
        </p:nvCxnSpPr>
        <p:spPr>
          <a:xfrm flipH="1">
            <a:off x="2059725" y="4541738"/>
            <a:ext cx="1306997" cy="345862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208" name="Shape 208"/>
          <p:cNvSpPr/>
          <p:nvPr/>
        </p:nvSpPr>
        <p:spPr>
          <a:xfrm>
            <a:off x="1849425" y="1696050"/>
            <a:ext cx="863400" cy="2547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master</a:t>
            </a:r>
          </a:p>
        </p:txBody>
      </p:sp>
      <p:cxnSp>
        <p:nvCxnSpPr>
          <p:cNvPr id="209" name="Shape 209"/>
          <p:cNvCxnSpPr>
            <a:stCxn id="208" idx="2"/>
            <a:endCxn id="192" idx="0"/>
          </p:cNvCxnSpPr>
          <p:nvPr/>
        </p:nvCxnSpPr>
        <p:spPr>
          <a:xfrm>
            <a:off x="2281125" y="1950750"/>
            <a:ext cx="0" cy="37075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215" name="Shape 215"/>
          <p:cNvCxnSpPr/>
          <p:nvPr/>
        </p:nvCxnSpPr>
        <p:spPr>
          <a:xfrm>
            <a:off x="32125" y="3822500"/>
            <a:ext cx="5171700" cy="162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37" name="Shape 205"/>
          <p:cNvCxnSpPr>
            <a:endCxn id="198" idx="0"/>
          </p:cNvCxnSpPr>
          <p:nvPr/>
        </p:nvCxnSpPr>
        <p:spPr>
          <a:xfrm>
            <a:off x="2059725" y="4541738"/>
            <a:ext cx="0" cy="345862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51" name="Shape 205"/>
          <p:cNvCxnSpPr>
            <a:endCxn id="192" idx="2"/>
          </p:cNvCxnSpPr>
          <p:nvPr/>
        </p:nvCxnSpPr>
        <p:spPr>
          <a:xfrm flipV="1">
            <a:off x="2281125" y="2677000"/>
            <a:ext cx="0" cy="397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31" name="Shape 212"/>
          <p:cNvSpPr/>
          <p:nvPr/>
        </p:nvSpPr>
        <p:spPr>
          <a:xfrm>
            <a:off x="5278426" y="6477288"/>
            <a:ext cx="838200" cy="355500"/>
          </a:xfrm>
          <a:prstGeom prst="rect">
            <a:avLst/>
          </a:prstGeom>
          <a:solidFill>
            <a:srgbClr val="666666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>
                <a:solidFill>
                  <a:srgbClr val="FFFFFF"/>
                </a:solidFill>
              </a:rPr>
              <a:t>HEAD</a:t>
            </a:r>
          </a:p>
        </p:txBody>
      </p:sp>
      <p:cxnSp>
        <p:nvCxnSpPr>
          <p:cNvPr id="34" name="Shape 205"/>
          <p:cNvCxnSpPr>
            <a:stCxn id="31" idx="0"/>
          </p:cNvCxnSpPr>
          <p:nvPr/>
        </p:nvCxnSpPr>
        <p:spPr>
          <a:xfrm flipH="1" flipV="1">
            <a:off x="5690021" y="6228804"/>
            <a:ext cx="7505" cy="248484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41" name="Shape 198"/>
          <p:cNvSpPr/>
          <p:nvPr/>
        </p:nvSpPr>
        <p:spPr>
          <a:xfrm>
            <a:off x="2879962" y="5412739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67def</a:t>
            </a:r>
          </a:p>
        </p:txBody>
      </p:sp>
      <p:cxnSp>
        <p:nvCxnSpPr>
          <p:cNvPr id="42" name="Shape 200"/>
          <p:cNvCxnSpPr>
            <a:stCxn id="41" idx="1"/>
            <a:endCxn id="198" idx="3"/>
          </p:cNvCxnSpPr>
          <p:nvPr/>
        </p:nvCxnSpPr>
        <p:spPr>
          <a:xfrm flipH="1" flipV="1">
            <a:off x="2447025" y="5065350"/>
            <a:ext cx="432937" cy="525139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45" name="Shape 205"/>
          <p:cNvCxnSpPr/>
          <p:nvPr/>
        </p:nvCxnSpPr>
        <p:spPr>
          <a:xfrm flipV="1">
            <a:off x="5629238" y="5749002"/>
            <a:ext cx="11542" cy="266024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39" name="Shape 198"/>
          <p:cNvSpPr/>
          <p:nvPr/>
        </p:nvSpPr>
        <p:spPr>
          <a:xfrm>
            <a:off x="3958199" y="5408043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347e4</a:t>
            </a:r>
          </a:p>
        </p:txBody>
      </p:sp>
      <p:cxnSp>
        <p:nvCxnSpPr>
          <p:cNvPr id="40" name="Shape 200"/>
          <p:cNvCxnSpPr>
            <a:endCxn id="41" idx="3"/>
          </p:cNvCxnSpPr>
          <p:nvPr/>
        </p:nvCxnSpPr>
        <p:spPr>
          <a:xfrm flipH="1">
            <a:off x="3654562" y="5590489"/>
            <a:ext cx="269268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2" name="Flowchart: Multidocument 1"/>
          <p:cNvSpPr/>
          <p:nvPr/>
        </p:nvSpPr>
        <p:spPr>
          <a:xfrm>
            <a:off x="5105400" y="5424314"/>
            <a:ext cx="999626" cy="459574"/>
          </a:xfrm>
          <a:custGeom>
            <a:avLst/>
            <a:gdLst>
              <a:gd name="connsiteX0" fmla="*/ 0 w 21600"/>
              <a:gd name="connsiteY0" fmla="*/ 20782 h 21600"/>
              <a:gd name="connsiteX1" fmla="*/ 18595 w 21600"/>
              <a:gd name="connsiteY1" fmla="*/ 18022 h 21600"/>
              <a:gd name="connsiteX2" fmla="*/ 18595 w 21600"/>
              <a:gd name="connsiteY2" fmla="*/ 3675 h 21600"/>
              <a:gd name="connsiteX3" fmla="*/ 0 w 21600"/>
              <a:gd name="connsiteY3" fmla="*/ 3675 h 21600"/>
              <a:gd name="connsiteX4" fmla="*/ 0 w 21600"/>
              <a:gd name="connsiteY4" fmla="*/ 20782 h 21600"/>
              <a:gd name="connsiteX5" fmla="*/ 1532 w 21600"/>
              <a:gd name="connsiteY5" fmla="*/ 3675 h 21600"/>
              <a:gd name="connsiteX6" fmla="*/ 1532 w 21600"/>
              <a:gd name="connsiteY6" fmla="*/ 1815 h 21600"/>
              <a:gd name="connsiteX7" fmla="*/ 20000 w 21600"/>
              <a:gd name="connsiteY7" fmla="*/ 1815 h 21600"/>
              <a:gd name="connsiteX8" fmla="*/ 20000 w 21600"/>
              <a:gd name="connsiteY8" fmla="*/ 16252 h 21600"/>
              <a:gd name="connsiteX9" fmla="*/ 18595 w 21600"/>
              <a:gd name="connsiteY9" fmla="*/ 16352 h 21600"/>
              <a:gd name="connsiteX10" fmla="*/ 18595 w 21600"/>
              <a:gd name="connsiteY10" fmla="*/ 3675 h 21600"/>
              <a:gd name="connsiteX11" fmla="*/ 1532 w 21600"/>
              <a:gd name="connsiteY11" fmla="*/ 3675 h 21600"/>
              <a:gd name="connsiteX12" fmla="*/ 2972 w 21600"/>
              <a:gd name="connsiteY12" fmla="*/ 1815 h 21600"/>
              <a:gd name="connsiteX13" fmla="*/ 2972 w 21600"/>
              <a:gd name="connsiteY13" fmla="*/ 0 h 21600"/>
              <a:gd name="connsiteX14" fmla="*/ 21600 w 21600"/>
              <a:gd name="connsiteY14" fmla="*/ 0 h 21600"/>
              <a:gd name="connsiteX15" fmla="*/ 21600 w 21600"/>
              <a:gd name="connsiteY15" fmla="*/ 14392 h 21600"/>
              <a:gd name="connsiteX16" fmla="*/ 20000 w 21600"/>
              <a:gd name="connsiteY16" fmla="*/ 14467 h 21600"/>
              <a:gd name="connsiteX17" fmla="*/ 20000 w 21600"/>
              <a:gd name="connsiteY17" fmla="*/ 1815 h 21600"/>
              <a:gd name="connsiteX18" fmla="*/ 2972 w 21600"/>
              <a:gd name="connsiteY18" fmla="*/ 1815 h 21600"/>
              <a:gd name="connsiteX0" fmla="*/ 0 w 21600"/>
              <a:gd name="connsiteY0" fmla="*/ 3675 h 21600"/>
              <a:gd name="connsiteX1" fmla="*/ 18595 w 21600"/>
              <a:gd name="connsiteY1" fmla="*/ 3675 h 21600"/>
              <a:gd name="connsiteX2" fmla="*/ 18595 w 21600"/>
              <a:gd name="connsiteY2" fmla="*/ 18022 h 21600"/>
              <a:gd name="connsiteX3" fmla="*/ 0 w 21600"/>
              <a:gd name="connsiteY3" fmla="*/ 20782 h 21600"/>
              <a:gd name="connsiteX4" fmla="*/ 0 w 21600"/>
              <a:gd name="connsiteY4" fmla="*/ 3675 h 21600"/>
              <a:gd name="connsiteX5" fmla="*/ 1532 w 21600"/>
              <a:gd name="connsiteY5" fmla="*/ 3675 h 21600"/>
              <a:gd name="connsiteX6" fmla="*/ 1532 w 21600"/>
              <a:gd name="connsiteY6" fmla="*/ 1815 h 21600"/>
              <a:gd name="connsiteX7" fmla="*/ 20000 w 21600"/>
              <a:gd name="connsiteY7" fmla="*/ 1815 h 21600"/>
              <a:gd name="connsiteX8" fmla="*/ 20000 w 21600"/>
              <a:gd name="connsiteY8" fmla="*/ 16252 h 21600"/>
              <a:gd name="connsiteX9" fmla="*/ 18595 w 21600"/>
              <a:gd name="connsiteY9" fmla="*/ 16352 h 21600"/>
              <a:gd name="connsiteX10" fmla="*/ 2972 w 21600"/>
              <a:gd name="connsiteY10" fmla="*/ 1815 h 21600"/>
              <a:gd name="connsiteX11" fmla="*/ 2972 w 21600"/>
              <a:gd name="connsiteY11" fmla="*/ 0 h 21600"/>
              <a:gd name="connsiteX12" fmla="*/ 21600 w 21600"/>
              <a:gd name="connsiteY12" fmla="*/ 0 h 21600"/>
              <a:gd name="connsiteX13" fmla="*/ 21600 w 21600"/>
              <a:gd name="connsiteY13" fmla="*/ 14392 h 21600"/>
              <a:gd name="connsiteX14" fmla="*/ 20000 w 21600"/>
              <a:gd name="connsiteY14" fmla="*/ 14467 h 21600"/>
              <a:gd name="connsiteX0" fmla="*/ 0 w 21600"/>
              <a:gd name="connsiteY0" fmla="*/ 20782 h 21600"/>
              <a:gd name="connsiteX1" fmla="*/ 18595 w 21600"/>
              <a:gd name="connsiteY1" fmla="*/ 18022 h 21600"/>
              <a:gd name="connsiteX2" fmla="*/ 18595 w 21600"/>
              <a:gd name="connsiteY2" fmla="*/ 16352 h 21600"/>
              <a:gd name="connsiteX3" fmla="*/ 20000 w 21600"/>
              <a:gd name="connsiteY3" fmla="*/ 16252 h 21600"/>
              <a:gd name="connsiteX4" fmla="*/ 20000 w 21600"/>
              <a:gd name="connsiteY4" fmla="*/ 14467 h 21600"/>
              <a:gd name="connsiteX5" fmla="*/ 21600 w 21600"/>
              <a:gd name="connsiteY5" fmla="*/ 14392 h 21600"/>
              <a:gd name="connsiteX6" fmla="*/ 21600 w 21600"/>
              <a:gd name="connsiteY6" fmla="*/ 0 h 21600"/>
              <a:gd name="connsiteX7" fmla="*/ 2972 w 21600"/>
              <a:gd name="connsiteY7" fmla="*/ 0 h 21600"/>
              <a:gd name="connsiteX8" fmla="*/ 2972 w 21600"/>
              <a:gd name="connsiteY8" fmla="*/ 1815 h 21600"/>
              <a:gd name="connsiteX9" fmla="*/ 1532 w 21600"/>
              <a:gd name="connsiteY9" fmla="*/ 1815 h 21600"/>
              <a:gd name="connsiteX10" fmla="*/ 1532 w 21600"/>
              <a:gd name="connsiteY10" fmla="*/ 3675 h 21600"/>
              <a:gd name="connsiteX11" fmla="*/ 0 w 21600"/>
              <a:gd name="connsiteY11" fmla="*/ 3675 h 21600"/>
              <a:gd name="connsiteX12" fmla="*/ 0 w 21600"/>
              <a:gd name="connsiteY12" fmla="*/ 20782 h 21600"/>
              <a:gd name="connsiteX0" fmla="*/ 0 w 21600"/>
              <a:gd name="connsiteY0" fmla="*/ 20782 h 25763"/>
              <a:gd name="connsiteX1" fmla="*/ 18595 w 21600"/>
              <a:gd name="connsiteY1" fmla="*/ 18022 h 25763"/>
              <a:gd name="connsiteX2" fmla="*/ 18595 w 21600"/>
              <a:gd name="connsiteY2" fmla="*/ 3675 h 25763"/>
              <a:gd name="connsiteX3" fmla="*/ 0 w 21600"/>
              <a:gd name="connsiteY3" fmla="*/ 3675 h 25763"/>
              <a:gd name="connsiteX4" fmla="*/ 0 w 21600"/>
              <a:gd name="connsiteY4" fmla="*/ 20782 h 25763"/>
              <a:gd name="connsiteX5" fmla="*/ 1532 w 21600"/>
              <a:gd name="connsiteY5" fmla="*/ 3675 h 25763"/>
              <a:gd name="connsiteX6" fmla="*/ 1532 w 21600"/>
              <a:gd name="connsiteY6" fmla="*/ 1815 h 25763"/>
              <a:gd name="connsiteX7" fmla="*/ 20000 w 21600"/>
              <a:gd name="connsiteY7" fmla="*/ 1815 h 25763"/>
              <a:gd name="connsiteX8" fmla="*/ 20000 w 21600"/>
              <a:gd name="connsiteY8" fmla="*/ 16252 h 25763"/>
              <a:gd name="connsiteX9" fmla="*/ 18595 w 21600"/>
              <a:gd name="connsiteY9" fmla="*/ 16352 h 25763"/>
              <a:gd name="connsiteX10" fmla="*/ 18595 w 21600"/>
              <a:gd name="connsiteY10" fmla="*/ 3675 h 25763"/>
              <a:gd name="connsiteX11" fmla="*/ 1532 w 21600"/>
              <a:gd name="connsiteY11" fmla="*/ 3675 h 25763"/>
              <a:gd name="connsiteX12" fmla="*/ 2972 w 21600"/>
              <a:gd name="connsiteY12" fmla="*/ 1815 h 25763"/>
              <a:gd name="connsiteX13" fmla="*/ 2972 w 21600"/>
              <a:gd name="connsiteY13" fmla="*/ 0 h 25763"/>
              <a:gd name="connsiteX14" fmla="*/ 21600 w 21600"/>
              <a:gd name="connsiteY14" fmla="*/ 0 h 25763"/>
              <a:gd name="connsiteX15" fmla="*/ 21600 w 21600"/>
              <a:gd name="connsiteY15" fmla="*/ 14392 h 25763"/>
              <a:gd name="connsiteX16" fmla="*/ 20000 w 21600"/>
              <a:gd name="connsiteY16" fmla="*/ 14467 h 25763"/>
              <a:gd name="connsiteX17" fmla="*/ 20000 w 21600"/>
              <a:gd name="connsiteY17" fmla="*/ 1815 h 25763"/>
              <a:gd name="connsiteX18" fmla="*/ 2972 w 21600"/>
              <a:gd name="connsiteY18" fmla="*/ 1815 h 25763"/>
              <a:gd name="connsiteX0" fmla="*/ 0 w 21600"/>
              <a:gd name="connsiteY0" fmla="*/ 3675 h 25763"/>
              <a:gd name="connsiteX1" fmla="*/ 18595 w 21600"/>
              <a:gd name="connsiteY1" fmla="*/ 3675 h 25763"/>
              <a:gd name="connsiteX2" fmla="*/ 18595 w 21600"/>
              <a:gd name="connsiteY2" fmla="*/ 18022 h 25763"/>
              <a:gd name="connsiteX3" fmla="*/ 0 w 21600"/>
              <a:gd name="connsiteY3" fmla="*/ 20782 h 25763"/>
              <a:gd name="connsiteX4" fmla="*/ 0 w 21600"/>
              <a:gd name="connsiteY4" fmla="*/ 3675 h 25763"/>
              <a:gd name="connsiteX5" fmla="*/ 1532 w 21600"/>
              <a:gd name="connsiteY5" fmla="*/ 3675 h 25763"/>
              <a:gd name="connsiteX6" fmla="*/ 1532 w 21600"/>
              <a:gd name="connsiteY6" fmla="*/ 1815 h 25763"/>
              <a:gd name="connsiteX7" fmla="*/ 20000 w 21600"/>
              <a:gd name="connsiteY7" fmla="*/ 1815 h 25763"/>
              <a:gd name="connsiteX8" fmla="*/ 20000 w 21600"/>
              <a:gd name="connsiteY8" fmla="*/ 16252 h 25763"/>
              <a:gd name="connsiteX9" fmla="*/ 18595 w 21600"/>
              <a:gd name="connsiteY9" fmla="*/ 16352 h 25763"/>
              <a:gd name="connsiteX10" fmla="*/ 2972 w 21600"/>
              <a:gd name="connsiteY10" fmla="*/ 1815 h 25763"/>
              <a:gd name="connsiteX11" fmla="*/ 2972 w 21600"/>
              <a:gd name="connsiteY11" fmla="*/ 0 h 25763"/>
              <a:gd name="connsiteX12" fmla="*/ 21600 w 21600"/>
              <a:gd name="connsiteY12" fmla="*/ 0 h 25763"/>
              <a:gd name="connsiteX13" fmla="*/ 21600 w 21600"/>
              <a:gd name="connsiteY13" fmla="*/ 14392 h 25763"/>
              <a:gd name="connsiteX14" fmla="*/ 20000 w 21600"/>
              <a:gd name="connsiteY14" fmla="*/ 14467 h 25763"/>
              <a:gd name="connsiteX0" fmla="*/ 0 w 21600"/>
              <a:gd name="connsiteY0" fmla="*/ 20782 h 25763"/>
              <a:gd name="connsiteX1" fmla="*/ 18595 w 21600"/>
              <a:gd name="connsiteY1" fmla="*/ 18022 h 25763"/>
              <a:gd name="connsiteX2" fmla="*/ 18873 w 21600"/>
              <a:gd name="connsiteY2" fmla="*/ 25738 h 25763"/>
              <a:gd name="connsiteX3" fmla="*/ 20000 w 21600"/>
              <a:gd name="connsiteY3" fmla="*/ 16252 h 25763"/>
              <a:gd name="connsiteX4" fmla="*/ 20000 w 21600"/>
              <a:gd name="connsiteY4" fmla="*/ 14467 h 25763"/>
              <a:gd name="connsiteX5" fmla="*/ 21600 w 21600"/>
              <a:gd name="connsiteY5" fmla="*/ 14392 h 25763"/>
              <a:gd name="connsiteX6" fmla="*/ 21600 w 21600"/>
              <a:gd name="connsiteY6" fmla="*/ 0 h 25763"/>
              <a:gd name="connsiteX7" fmla="*/ 2972 w 21600"/>
              <a:gd name="connsiteY7" fmla="*/ 0 h 25763"/>
              <a:gd name="connsiteX8" fmla="*/ 2972 w 21600"/>
              <a:gd name="connsiteY8" fmla="*/ 1815 h 25763"/>
              <a:gd name="connsiteX9" fmla="*/ 1532 w 21600"/>
              <a:gd name="connsiteY9" fmla="*/ 1815 h 25763"/>
              <a:gd name="connsiteX10" fmla="*/ 1532 w 21600"/>
              <a:gd name="connsiteY10" fmla="*/ 3675 h 25763"/>
              <a:gd name="connsiteX11" fmla="*/ 0 w 21600"/>
              <a:gd name="connsiteY11" fmla="*/ 3675 h 25763"/>
              <a:gd name="connsiteX12" fmla="*/ 0 w 21600"/>
              <a:gd name="connsiteY12" fmla="*/ 20782 h 25763"/>
              <a:gd name="connsiteX0" fmla="*/ 0 w 21600"/>
              <a:gd name="connsiteY0" fmla="*/ 20782 h 26547"/>
              <a:gd name="connsiteX1" fmla="*/ 18595 w 21600"/>
              <a:gd name="connsiteY1" fmla="*/ 18022 h 26547"/>
              <a:gd name="connsiteX2" fmla="*/ 18595 w 21600"/>
              <a:gd name="connsiteY2" fmla="*/ 3675 h 26547"/>
              <a:gd name="connsiteX3" fmla="*/ 0 w 21600"/>
              <a:gd name="connsiteY3" fmla="*/ 3675 h 26547"/>
              <a:gd name="connsiteX4" fmla="*/ 0 w 21600"/>
              <a:gd name="connsiteY4" fmla="*/ 20782 h 26547"/>
              <a:gd name="connsiteX5" fmla="*/ 1532 w 21600"/>
              <a:gd name="connsiteY5" fmla="*/ 3675 h 26547"/>
              <a:gd name="connsiteX6" fmla="*/ 1532 w 21600"/>
              <a:gd name="connsiteY6" fmla="*/ 1815 h 26547"/>
              <a:gd name="connsiteX7" fmla="*/ 20000 w 21600"/>
              <a:gd name="connsiteY7" fmla="*/ 1815 h 26547"/>
              <a:gd name="connsiteX8" fmla="*/ 20000 w 21600"/>
              <a:gd name="connsiteY8" fmla="*/ 16252 h 26547"/>
              <a:gd name="connsiteX9" fmla="*/ 18595 w 21600"/>
              <a:gd name="connsiteY9" fmla="*/ 16352 h 26547"/>
              <a:gd name="connsiteX10" fmla="*/ 18595 w 21600"/>
              <a:gd name="connsiteY10" fmla="*/ 3675 h 26547"/>
              <a:gd name="connsiteX11" fmla="*/ 1532 w 21600"/>
              <a:gd name="connsiteY11" fmla="*/ 3675 h 26547"/>
              <a:gd name="connsiteX12" fmla="*/ 2972 w 21600"/>
              <a:gd name="connsiteY12" fmla="*/ 1815 h 26547"/>
              <a:gd name="connsiteX13" fmla="*/ 2972 w 21600"/>
              <a:gd name="connsiteY13" fmla="*/ 0 h 26547"/>
              <a:gd name="connsiteX14" fmla="*/ 21600 w 21600"/>
              <a:gd name="connsiteY14" fmla="*/ 0 h 26547"/>
              <a:gd name="connsiteX15" fmla="*/ 21600 w 21600"/>
              <a:gd name="connsiteY15" fmla="*/ 14392 h 26547"/>
              <a:gd name="connsiteX16" fmla="*/ 20000 w 21600"/>
              <a:gd name="connsiteY16" fmla="*/ 14467 h 26547"/>
              <a:gd name="connsiteX17" fmla="*/ 20000 w 21600"/>
              <a:gd name="connsiteY17" fmla="*/ 1815 h 26547"/>
              <a:gd name="connsiteX18" fmla="*/ 2972 w 21600"/>
              <a:gd name="connsiteY18" fmla="*/ 1815 h 26547"/>
              <a:gd name="connsiteX0" fmla="*/ 0 w 21600"/>
              <a:gd name="connsiteY0" fmla="*/ 3675 h 26547"/>
              <a:gd name="connsiteX1" fmla="*/ 18595 w 21600"/>
              <a:gd name="connsiteY1" fmla="*/ 3675 h 26547"/>
              <a:gd name="connsiteX2" fmla="*/ 18595 w 21600"/>
              <a:gd name="connsiteY2" fmla="*/ 18022 h 26547"/>
              <a:gd name="connsiteX3" fmla="*/ 0 w 21600"/>
              <a:gd name="connsiteY3" fmla="*/ 20782 h 26547"/>
              <a:gd name="connsiteX4" fmla="*/ 0 w 21600"/>
              <a:gd name="connsiteY4" fmla="*/ 3675 h 26547"/>
              <a:gd name="connsiteX5" fmla="*/ 1532 w 21600"/>
              <a:gd name="connsiteY5" fmla="*/ 3675 h 26547"/>
              <a:gd name="connsiteX6" fmla="*/ 1532 w 21600"/>
              <a:gd name="connsiteY6" fmla="*/ 1815 h 26547"/>
              <a:gd name="connsiteX7" fmla="*/ 20000 w 21600"/>
              <a:gd name="connsiteY7" fmla="*/ 1815 h 26547"/>
              <a:gd name="connsiteX8" fmla="*/ 20000 w 21600"/>
              <a:gd name="connsiteY8" fmla="*/ 16252 h 26547"/>
              <a:gd name="connsiteX9" fmla="*/ 18595 w 21600"/>
              <a:gd name="connsiteY9" fmla="*/ 16352 h 26547"/>
              <a:gd name="connsiteX10" fmla="*/ 2972 w 21600"/>
              <a:gd name="connsiteY10" fmla="*/ 1815 h 26547"/>
              <a:gd name="connsiteX11" fmla="*/ 2972 w 21600"/>
              <a:gd name="connsiteY11" fmla="*/ 0 h 26547"/>
              <a:gd name="connsiteX12" fmla="*/ 21600 w 21600"/>
              <a:gd name="connsiteY12" fmla="*/ 0 h 26547"/>
              <a:gd name="connsiteX13" fmla="*/ 21600 w 21600"/>
              <a:gd name="connsiteY13" fmla="*/ 14392 h 26547"/>
              <a:gd name="connsiteX14" fmla="*/ 20000 w 21600"/>
              <a:gd name="connsiteY14" fmla="*/ 14467 h 26547"/>
              <a:gd name="connsiteX0" fmla="*/ 0 w 21600"/>
              <a:gd name="connsiteY0" fmla="*/ 20782 h 26547"/>
              <a:gd name="connsiteX1" fmla="*/ 9817 w 21600"/>
              <a:gd name="connsiteY1" fmla="*/ 26506 h 26547"/>
              <a:gd name="connsiteX2" fmla="*/ 18595 w 21600"/>
              <a:gd name="connsiteY2" fmla="*/ 18022 h 26547"/>
              <a:gd name="connsiteX3" fmla="*/ 18873 w 21600"/>
              <a:gd name="connsiteY3" fmla="*/ 25738 h 26547"/>
              <a:gd name="connsiteX4" fmla="*/ 20000 w 21600"/>
              <a:gd name="connsiteY4" fmla="*/ 16252 h 26547"/>
              <a:gd name="connsiteX5" fmla="*/ 20000 w 21600"/>
              <a:gd name="connsiteY5" fmla="*/ 14467 h 26547"/>
              <a:gd name="connsiteX6" fmla="*/ 21600 w 21600"/>
              <a:gd name="connsiteY6" fmla="*/ 14392 h 26547"/>
              <a:gd name="connsiteX7" fmla="*/ 21600 w 21600"/>
              <a:gd name="connsiteY7" fmla="*/ 0 h 26547"/>
              <a:gd name="connsiteX8" fmla="*/ 2972 w 21600"/>
              <a:gd name="connsiteY8" fmla="*/ 0 h 26547"/>
              <a:gd name="connsiteX9" fmla="*/ 2972 w 21600"/>
              <a:gd name="connsiteY9" fmla="*/ 1815 h 26547"/>
              <a:gd name="connsiteX10" fmla="*/ 1532 w 21600"/>
              <a:gd name="connsiteY10" fmla="*/ 1815 h 26547"/>
              <a:gd name="connsiteX11" fmla="*/ 1532 w 21600"/>
              <a:gd name="connsiteY11" fmla="*/ 3675 h 26547"/>
              <a:gd name="connsiteX12" fmla="*/ 0 w 21600"/>
              <a:gd name="connsiteY12" fmla="*/ 3675 h 26547"/>
              <a:gd name="connsiteX13" fmla="*/ 0 w 21600"/>
              <a:gd name="connsiteY13" fmla="*/ 20782 h 26547"/>
              <a:gd name="connsiteX0" fmla="*/ 0 w 21600"/>
              <a:gd name="connsiteY0" fmla="*/ 20782 h 25763"/>
              <a:gd name="connsiteX1" fmla="*/ 18595 w 21600"/>
              <a:gd name="connsiteY1" fmla="*/ 18022 h 25763"/>
              <a:gd name="connsiteX2" fmla="*/ 18595 w 21600"/>
              <a:gd name="connsiteY2" fmla="*/ 3675 h 25763"/>
              <a:gd name="connsiteX3" fmla="*/ 0 w 21600"/>
              <a:gd name="connsiteY3" fmla="*/ 3675 h 25763"/>
              <a:gd name="connsiteX4" fmla="*/ 0 w 21600"/>
              <a:gd name="connsiteY4" fmla="*/ 20782 h 25763"/>
              <a:gd name="connsiteX5" fmla="*/ 1532 w 21600"/>
              <a:gd name="connsiteY5" fmla="*/ 3675 h 25763"/>
              <a:gd name="connsiteX6" fmla="*/ 1532 w 21600"/>
              <a:gd name="connsiteY6" fmla="*/ 1815 h 25763"/>
              <a:gd name="connsiteX7" fmla="*/ 20000 w 21600"/>
              <a:gd name="connsiteY7" fmla="*/ 1815 h 25763"/>
              <a:gd name="connsiteX8" fmla="*/ 20000 w 21600"/>
              <a:gd name="connsiteY8" fmla="*/ 16252 h 25763"/>
              <a:gd name="connsiteX9" fmla="*/ 18595 w 21600"/>
              <a:gd name="connsiteY9" fmla="*/ 16352 h 25763"/>
              <a:gd name="connsiteX10" fmla="*/ 18595 w 21600"/>
              <a:gd name="connsiteY10" fmla="*/ 3675 h 25763"/>
              <a:gd name="connsiteX11" fmla="*/ 1532 w 21600"/>
              <a:gd name="connsiteY11" fmla="*/ 3675 h 25763"/>
              <a:gd name="connsiteX12" fmla="*/ 2972 w 21600"/>
              <a:gd name="connsiteY12" fmla="*/ 1815 h 25763"/>
              <a:gd name="connsiteX13" fmla="*/ 2972 w 21600"/>
              <a:gd name="connsiteY13" fmla="*/ 0 h 25763"/>
              <a:gd name="connsiteX14" fmla="*/ 21600 w 21600"/>
              <a:gd name="connsiteY14" fmla="*/ 0 h 25763"/>
              <a:gd name="connsiteX15" fmla="*/ 21600 w 21600"/>
              <a:gd name="connsiteY15" fmla="*/ 14392 h 25763"/>
              <a:gd name="connsiteX16" fmla="*/ 20000 w 21600"/>
              <a:gd name="connsiteY16" fmla="*/ 14467 h 25763"/>
              <a:gd name="connsiteX17" fmla="*/ 20000 w 21600"/>
              <a:gd name="connsiteY17" fmla="*/ 1815 h 25763"/>
              <a:gd name="connsiteX18" fmla="*/ 2972 w 21600"/>
              <a:gd name="connsiteY18" fmla="*/ 1815 h 25763"/>
              <a:gd name="connsiteX0" fmla="*/ 0 w 21600"/>
              <a:gd name="connsiteY0" fmla="*/ 3675 h 25763"/>
              <a:gd name="connsiteX1" fmla="*/ 18595 w 21600"/>
              <a:gd name="connsiteY1" fmla="*/ 3675 h 25763"/>
              <a:gd name="connsiteX2" fmla="*/ 18595 w 21600"/>
              <a:gd name="connsiteY2" fmla="*/ 18022 h 25763"/>
              <a:gd name="connsiteX3" fmla="*/ 0 w 21600"/>
              <a:gd name="connsiteY3" fmla="*/ 20782 h 25763"/>
              <a:gd name="connsiteX4" fmla="*/ 0 w 21600"/>
              <a:gd name="connsiteY4" fmla="*/ 3675 h 25763"/>
              <a:gd name="connsiteX5" fmla="*/ 1532 w 21600"/>
              <a:gd name="connsiteY5" fmla="*/ 3675 h 25763"/>
              <a:gd name="connsiteX6" fmla="*/ 1532 w 21600"/>
              <a:gd name="connsiteY6" fmla="*/ 1815 h 25763"/>
              <a:gd name="connsiteX7" fmla="*/ 20000 w 21600"/>
              <a:gd name="connsiteY7" fmla="*/ 1815 h 25763"/>
              <a:gd name="connsiteX8" fmla="*/ 20000 w 21600"/>
              <a:gd name="connsiteY8" fmla="*/ 16252 h 25763"/>
              <a:gd name="connsiteX9" fmla="*/ 18595 w 21600"/>
              <a:gd name="connsiteY9" fmla="*/ 16352 h 25763"/>
              <a:gd name="connsiteX10" fmla="*/ 2972 w 21600"/>
              <a:gd name="connsiteY10" fmla="*/ 1815 h 25763"/>
              <a:gd name="connsiteX11" fmla="*/ 2972 w 21600"/>
              <a:gd name="connsiteY11" fmla="*/ 0 h 25763"/>
              <a:gd name="connsiteX12" fmla="*/ 21600 w 21600"/>
              <a:gd name="connsiteY12" fmla="*/ 0 h 25763"/>
              <a:gd name="connsiteX13" fmla="*/ 21600 w 21600"/>
              <a:gd name="connsiteY13" fmla="*/ 14392 h 25763"/>
              <a:gd name="connsiteX14" fmla="*/ 20000 w 21600"/>
              <a:gd name="connsiteY14" fmla="*/ 14467 h 25763"/>
              <a:gd name="connsiteX0" fmla="*/ 0 w 21600"/>
              <a:gd name="connsiteY0" fmla="*/ 20782 h 25763"/>
              <a:gd name="connsiteX1" fmla="*/ 10652 w 21600"/>
              <a:gd name="connsiteY1" fmla="*/ 22896 h 25763"/>
              <a:gd name="connsiteX2" fmla="*/ 18595 w 21600"/>
              <a:gd name="connsiteY2" fmla="*/ 18022 h 25763"/>
              <a:gd name="connsiteX3" fmla="*/ 18873 w 21600"/>
              <a:gd name="connsiteY3" fmla="*/ 25738 h 25763"/>
              <a:gd name="connsiteX4" fmla="*/ 20000 w 21600"/>
              <a:gd name="connsiteY4" fmla="*/ 16252 h 25763"/>
              <a:gd name="connsiteX5" fmla="*/ 20000 w 21600"/>
              <a:gd name="connsiteY5" fmla="*/ 14467 h 25763"/>
              <a:gd name="connsiteX6" fmla="*/ 21600 w 21600"/>
              <a:gd name="connsiteY6" fmla="*/ 14392 h 25763"/>
              <a:gd name="connsiteX7" fmla="*/ 21600 w 21600"/>
              <a:gd name="connsiteY7" fmla="*/ 0 h 25763"/>
              <a:gd name="connsiteX8" fmla="*/ 2972 w 21600"/>
              <a:gd name="connsiteY8" fmla="*/ 0 h 25763"/>
              <a:gd name="connsiteX9" fmla="*/ 2972 w 21600"/>
              <a:gd name="connsiteY9" fmla="*/ 1815 h 25763"/>
              <a:gd name="connsiteX10" fmla="*/ 1532 w 21600"/>
              <a:gd name="connsiteY10" fmla="*/ 1815 h 25763"/>
              <a:gd name="connsiteX11" fmla="*/ 1532 w 21600"/>
              <a:gd name="connsiteY11" fmla="*/ 3675 h 25763"/>
              <a:gd name="connsiteX12" fmla="*/ 0 w 21600"/>
              <a:gd name="connsiteY12" fmla="*/ 3675 h 25763"/>
              <a:gd name="connsiteX13" fmla="*/ 0 w 21600"/>
              <a:gd name="connsiteY13" fmla="*/ 20782 h 25763"/>
              <a:gd name="connsiteX0" fmla="*/ 0 w 21600"/>
              <a:gd name="connsiteY0" fmla="*/ 20782 h 25763"/>
              <a:gd name="connsiteX1" fmla="*/ 18595 w 21600"/>
              <a:gd name="connsiteY1" fmla="*/ 18022 h 25763"/>
              <a:gd name="connsiteX2" fmla="*/ 18595 w 21600"/>
              <a:gd name="connsiteY2" fmla="*/ 3675 h 25763"/>
              <a:gd name="connsiteX3" fmla="*/ 0 w 21600"/>
              <a:gd name="connsiteY3" fmla="*/ 3675 h 25763"/>
              <a:gd name="connsiteX4" fmla="*/ 0 w 21600"/>
              <a:gd name="connsiteY4" fmla="*/ 20782 h 25763"/>
              <a:gd name="connsiteX5" fmla="*/ 1532 w 21600"/>
              <a:gd name="connsiteY5" fmla="*/ 3675 h 25763"/>
              <a:gd name="connsiteX6" fmla="*/ 1532 w 21600"/>
              <a:gd name="connsiteY6" fmla="*/ 1815 h 25763"/>
              <a:gd name="connsiteX7" fmla="*/ 20000 w 21600"/>
              <a:gd name="connsiteY7" fmla="*/ 1815 h 25763"/>
              <a:gd name="connsiteX8" fmla="*/ 20000 w 21600"/>
              <a:gd name="connsiteY8" fmla="*/ 16252 h 25763"/>
              <a:gd name="connsiteX9" fmla="*/ 18595 w 21600"/>
              <a:gd name="connsiteY9" fmla="*/ 16352 h 25763"/>
              <a:gd name="connsiteX10" fmla="*/ 18595 w 21600"/>
              <a:gd name="connsiteY10" fmla="*/ 3675 h 25763"/>
              <a:gd name="connsiteX11" fmla="*/ 1532 w 21600"/>
              <a:gd name="connsiteY11" fmla="*/ 3675 h 25763"/>
              <a:gd name="connsiteX12" fmla="*/ 2972 w 21600"/>
              <a:gd name="connsiteY12" fmla="*/ 1815 h 25763"/>
              <a:gd name="connsiteX13" fmla="*/ 2972 w 21600"/>
              <a:gd name="connsiteY13" fmla="*/ 0 h 25763"/>
              <a:gd name="connsiteX14" fmla="*/ 21600 w 21600"/>
              <a:gd name="connsiteY14" fmla="*/ 0 h 25763"/>
              <a:gd name="connsiteX15" fmla="*/ 21600 w 21600"/>
              <a:gd name="connsiteY15" fmla="*/ 14392 h 25763"/>
              <a:gd name="connsiteX16" fmla="*/ 20000 w 21600"/>
              <a:gd name="connsiteY16" fmla="*/ 14467 h 25763"/>
              <a:gd name="connsiteX17" fmla="*/ 20000 w 21600"/>
              <a:gd name="connsiteY17" fmla="*/ 1815 h 25763"/>
              <a:gd name="connsiteX18" fmla="*/ 2972 w 21600"/>
              <a:gd name="connsiteY18" fmla="*/ 1815 h 25763"/>
              <a:gd name="connsiteX0" fmla="*/ 0 w 21600"/>
              <a:gd name="connsiteY0" fmla="*/ 3675 h 25763"/>
              <a:gd name="connsiteX1" fmla="*/ 18595 w 21600"/>
              <a:gd name="connsiteY1" fmla="*/ 3675 h 25763"/>
              <a:gd name="connsiteX2" fmla="*/ 18595 w 21600"/>
              <a:gd name="connsiteY2" fmla="*/ 18022 h 25763"/>
              <a:gd name="connsiteX3" fmla="*/ 0 w 21600"/>
              <a:gd name="connsiteY3" fmla="*/ 20782 h 25763"/>
              <a:gd name="connsiteX4" fmla="*/ 0 w 21600"/>
              <a:gd name="connsiteY4" fmla="*/ 3675 h 25763"/>
              <a:gd name="connsiteX5" fmla="*/ 1532 w 21600"/>
              <a:gd name="connsiteY5" fmla="*/ 3675 h 25763"/>
              <a:gd name="connsiteX6" fmla="*/ 1532 w 21600"/>
              <a:gd name="connsiteY6" fmla="*/ 1815 h 25763"/>
              <a:gd name="connsiteX7" fmla="*/ 20000 w 21600"/>
              <a:gd name="connsiteY7" fmla="*/ 1815 h 25763"/>
              <a:gd name="connsiteX8" fmla="*/ 20000 w 21600"/>
              <a:gd name="connsiteY8" fmla="*/ 16252 h 25763"/>
              <a:gd name="connsiteX9" fmla="*/ 18595 w 21600"/>
              <a:gd name="connsiteY9" fmla="*/ 16352 h 25763"/>
              <a:gd name="connsiteX10" fmla="*/ 2972 w 21600"/>
              <a:gd name="connsiteY10" fmla="*/ 1815 h 25763"/>
              <a:gd name="connsiteX11" fmla="*/ 2972 w 21600"/>
              <a:gd name="connsiteY11" fmla="*/ 0 h 25763"/>
              <a:gd name="connsiteX12" fmla="*/ 21600 w 21600"/>
              <a:gd name="connsiteY12" fmla="*/ 0 h 25763"/>
              <a:gd name="connsiteX13" fmla="*/ 21600 w 21600"/>
              <a:gd name="connsiteY13" fmla="*/ 14392 h 25763"/>
              <a:gd name="connsiteX14" fmla="*/ 20000 w 21600"/>
              <a:gd name="connsiteY14" fmla="*/ 14467 h 25763"/>
              <a:gd name="connsiteX0" fmla="*/ 0 w 21600"/>
              <a:gd name="connsiteY0" fmla="*/ 20782 h 25763"/>
              <a:gd name="connsiteX1" fmla="*/ 10652 w 21600"/>
              <a:gd name="connsiteY1" fmla="*/ 22896 h 25763"/>
              <a:gd name="connsiteX2" fmla="*/ 18165 w 21600"/>
              <a:gd name="connsiteY2" fmla="*/ 24340 h 25763"/>
              <a:gd name="connsiteX3" fmla="*/ 18595 w 21600"/>
              <a:gd name="connsiteY3" fmla="*/ 18022 h 25763"/>
              <a:gd name="connsiteX4" fmla="*/ 18873 w 21600"/>
              <a:gd name="connsiteY4" fmla="*/ 25738 h 25763"/>
              <a:gd name="connsiteX5" fmla="*/ 20000 w 21600"/>
              <a:gd name="connsiteY5" fmla="*/ 16252 h 25763"/>
              <a:gd name="connsiteX6" fmla="*/ 20000 w 21600"/>
              <a:gd name="connsiteY6" fmla="*/ 14467 h 25763"/>
              <a:gd name="connsiteX7" fmla="*/ 21600 w 21600"/>
              <a:gd name="connsiteY7" fmla="*/ 14392 h 25763"/>
              <a:gd name="connsiteX8" fmla="*/ 21600 w 21600"/>
              <a:gd name="connsiteY8" fmla="*/ 0 h 25763"/>
              <a:gd name="connsiteX9" fmla="*/ 2972 w 21600"/>
              <a:gd name="connsiteY9" fmla="*/ 0 h 25763"/>
              <a:gd name="connsiteX10" fmla="*/ 2972 w 21600"/>
              <a:gd name="connsiteY10" fmla="*/ 1815 h 25763"/>
              <a:gd name="connsiteX11" fmla="*/ 1532 w 21600"/>
              <a:gd name="connsiteY11" fmla="*/ 1815 h 25763"/>
              <a:gd name="connsiteX12" fmla="*/ 1532 w 21600"/>
              <a:gd name="connsiteY12" fmla="*/ 3675 h 25763"/>
              <a:gd name="connsiteX13" fmla="*/ 0 w 21600"/>
              <a:gd name="connsiteY13" fmla="*/ 3675 h 25763"/>
              <a:gd name="connsiteX14" fmla="*/ 0 w 21600"/>
              <a:gd name="connsiteY14" fmla="*/ 20782 h 257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1600" h="25763" stroke="0" extrusionOk="0">
                <a:moveTo>
                  <a:pt x="0" y="20782"/>
                </a:moveTo>
                <a:cubicBezTo>
                  <a:pt x="9298" y="23542"/>
                  <a:pt x="9298" y="18022"/>
                  <a:pt x="18595" y="18022"/>
                </a:cubicBezTo>
                <a:lnTo>
                  <a:pt x="18595" y="3675"/>
                </a:lnTo>
                <a:lnTo>
                  <a:pt x="0" y="3675"/>
                </a:lnTo>
                <a:lnTo>
                  <a:pt x="0" y="20782"/>
                </a:lnTo>
                <a:close/>
                <a:moveTo>
                  <a:pt x="1532" y="3675"/>
                </a:moveTo>
                <a:lnTo>
                  <a:pt x="1532" y="1815"/>
                </a:lnTo>
                <a:lnTo>
                  <a:pt x="20000" y="1815"/>
                </a:lnTo>
                <a:lnTo>
                  <a:pt x="20000" y="16252"/>
                </a:lnTo>
                <a:cubicBezTo>
                  <a:pt x="19298" y="16252"/>
                  <a:pt x="18595" y="16352"/>
                  <a:pt x="18595" y="16352"/>
                </a:cubicBezTo>
                <a:lnTo>
                  <a:pt x="18595" y="3675"/>
                </a:lnTo>
                <a:lnTo>
                  <a:pt x="1532" y="3675"/>
                </a:lnTo>
                <a:close/>
                <a:moveTo>
                  <a:pt x="2972" y="1815"/>
                </a:moveTo>
                <a:lnTo>
                  <a:pt x="2972" y="0"/>
                </a:lnTo>
                <a:lnTo>
                  <a:pt x="21600" y="0"/>
                </a:lnTo>
                <a:lnTo>
                  <a:pt x="21600" y="14392"/>
                </a:lnTo>
                <a:cubicBezTo>
                  <a:pt x="20800" y="14392"/>
                  <a:pt x="20000" y="14467"/>
                  <a:pt x="20000" y="14467"/>
                </a:cubicBezTo>
                <a:lnTo>
                  <a:pt x="20000" y="1815"/>
                </a:lnTo>
                <a:lnTo>
                  <a:pt x="2972" y="1815"/>
                </a:lnTo>
                <a:close/>
              </a:path>
              <a:path w="21600" h="25763" fill="none" extrusionOk="0">
                <a:moveTo>
                  <a:pt x="0" y="3675"/>
                </a:moveTo>
                <a:lnTo>
                  <a:pt x="18595" y="3675"/>
                </a:lnTo>
                <a:lnTo>
                  <a:pt x="18595" y="18022"/>
                </a:lnTo>
                <a:cubicBezTo>
                  <a:pt x="9298" y="18022"/>
                  <a:pt x="9298" y="23542"/>
                  <a:pt x="0" y="20782"/>
                </a:cubicBezTo>
                <a:lnTo>
                  <a:pt x="0" y="3675"/>
                </a:lnTo>
                <a:close/>
                <a:moveTo>
                  <a:pt x="1532" y="3675"/>
                </a:moveTo>
                <a:lnTo>
                  <a:pt x="1532" y="1815"/>
                </a:lnTo>
                <a:lnTo>
                  <a:pt x="20000" y="1815"/>
                </a:lnTo>
                <a:lnTo>
                  <a:pt x="20000" y="16252"/>
                </a:lnTo>
                <a:cubicBezTo>
                  <a:pt x="19298" y="16252"/>
                  <a:pt x="18595" y="16352"/>
                  <a:pt x="18595" y="16352"/>
                </a:cubicBezTo>
                <a:moveTo>
                  <a:pt x="2972" y="1815"/>
                </a:moveTo>
                <a:lnTo>
                  <a:pt x="2972" y="0"/>
                </a:lnTo>
                <a:lnTo>
                  <a:pt x="21600" y="0"/>
                </a:lnTo>
                <a:lnTo>
                  <a:pt x="21600" y="14392"/>
                </a:lnTo>
                <a:cubicBezTo>
                  <a:pt x="20800" y="14392"/>
                  <a:pt x="20000" y="14467"/>
                  <a:pt x="20000" y="14467"/>
                </a:cubicBezTo>
              </a:path>
              <a:path w="21600" h="25763" fill="none" stroke="0">
                <a:moveTo>
                  <a:pt x="0" y="20782"/>
                </a:moveTo>
                <a:cubicBezTo>
                  <a:pt x="1590" y="23504"/>
                  <a:pt x="7553" y="23356"/>
                  <a:pt x="10652" y="22896"/>
                </a:cubicBezTo>
                <a:cubicBezTo>
                  <a:pt x="13540" y="22406"/>
                  <a:pt x="16841" y="25152"/>
                  <a:pt x="18165" y="24340"/>
                </a:cubicBezTo>
                <a:cubicBezTo>
                  <a:pt x="19489" y="23528"/>
                  <a:pt x="18338" y="16706"/>
                  <a:pt x="18595" y="18022"/>
                </a:cubicBezTo>
                <a:cubicBezTo>
                  <a:pt x="18595" y="17465"/>
                  <a:pt x="18873" y="26295"/>
                  <a:pt x="18873" y="25738"/>
                </a:cubicBezTo>
                <a:cubicBezTo>
                  <a:pt x="18873" y="25738"/>
                  <a:pt x="19298" y="16252"/>
                  <a:pt x="20000" y="16252"/>
                </a:cubicBezTo>
                <a:lnTo>
                  <a:pt x="20000" y="14467"/>
                </a:lnTo>
                <a:cubicBezTo>
                  <a:pt x="20000" y="14467"/>
                  <a:pt x="20800" y="14392"/>
                  <a:pt x="21600" y="14392"/>
                </a:cubicBezTo>
                <a:lnTo>
                  <a:pt x="21600" y="0"/>
                </a:lnTo>
                <a:lnTo>
                  <a:pt x="2972" y="0"/>
                </a:lnTo>
                <a:lnTo>
                  <a:pt x="2972" y="1815"/>
                </a:lnTo>
                <a:lnTo>
                  <a:pt x="1532" y="1815"/>
                </a:lnTo>
                <a:lnTo>
                  <a:pt x="1532" y="3675"/>
                </a:lnTo>
                <a:lnTo>
                  <a:pt x="0" y="3675"/>
                </a:lnTo>
                <a:lnTo>
                  <a:pt x="0" y="20782"/>
                </a:lnTo>
                <a:close/>
              </a:path>
            </a:pathLst>
          </a:custGeom>
          <a:solidFill>
            <a:srgbClr val="A7FFAB"/>
          </a:solidFill>
          <a:ln w="12700">
            <a:solidFill>
              <a:schemeClr val="accent1"/>
            </a:solidFill>
          </a:ln>
          <a:effectLst>
            <a:outerShdw blurRad="40000" dist="20000" dir="5400000" rotWithShape="0">
              <a:srgbClr val="000000">
                <a:alpha val="38000"/>
              </a:srgbClr>
            </a:outerShdw>
            <a:softEdge rad="12700"/>
          </a:effectLst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00"/>
                </a:solidFill>
              </a:rPr>
              <a:t>24t56</a:t>
            </a:r>
          </a:p>
        </p:txBody>
      </p:sp>
      <p:cxnSp>
        <p:nvCxnSpPr>
          <p:cNvPr id="38" name="Shape 200"/>
          <p:cNvCxnSpPr/>
          <p:nvPr/>
        </p:nvCxnSpPr>
        <p:spPr>
          <a:xfrm flipH="1" flipV="1">
            <a:off x="4732802" y="5631052"/>
            <a:ext cx="372598" cy="11474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43" name="TextBox 42"/>
          <p:cNvSpPr txBox="1"/>
          <p:nvPr/>
        </p:nvSpPr>
        <p:spPr>
          <a:xfrm>
            <a:off x="6417600" y="3732667"/>
            <a:ext cx="2621230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Changing files + auto commit</a:t>
            </a:r>
            <a:br>
              <a:rPr lang="en-US" dirty="0"/>
            </a:br>
            <a:r>
              <a:rPr lang="en-US" dirty="0"/>
              <a:t>Each save -&gt; auto commit</a:t>
            </a:r>
            <a:br>
              <a:rPr lang="en-US" dirty="0"/>
            </a:br>
            <a:r>
              <a:rPr lang="en-US" dirty="0"/>
              <a:t>git tag working2</a:t>
            </a:r>
          </a:p>
          <a:p>
            <a:br>
              <a:rPr lang="en-US" dirty="0"/>
            </a:br>
            <a:r>
              <a:rPr lang="en-US" dirty="0"/>
              <a:t>For backup you can also push </a:t>
            </a:r>
            <a:br>
              <a:rPr lang="en-US" dirty="0"/>
            </a:br>
            <a:r>
              <a:rPr lang="en-US" dirty="0"/>
              <a:t>all commits to remote repo </a:t>
            </a:r>
            <a:br>
              <a:rPr lang="en-US" dirty="0"/>
            </a:br>
            <a:endParaRPr lang="en-US" dirty="0"/>
          </a:p>
          <a:p>
            <a:r>
              <a:rPr lang="en-US" dirty="0"/>
              <a:t>git push origin</a:t>
            </a:r>
          </a:p>
        </p:txBody>
      </p:sp>
      <p:sp>
        <p:nvSpPr>
          <p:cNvPr id="46" name="Shape 204"/>
          <p:cNvSpPr/>
          <p:nvPr/>
        </p:nvSpPr>
        <p:spPr>
          <a:xfrm>
            <a:off x="3897956" y="6142376"/>
            <a:ext cx="917438" cy="2730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working1</a:t>
            </a:r>
          </a:p>
        </p:txBody>
      </p:sp>
      <p:cxnSp>
        <p:nvCxnSpPr>
          <p:cNvPr id="47" name="Shape 205"/>
          <p:cNvCxnSpPr>
            <a:stCxn id="46" idx="0"/>
          </p:cNvCxnSpPr>
          <p:nvPr/>
        </p:nvCxnSpPr>
        <p:spPr>
          <a:xfrm flipH="1" flipV="1">
            <a:off x="4345499" y="5763543"/>
            <a:ext cx="11176" cy="378833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44" name="Shape 204"/>
          <p:cNvSpPr/>
          <p:nvPr/>
        </p:nvSpPr>
        <p:spPr>
          <a:xfrm>
            <a:off x="5199188" y="4884607"/>
            <a:ext cx="917438" cy="2730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working2</a:t>
            </a:r>
          </a:p>
        </p:txBody>
      </p:sp>
      <p:cxnSp>
        <p:nvCxnSpPr>
          <p:cNvPr id="48" name="Shape 205"/>
          <p:cNvCxnSpPr/>
          <p:nvPr/>
        </p:nvCxnSpPr>
        <p:spPr>
          <a:xfrm>
            <a:off x="5640780" y="5157608"/>
            <a:ext cx="0" cy="288852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49" name="Shape 204"/>
          <p:cNvSpPr/>
          <p:nvPr/>
        </p:nvSpPr>
        <p:spPr>
          <a:xfrm>
            <a:off x="2746238" y="1684576"/>
            <a:ext cx="917438" cy="2730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FTR-8</a:t>
            </a:r>
          </a:p>
        </p:txBody>
      </p:sp>
      <p:cxnSp>
        <p:nvCxnSpPr>
          <p:cNvPr id="52" name="Shape 205"/>
          <p:cNvCxnSpPr>
            <a:stCxn id="49" idx="2"/>
          </p:cNvCxnSpPr>
          <p:nvPr/>
        </p:nvCxnSpPr>
        <p:spPr>
          <a:xfrm flipH="1">
            <a:off x="2276063" y="1957576"/>
            <a:ext cx="928894" cy="344424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53" name="Shape 204"/>
          <p:cNvSpPr/>
          <p:nvPr/>
        </p:nvSpPr>
        <p:spPr>
          <a:xfrm>
            <a:off x="639181" y="1708599"/>
            <a:ext cx="917438" cy="2730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FTR-7</a:t>
            </a:r>
          </a:p>
        </p:txBody>
      </p:sp>
      <p:cxnSp>
        <p:nvCxnSpPr>
          <p:cNvPr id="54" name="Shape 205"/>
          <p:cNvCxnSpPr/>
          <p:nvPr/>
        </p:nvCxnSpPr>
        <p:spPr>
          <a:xfrm flipH="1">
            <a:off x="1086444" y="1981599"/>
            <a:ext cx="10124" cy="344424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56" name="Shape 204"/>
          <p:cNvSpPr/>
          <p:nvPr/>
        </p:nvSpPr>
        <p:spPr>
          <a:xfrm>
            <a:off x="1086444" y="4268738"/>
            <a:ext cx="1531531" cy="2730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origin/fix/FTR-10</a:t>
            </a:r>
          </a:p>
        </p:txBody>
      </p:sp>
      <p:sp>
        <p:nvSpPr>
          <p:cNvPr id="57" name="Shape 204"/>
          <p:cNvSpPr/>
          <p:nvPr/>
        </p:nvSpPr>
        <p:spPr>
          <a:xfrm>
            <a:off x="1667542" y="3074700"/>
            <a:ext cx="1227166" cy="3543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fix/FTR-10</a:t>
            </a:r>
          </a:p>
        </p:txBody>
      </p:sp>
      <p:sp>
        <p:nvSpPr>
          <p:cNvPr id="58" name="Shape 204"/>
          <p:cNvSpPr/>
          <p:nvPr/>
        </p:nvSpPr>
        <p:spPr>
          <a:xfrm>
            <a:off x="5199188" y="6026665"/>
            <a:ext cx="1132775" cy="2547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fix/FTR-10</a:t>
            </a:r>
          </a:p>
        </p:txBody>
      </p:sp>
    </p:spTree>
    <p:extLst>
      <p:ext uri="{BB962C8B-B14F-4D97-AF65-F5344CB8AC3E}">
        <p14:creationId xmlns:p14="http://schemas.microsoft.com/office/powerpoint/2010/main" val="38982894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Shape 190"/>
          <p:cNvSpPr txBox="1">
            <a:spLocks noGrp="1"/>
          </p:cNvSpPr>
          <p:nvPr>
            <p:ph type="sldNum" idx="12"/>
          </p:nvPr>
        </p:nvSpPr>
        <p:spPr>
          <a:xfrm>
            <a:off x="8077200" y="6553200"/>
            <a:ext cx="838200" cy="228600"/>
          </a:xfrm>
          <a:prstGeom prst="rect">
            <a:avLst/>
          </a:prstGeom>
        </p:spPr>
        <p:txBody>
          <a:bodyPr wrap="square" lIns="91425" tIns="45700" rIns="91425" bIns="45700" anchor="t" anchorCtr="0">
            <a:noAutofit/>
          </a:bodyPr>
          <a:lstStyle/>
          <a:p>
            <a:pPr lvl="0" rtl="0">
              <a:spcBef>
                <a:spcPts val="0"/>
              </a:spcBef>
              <a:buClr>
                <a:schemeClr val="lt2"/>
              </a:buClr>
              <a:buSzPct val="25000"/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 lang="en-US"/>
          </a:p>
        </p:txBody>
      </p:sp>
      <p:sp>
        <p:nvSpPr>
          <p:cNvPr id="191" name="Shape 191"/>
          <p:cNvSpPr/>
          <p:nvPr/>
        </p:nvSpPr>
        <p:spPr>
          <a:xfrm>
            <a:off x="710600" y="23215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/>
              <a:t>98ca9</a:t>
            </a:r>
          </a:p>
        </p:txBody>
      </p:sp>
      <p:sp>
        <p:nvSpPr>
          <p:cNvPr id="192" name="Shape 192"/>
          <p:cNvSpPr/>
          <p:nvPr/>
        </p:nvSpPr>
        <p:spPr>
          <a:xfrm>
            <a:off x="1893825" y="23215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/>
              <a:t>34ac2</a:t>
            </a:r>
          </a:p>
        </p:txBody>
      </p:sp>
      <p:cxnSp>
        <p:nvCxnSpPr>
          <p:cNvPr id="194" name="Shape 194"/>
          <p:cNvCxnSpPr>
            <a:stCxn id="192" idx="1"/>
            <a:endCxn id="191" idx="3"/>
          </p:cNvCxnSpPr>
          <p:nvPr/>
        </p:nvCxnSpPr>
        <p:spPr>
          <a:xfrm rot="10800000">
            <a:off x="1485225" y="2499250"/>
            <a:ext cx="4086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196" name="Shape 196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546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Merriweather"/>
              <a:buNone/>
            </a:pPr>
            <a:r>
              <a:rPr lang="en-US" dirty="0">
                <a:latin typeface="Merriweather"/>
                <a:ea typeface="Merriweather"/>
                <a:cs typeface="Merriweather"/>
                <a:sym typeface="Merriweather"/>
              </a:rPr>
              <a:t>Merge --squash lcl-10 to fix/FTR-10</a:t>
            </a:r>
          </a:p>
        </p:txBody>
      </p:sp>
      <p:sp>
        <p:nvSpPr>
          <p:cNvPr id="197" name="Shape 197"/>
          <p:cNvSpPr/>
          <p:nvPr/>
        </p:nvSpPr>
        <p:spPr>
          <a:xfrm>
            <a:off x="489200" y="48876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/>
              <a:t>98ca9</a:t>
            </a:r>
          </a:p>
        </p:txBody>
      </p:sp>
      <p:sp>
        <p:nvSpPr>
          <p:cNvPr id="198" name="Shape 198"/>
          <p:cNvSpPr/>
          <p:nvPr/>
        </p:nvSpPr>
        <p:spPr>
          <a:xfrm>
            <a:off x="1672425" y="48876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34ac2</a:t>
            </a:r>
          </a:p>
        </p:txBody>
      </p:sp>
      <p:cxnSp>
        <p:nvCxnSpPr>
          <p:cNvPr id="200" name="Shape 200"/>
          <p:cNvCxnSpPr>
            <a:stCxn id="198" idx="1"/>
            <a:endCxn id="197" idx="3"/>
          </p:cNvCxnSpPr>
          <p:nvPr/>
        </p:nvCxnSpPr>
        <p:spPr>
          <a:xfrm rot="10800000">
            <a:off x="1263825" y="5065350"/>
            <a:ext cx="4086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202" name="Shape 202"/>
          <p:cNvSpPr txBox="1"/>
          <p:nvPr/>
        </p:nvSpPr>
        <p:spPr>
          <a:xfrm>
            <a:off x="0" y="1150050"/>
            <a:ext cx="2281125" cy="546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-US" sz="1800" dirty="0"/>
              <a:t>Remote Repository</a:t>
            </a:r>
          </a:p>
        </p:txBody>
      </p:sp>
      <p:sp>
        <p:nvSpPr>
          <p:cNvPr id="203" name="Shape 203"/>
          <p:cNvSpPr txBox="1"/>
          <p:nvPr/>
        </p:nvSpPr>
        <p:spPr>
          <a:xfrm>
            <a:off x="65825" y="3822500"/>
            <a:ext cx="2395950" cy="546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-US" sz="1800" dirty="0"/>
              <a:t>Local Repository</a:t>
            </a:r>
          </a:p>
        </p:txBody>
      </p:sp>
      <p:sp>
        <p:nvSpPr>
          <p:cNvPr id="204" name="Shape 204"/>
          <p:cNvSpPr/>
          <p:nvPr/>
        </p:nvSpPr>
        <p:spPr>
          <a:xfrm>
            <a:off x="2694843" y="4268738"/>
            <a:ext cx="1343757" cy="2730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origin/master</a:t>
            </a:r>
          </a:p>
        </p:txBody>
      </p:sp>
      <p:cxnSp>
        <p:nvCxnSpPr>
          <p:cNvPr id="205" name="Shape 205"/>
          <p:cNvCxnSpPr>
            <a:stCxn id="204" idx="2"/>
            <a:endCxn id="198" idx="0"/>
          </p:cNvCxnSpPr>
          <p:nvPr/>
        </p:nvCxnSpPr>
        <p:spPr>
          <a:xfrm flipH="1">
            <a:off x="2059725" y="4541738"/>
            <a:ext cx="1306997" cy="345862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208" name="Shape 208"/>
          <p:cNvSpPr/>
          <p:nvPr/>
        </p:nvSpPr>
        <p:spPr>
          <a:xfrm>
            <a:off x="1849425" y="1696050"/>
            <a:ext cx="863400" cy="2547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master</a:t>
            </a:r>
          </a:p>
        </p:txBody>
      </p:sp>
      <p:cxnSp>
        <p:nvCxnSpPr>
          <p:cNvPr id="209" name="Shape 209"/>
          <p:cNvCxnSpPr>
            <a:stCxn id="208" idx="2"/>
            <a:endCxn id="192" idx="0"/>
          </p:cNvCxnSpPr>
          <p:nvPr/>
        </p:nvCxnSpPr>
        <p:spPr>
          <a:xfrm>
            <a:off x="2281125" y="1950750"/>
            <a:ext cx="0" cy="37075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215" name="Shape 215"/>
          <p:cNvCxnSpPr/>
          <p:nvPr/>
        </p:nvCxnSpPr>
        <p:spPr>
          <a:xfrm>
            <a:off x="32125" y="3822500"/>
            <a:ext cx="5171700" cy="162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37" name="Shape 205"/>
          <p:cNvCxnSpPr>
            <a:endCxn id="198" idx="0"/>
          </p:cNvCxnSpPr>
          <p:nvPr/>
        </p:nvCxnSpPr>
        <p:spPr>
          <a:xfrm>
            <a:off x="2059725" y="4541738"/>
            <a:ext cx="0" cy="345862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51" name="Shape 205"/>
          <p:cNvCxnSpPr>
            <a:endCxn id="192" idx="2"/>
          </p:cNvCxnSpPr>
          <p:nvPr/>
        </p:nvCxnSpPr>
        <p:spPr>
          <a:xfrm flipV="1">
            <a:off x="2281125" y="2677000"/>
            <a:ext cx="0" cy="397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62" name="Shape 205"/>
          <p:cNvCxnSpPr>
            <a:endCxn id="35" idx="0"/>
          </p:cNvCxnSpPr>
          <p:nvPr/>
        </p:nvCxnSpPr>
        <p:spPr>
          <a:xfrm flipH="1">
            <a:off x="6263796" y="4582869"/>
            <a:ext cx="7717" cy="315751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31" name="Shape 212"/>
          <p:cNvSpPr/>
          <p:nvPr/>
        </p:nvSpPr>
        <p:spPr>
          <a:xfrm>
            <a:off x="5856057" y="3660950"/>
            <a:ext cx="838200" cy="355500"/>
          </a:xfrm>
          <a:prstGeom prst="rect">
            <a:avLst/>
          </a:prstGeom>
          <a:solidFill>
            <a:srgbClr val="666666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>
                <a:solidFill>
                  <a:srgbClr val="FFFFFF"/>
                </a:solidFill>
              </a:rPr>
              <a:t>HEAD</a:t>
            </a:r>
          </a:p>
        </p:txBody>
      </p:sp>
      <p:cxnSp>
        <p:nvCxnSpPr>
          <p:cNvPr id="34" name="Shape 205"/>
          <p:cNvCxnSpPr>
            <a:stCxn id="31" idx="2"/>
          </p:cNvCxnSpPr>
          <p:nvPr/>
        </p:nvCxnSpPr>
        <p:spPr>
          <a:xfrm flipH="1">
            <a:off x="6271513" y="4016450"/>
            <a:ext cx="3644" cy="26583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41" name="Shape 198"/>
          <p:cNvSpPr/>
          <p:nvPr/>
        </p:nvSpPr>
        <p:spPr>
          <a:xfrm>
            <a:off x="2879962" y="5412739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67def</a:t>
            </a:r>
          </a:p>
        </p:txBody>
      </p:sp>
      <p:cxnSp>
        <p:nvCxnSpPr>
          <p:cNvPr id="42" name="Shape 200"/>
          <p:cNvCxnSpPr>
            <a:stCxn id="41" idx="1"/>
            <a:endCxn id="198" idx="3"/>
          </p:cNvCxnSpPr>
          <p:nvPr/>
        </p:nvCxnSpPr>
        <p:spPr>
          <a:xfrm flipH="1" flipV="1">
            <a:off x="2447025" y="5065350"/>
            <a:ext cx="432937" cy="525139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39" name="Shape 198"/>
          <p:cNvSpPr/>
          <p:nvPr/>
        </p:nvSpPr>
        <p:spPr>
          <a:xfrm>
            <a:off x="3958199" y="5408043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347e4</a:t>
            </a:r>
          </a:p>
        </p:txBody>
      </p:sp>
      <p:cxnSp>
        <p:nvCxnSpPr>
          <p:cNvPr id="40" name="Shape 200"/>
          <p:cNvCxnSpPr>
            <a:endCxn id="41" idx="3"/>
          </p:cNvCxnSpPr>
          <p:nvPr/>
        </p:nvCxnSpPr>
        <p:spPr>
          <a:xfrm flipH="1">
            <a:off x="3654562" y="5590489"/>
            <a:ext cx="269268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2" name="Flowchart: Multidocument 1"/>
          <p:cNvSpPr/>
          <p:nvPr/>
        </p:nvSpPr>
        <p:spPr>
          <a:xfrm>
            <a:off x="5105400" y="5424314"/>
            <a:ext cx="999626" cy="459574"/>
          </a:xfrm>
          <a:custGeom>
            <a:avLst/>
            <a:gdLst>
              <a:gd name="connsiteX0" fmla="*/ 0 w 21600"/>
              <a:gd name="connsiteY0" fmla="*/ 20782 h 21600"/>
              <a:gd name="connsiteX1" fmla="*/ 18595 w 21600"/>
              <a:gd name="connsiteY1" fmla="*/ 18022 h 21600"/>
              <a:gd name="connsiteX2" fmla="*/ 18595 w 21600"/>
              <a:gd name="connsiteY2" fmla="*/ 3675 h 21600"/>
              <a:gd name="connsiteX3" fmla="*/ 0 w 21600"/>
              <a:gd name="connsiteY3" fmla="*/ 3675 h 21600"/>
              <a:gd name="connsiteX4" fmla="*/ 0 w 21600"/>
              <a:gd name="connsiteY4" fmla="*/ 20782 h 21600"/>
              <a:gd name="connsiteX5" fmla="*/ 1532 w 21600"/>
              <a:gd name="connsiteY5" fmla="*/ 3675 h 21600"/>
              <a:gd name="connsiteX6" fmla="*/ 1532 w 21600"/>
              <a:gd name="connsiteY6" fmla="*/ 1815 h 21600"/>
              <a:gd name="connsiteX7" fmla="*/ 20000 w 21600"/>
              <a:gd name="connsiteY7" fmla="*/ 1815 h 21600"/>
              <a:gd name="connsiteX8" fmla="*/ 20000 w 21600"/>
              <a:gd name="connsiteY8" fmla="*/ 16252 h 21600"/>
              <a:gd name="connsiteX9" fmla="*/ 18595 w 21600"/>
              <a:gd name="connsiteY9" fmla="*/ 16352 h 21600"/>
              <a:gd name="connsiteX10" fmla="*/ 18595 w 21600"/>
              <a:gd name="connsiteY10" fmla="*/ 3675 h 21600"/>
              <a:gd name="connsiteX11" fmla="*/ 1532 w 21600"/>
              <a:gd name="connsiteY11" fmla="*/ 3675 h 21600"/>
              <a:gd name="connsiteX12" fmla="*/ 2972 w 21600"/>
              <a:gd name="connsiteY12" fmla="*/ 1815 h 21600"/>
              <a:gd name="connsiteX13" fmla="*/ 2972 w 21600"/>
              <a:gd name="connsiteY13" fmla="*/ 0 h 21600"/>
              <a:gd name="connsiteX14" fmla="*/ 21600 w 21600"/>
              <a:gd name="connsiteY14" fmla="*/ 0 h 21600"/>
              <a:gd name="connsiteX15" fmla="*/ 21600 w 21600"/>
              <a:gd name="connsiteY15" fmla="*/ 14392 h 21600"/>
              <a:gd name="connsiteX16" fmla="*/ 20000 w 21600"/>
              <a:gd name="connsiteY16" fmla="*/ 14467 h 21600"/>
              <a:gd name="connsiteX17" fmla="*/ 20000 w 21600"/>
              <a:gd name="connsiteY17" fmla="*/ 1815 h 21600"/>
              <a:gd name="connsiteX18" fmla="*/ 2972 w 21600"/>
              <a:gd name="connsiteY18" fmla="*/ 1815 h 21600"/>
              <a:gd name="connsiteX0" fmla="*/ 0 w 21600"/>
              <a:gd name="connsiteY0" fmla="*/ 3675 h 21600"/>
              <a:gd name="connsiteX1" fmla="*/ 18595 w 21600"/>
              <a:gd name="connsiteY1" fmla="*/ 3675 h 21600"/>
              <a:gd name="connsiteX2" fmla="*/ 18595 w 21600"/>
              <a:gd name="connsiteY2" fmla="*/ 18022 h 21600"/>
              <a:gd name="connsiteX3" fmla="*/ 0 w 21600"/>
              <a:gd name="connsiteY3" fmla="*/ 20782 h 21600"/>
              <a:gd name="connsiteX4" fmla="*/ 0 w 21600"/>
              <a:gd name="connsiteY4" fmla="*/ 3675 h 21600"/>
              <a:gd name="connsiteX5" fmla="*/ 1532 w 21600"/>
              <a:gd name="connsiteY5" fmla="*/ 3675 h 21600"/>
              <a:gd name="connsiteX6" fmla="*/ 1532 w 21600"/>
              <a:gd name="connsiteY6" fmla="*/ 1815 h 21600"/>
              <a:gd name="connsiteX7" fmla="*/ 20000 w 21600"/>
              <a:gd name="connsiteY7" fmla="*/ 1815 h 21600"/>
              <a:gd name="connsiteX8" fmla="*/ 20000 w 21600"/>
              <a:gd name="connsiteY8" fmla="*/ 16252 h 21600"/>
              <a:gd name="connsiteX9" fmla="*/ 18595 w 21600"/>
              <a:gd name="connsiteY9" fmla="*/ 16352 h 21600"/>
              <a:gd name="connsiteX10" fmla="*/ 2972 w 21600"/>
              <a:gd name="connsiteY10" fmla="*/ 1815 h 21600"/>
              <a:gd name="connsiteX11" fmla="*/ 2972 w 21600"/>
              <a:gd name="connsiteY11" fmla="*/ 0 h 21600"/>
              <a:gd name="connsiteX12" fmla="*/ 21600 w 21600"/>
              <a:gd name="connsiteY12" fmla="*/ 0 h 21600"/>
              <a:gd name="connsiteX13" fmla="*/ 21600 w 21600"/>
              <a:gd name="connsiteY13" fmla="*/ 14392 h 21600"/>
              <a:gd name="connsiteX14" fmla="*/ 20000 w 21600"/>
              <a:gd name="connsiteY14" fmla="*/ 14467 h 21600"/>
              <a:gd name="connsiteX0" fmla="*/ 0 w 21600"/>
              <a:gd name="connsiteY0" fmla="*/ 20782 h 21600"/>
              <a:gd name="connsiteX1" fmla="*/ 18595 w 21600"/>
              <a:gd name="connsiteY1" fmla="*/ 18022 h 21600"/>
              <a:gd name="connsiteX2" fmla="*/ 18595 w 21600"/>
              <a:gd name="connsiteY2" fmla="*/ 16352 h 21600"/>
              <a:gd name="connsiteX3" fmla="*/ 20000 w 21600"/>
              <a:gd name="connsiteY3" fmla="*/ 16252 h 21600"/>
              <a:gd name="connsiteX4" fmla="*/ 20000 w 21600"/>
              <a:gd name="connsiteY4" fmla="*/ 14467 h 21600"/>
              <a:gd name="connsiteX5" fmla="*/ 21600 w 21600"/>
              <a:gd name="connsiteY5" fmla="*/ 14392 h 21600"/>
              <a:gd name="connsiteX6" fmla="*/ 21600 w 21600"/>
              <a:gd name="connsiteY6" fmla="*/ 0 h 21600"/>
              <a:gd name="connsiteX7" fmla="*/ 2972 w 21600"/>
              <a:gd name="connsiteY7" fmla="*/ 0 h 21600"/>
              <a:gd name="connsiteX8" fmla="*/ 2972 w 21600"/>
              <a:gd name="connsiteY8" fmla="*/ 1815 h 21600"/>
              <a:gd name="connsiteX9" fmla="*/ 1532 w 21600"/>
              <a:gd name="connsiteY9" fmla="*/ 1815 h 21600"/>
              <a:gd name="connsiteX10" fmla="*/ 1532 w 21600"/>
              <a:gd name="connsiteY10" fmla="*/ 3675 h 21600"/>
              <a:gd name="connsiteX11" fmla="*/ 0 w 21600"/>
              <a:gd name="connsiteY11" fmla="*/ 3675 h 21600"/>
              <a:gd name="connsiteX12" fmla="*/ 0 w 21600"/>
              <a:gd name="connsiteY12" fmla="*/ 20782 h 21600"/>
              <a:gd name="connsiteX0" fmla="*/ 0 w 21600"/>
              <a:gd name="connsiteY0" fmla="*/ 20782 h 25763"/>
              <a:gd name="connsiteX1" fmla="*/ 18595 w 21600"/>
              <a:gd name="connsiteY1" fmla="*/ 18022 h 25763"/>
              <a:gd name="connsiteX2" fmla="*/ 18595 w 21600"/>
              <a:gd name="connsiteY2" fmla="*/ 3675 h 25763"/>
              <a:gd name="connsiteX3" fmla="*/ 0 w 21600"/>
              <a:gd name="connsiteY3" fmla="*/ 3675 h 25763"/>
              <a:gd name="connsiteX4" fmla="*/ 0 w 21600"/>
              <a:gd name="connsiteY4" fmla="*/ 20782 h 25763"/>
              <a:gd name="connsiteX5" fmla="*/ 1532 w 21600"/>
              <a:gd name="connsiteY5" fmla="*/ 3675 h 25763"/>
              <a:gd name="connsiteX6" fmla="*/ 1532 w 21600"/>
              <a:gd name="connsiteY6" fmla="*/ 1815 h 25763"/>
              <a:gd name="connsiteX7" fmla="*/ 20000 w 21600"/>
              <a:gd name="connsiteY7" fmla="*/ 1815 h 25763"/>
              <a:gd name="connsiteX8" fmla="*/ 20000 w 21600"/>
              <a:gd name="connsiteY8" fmla="*/ 16252 h 25763"/>
              <a:gd name="connsiteX9" fmla="*/ 18595 w 21600"/>
              <a:gd name="connsiteY9" fmla="*/ 16352 h 25763"/>
              <a:gd name="connsiteX10" fmla="*/ 18595 w 21600"/>
              <a:gd name="connsiteY10" fmla="*/ 3675 h 25763"/>
              <a:gd name="connsiteX11" fmla="*/ 1532 w 21600"/>
              <a:gd name="connsiteY11" fmla="*/ 3675 h 25763"/>
              <a:gd name="connsiteX12" fmla="*/ 2972 w 21600"/>
              <a:gd name="connsiteY12" fmla="*/ 1815 h 25763"/>
              <a:gd name="connsiteX13" fmla="*/ 2972 w 21600"/>
              <a:gd name="connsiteY13" fmla="*/ 0 h 25763"/>
              <a:gd name="connsiteX14" fmla="*/ 21600 w 21600"/>
              <a:gd name="connsiteY14" fmla="*/ 0 h 25763"/>
              <a:gd name="connsiteX15" fmla="*/ 21600 w 21600"/>
              <a:gd name="connsiteY15" fmla="*/ 14392 h 25763"/>
              <a:gd name="connsiteX16" fmla="*/ 20000 w 21600"/>
              <a:gd name="connsiteY16" fmla="*/ 14467 h 25763"/>
              <a:gd name="connsiteX17" fmla="*/ 20000 w 21600"/>
              <a:gd name="connsiteY17" fmla="*/ 1815 h 25763"/>
              <a:gd name="connsiteX18" fmla="*/ 2972 w 21600"/>
              <a:gd name="connsiteY18" fmla="*/ 1815 h 25763"/>
              <a:gd name="connsiteX0" fmla="*/ 0 w 21600"/>
              <a:gd name="connsiteY0" fmla="*/ 3675 h 25763"/>
              <a:gd name="connsiteX1" fmla="*/ 18595 w 21600"/>
              <a:gd name="connsiteY1" fmla="*/ 3675 h 25763"/>
              <a:gd name="connsiteX2" fmla="*/ 18595 w 21600"/>
              <a:gd name="connsiteY2" fmla="*/ 18022 h 25763"/>
              <a:gd name="connsiteX3" fmla="*/ 0 w 21600"/>
              <a:gd name="connsiteY3" fmla="*/ 20782 h 25763"/>
              <a:gd name="connsiteX4" fmla="*/ 0 w 21600"/>
              <a:gd name="connsiteY4" fmla="*/ 3675 h 25763"/>
              <a:gd name="connsiteX5" fmla="*/ 1532 w 21600"/>
              <a:gd name="connsiteY5" fmla="*/ 3675 h 25763"/>
              <a:gd name="connsiteX6" fmla="*/ 1532 w 21600"/>
              <a:gd name="connsiteY6" fmla="*/ 1815 h 25763"/>
              <a:gd name="connsiteX7" fmla="*/ 20000 w 21600"/>
              <a:gd name="connsiteY7" fmla="*/ 1815 h 25763"/>
              <a:gd name="connsiteX8" fmla="*/ 20000 w 21600"/>
              <a:gd name="connsiteY8" fmla="*/ 16252 h 25763"/>
              <a:gd name="connsiteX9" fmla="*/ 18595 w 21600"/>
              <a:gd name="connsiteY9" fmla="*/ 16352 h 25763"/>
              <a:gd name="connsiteX10" fmla="*/ 2972 w 21600"/>
              <a:gd name="connsiteY10" fmla="*/ 1815 h 25763"/>
              <a:gd name="connsiteX11" fmla="*/ 2972 w 21600"/>
              <a:gd name="connsiteY11" fmla="*/ 0 h 25763"/>
              <a:gd name="connsiteX12" fmla="*/ 21600 w 21600"/>
              <a:gd name="connsiteY12" fmla="*/ 0 h 25763"/>
              <a:gd name="connsiteX13" fmla="*/ 21600 w 21600"/>
              <a:gd name="connsiteY13" fmla="*/ 14392 h 25763"/>
              <a:gd name="connsiteX14" fmla="*/ 20000 w 21600"/>
              <a:gd name="connsiteY14" fmla="*/ 14467 h 25763"/>
              <a:gd name="connsiteX0" fmla="*/ 0 w 21600"/>
              <a:gd name="connsiteY0" fmla="*/ 20782 h 25763"/>
              <a:gd name="connsiteX1" fmla="*/ 18595 w 21600"/>
              <a:gd name="connsiteY1" fmla="*/ 18022 h 25763"/>
              <a:gd name="connsiteX2" fmla="*/ 18873 w 21600"/>
              <a:gd name="connsiteY2" fmla="*/ 25738 h 25763"/>
              <a:gd name="connsiteX3" fmla="*/ 20000 w 21600"/>
              <a:gd name="connsiteY3" fmla="*/ 16252 h 25763"/>
              <a:gd name="connsiteX4" fmla="*/ 20000 w 21600"/>
              <a:gd name="connsiteY4" fmla="*/ 14467 h 25763"/>
              <a:gd name="connsiteX5" fmla="*/ 21600 w 21600"/>
              <a:gd name="connsiteY5" fmla="*/ 14392 h 25763"/>
              <a:gd name="connsiteX6" fmla="*/ 21600 w 21600"/>
              <a:gd name="connsiteY6" fmla="*/ 0 h 25763"/>
              <a:gd name="connsiteX7" fmla="*/ 2972 w 21600"/>
              <a:gd name="connsiteY7" fmla="*/ 0 h 25763"/>
              <a:gd name="connsiteX8" fmla="*/ 2972 w 21600"/>
              <a:gd name="connsiteY8" fmla="*/ 1815 h 25763"/>
              <a:gd name="connsiteX9" fmla="*/ 1532 w 21600"/>
              <a:gd name="connsiteY9" fmla="*/ 1815 h 25763"/>
              <a:gd name="connsiteX10" fmla="*/ 1532 w 21600"/>
              <a:gd name="connsiteY10" fmla="*/ 3675 h 25763"/>
              <a:gd name="connsiteX11" fmla="*/ 0 w 21600"/>
              <a:gd name="connsiteY11" fmla="*/ 3675 h 25763"/>
              <a:gd name="connsiteX12" fmla="*/ 0 w 21600"/>
              <a:gd name="connsiteY12" fmla="*/ 20782 h 25763"/>
              <a:gd name="connsiteX0" fmla="*/ 0 w 21600"/>
              <a:gd name="connsiteY0" fmla="*/ 20782 h 26547"/>
              <a:gd name="connsiteX1" fmla="*/ 18595 w 21600"/>
              <a:gd name="connsiteY1" fmla="*/ 18022 h 26547"/>
              <a:gd name="connsiteX2" fmla="*/ 18595 w 21600"/>
              <a:gd name="connsiteY2" fmla="*/ 3675 h 26547"/>
              <a:gd name="connsiteX3" fmla="*/ 0 w 21600"/>
              <a:gd name="connsiteY3" fmla="*/ 3675 h 26547"/>
              <a:gd name="connsiteX4" fmla="*/ 0 w 21600"/>
              <a:gd name="connsiteY4" fmla="*/ 20782 h 26547"/>
              <a:gd name="connsiteX5" fmla="*/ 1532 w 21600"/>
              <a:gd name="connsiteY5" fmla="*/ 3675 h 26547"/>
              <a:gd name="connsiteX6" fmla="*/ 1532 w 21600"/>
              <a:gd name="connsiteY6" fmla="*/ 1815 h 26547"/>
              <a:gd name="connsiteX7" fmla="*/ 20000 w 21600"/>
              <a:gd name="connsiteY7" fmla="*/ 1815 h 26547"/>
              <a:gd name="connsiteX8" fmla="*/ 20000 w 21600"/>
              <a:gd name="connsiteY8" fmla="*/ 16252 h 26547"/>
              <a:gd name="connsiteX9" fmla="*/ 18595 w 21600"/>
              <a:gd name="connsiteY9" fmla="*/ 16352 h 26547"/>
              <a:gd name="connsiteX10" fmla="*/ 18595 w 21600"/>
              <a:gd name="connsiteY10" fmla="*/ 3675 h 26547"/>
              <a:gd name="connsiteX11" fmla="*/ 1532 w 21600"/>
              <a:gd name="connsiteY11" fmla="*/ 3675 h 26547"/>
              <a:gd name="connsiteX12" fmla="*/ 2972 w 21600"/>
              <a:gd name="connsiteY12" fmla="*/ 1815 h 26547"/>
              <a:gd name="connsiteX13" fmla="*/ 2972 w 21600"/>
              <a:gd name="connsiteY13" fmla="*/ 0 h 26547"/>
              <a:gd name="connsiteX14" fmla="*/ 21600 w 21600"/>
              <a:gd name="connsiteY14" fmla="*/ 0 h 26547"/>
              <a:gd name="connsiteX15" fmla="*/ 21600 w 21600"/>
              <a:gd name="connsiteY15" fmla="*/ 14392 h 26547"/>
              <a:gd name="connsiteX16" fmla="*/ 20000 w 21600"/>
              <a:gd name="connsiteY16" fmla="*/ 14467 h 26547"/>
              <a:gd name="connsiteX17" fmla="*/ 20000 w 21600"/>
              <a:gd name="connsiteY17" fmla="*/ 1815 h 26547"/>
              <a:gd name="connsiteX18" fmla="*/ 2972 w 21600"/>
              <a:gd name="connsiteY18" fmla="*/ 1815 h 26547"/>
              <a:gd name="connsiteX0" fmla="*/ 0 w 21600"/>
              <a:gd name="connsiteY0" fmla="*/ 3675 h 26547"/>
              <a:gd name="connsiteX1" fmla="*/ 18595 w 21600"/>
              <a:gd name="connsiteY1" fmla="*/ 3675 h 26547"/>
              <a:gd name="connsiteX2" fmla="*/ 18595 w 21600"/>
              <a:gd name="connsiteY2" fmla="*/ 18022 h 26547"/>
              <a:gd name="connsiteX3" fmla="*/ 0 w 21600"/>
              <a:gd name="connsiteY3" fmla="*/ 20782 h 26547"/>
              <a:gd name="connsiteX4" fmla="*/ 0 w 21600"/>
              <a:gd name="connsiteY4" fmla="*/ 3675 h 26547"/>
              <a:gd name="connsiteX5" fmla="*/ 1532 w 21600"/>
              <a:gd name="connsiteY5" fmla="*/ 3675 h 26547"/>
              <a:gd name="connsiteX6" fmla="*/ 1532 w 21600"/>
              <a:gd name="connsiteY6" fmla="*/ 1815 h 26547"/>
              <a:gd name="connsiteX7" fmla="*/ 20000 w 21600"/>
              <a:gd name="connsiteY7" fmla="*/ 1815 h 26547"/>
              <a:gd name="connsiteX8" fmla="*/ 20000 w 21600"/>
              <a:gd name="connsiteY8" fmla="*/ 16252 h 26547"/>
              <a:gd name="connsiteX9" fmla="*/ 18595 w 21600"/>
              <a:gd name="connsiteY9" fmla="*/ 16352 h 26547"/>
              <a:gd name="connsiteX10" fmla="*/ 2972 w 21600"/>
              <a:gd name="connsiteY10" fmla="*/ 1815 h 26547"/>
              <a:gd name="connsiteX11" fmla="*/ 2972 w 21600"/>
              <a:gd name="connsiteY11" fmla="*/ 0 h 26547"/>
              <a:gd name="connsiteX12" fmla="*/ 21600 w 21600"/>
              <a:gd name="connsiteY12" fmla="*/ 0 h 26547"/>
              <a:gd name="connsiteX13" fmla="*/ 21600 w 21600"/>
              <a:gd name="connsiteY13" fmla="*/ 14392 h 26547"/>
              <a:gd name="connsiteX14" fmla="*/ 20000 w 21600"/>
              <a:gd name="connsiteY14" fmla="*/ 14467 h 26547"/>
              <a:gd name="connsiteX0" fmla="*/ 0 w 21600"/>
              <a:gd name="connsiteY0" fmla="*/ 20782 h 26547"/>
              <a:gd name="connsiteX1" fmla="*/ 9817 w 21600"/>
              <a:gd name="connsiteY1" fmla="*/ 26506 h 26547"/>
              <a:gd name="connsiteX2" fmla="*/ 18595 w 21600"/>
              <a:gd name="connsiteY2" fmla="*/ 18022 h 26547"/>
              <a:gd name="connsiteX3" fmla="*/ 18873 w 21600"/>
              <a:gd name="connsiteY3" fmla="*/ 25738 h 26547"/>
              <a:gd name="connsiteX4" fmla="*/ 20000 w 21600"/>
              <a:gd name="connsiteY4" fmla="*/ 16252 h 26547"/>
              <a:gd name="connsiteX5" fmla="*/ 20000 w 21600"/>
              <a:gd name="connsiteY5" fmla="*/ 14467 h 26547"/>
              <a:gd name="connsiteX6" fmla="*/ 21600 w 21600"/>
              <a:gd name="connsiteY6" fmla="*/ 14392 h 26547"/>
              <a:gd name="connsiteX7" fmla="*/ 21600 w 21600"/>
              <a:gd name="connsiteY7" fmla="*/ 0 h 26547"/>
              <a:gd name="connsiteX8" fmla="*/ 2972 w 21600"/>
              <a:gd name="connsiteY8" fmla="*/ 0 h 26547"/>
              <a:gd name="connsiteX9" fmla="*/ 2972 w 21600"/>
              <a:gd name="connsiteY9" fmla="*/ 1815 h 26547"/>
              <a:gd name="connsiteX10" fmla="*/ 1532 w 21600"/>
              <a:gd name="connsiteY10" fmla="*/ 1815 h 26547"/>
              <a:gd name="connsiteX11" fmla="*/ 1532 w 21600"/>
              <a:gd name="connsiteY11" fmla="*/ 3675 h 26547"/>
              <a:gd name="connsiteX12" fmla="*/ 0 w 21600"/>
              <a:gd name="connsiteY12" fmla="*/ 3675 h 26547"/>
              <a:gd name="connsiteX13" fmla="*/ 0 w 21600"/>
              <a:gd name="connsiteY13" fmla="*/ 20782 h 26547"/>
              <a:gd name="connsiteX0" fmla="*/ 0 w 21600"/>
              <a:gd name="connsiteY0" fmla="*/ 20782 h 25763"/>
              <a:gd name="connsiteX1" fmla="*/ 18595 w 21600"/>
              <a:gd name="connsiteY1" fmla="*/ 18022 h 25763"/>
              <a:gd name="connsiteX2" fmla="*/ 18595 w 21600"/>
              <a:gd name="connsiteY2" fmla="*/ 3675 h 25763"/>
              <a:gd name="connsiteX3" fmla="*/ 0 w 21600"/>
              <a:gd name="connsiteY3" fmla="*/ 3675 h 25763"/>
              <a:gd name="connsiteX4" fmla="*/ 0 w 21600"/>
              <a:gd name="connsiteY4" fmla="*/ 20782 h 25763"/>
              <a:gd name="connsiteX5" fmla="*/ 1532 w 21600"/>
              <a:gd name="connsiteY5" fmla="*/ 3675 h 25763"/>
              <a:gd name="connsiteX6" fmla="*/ 1532 w 21600"/>
              <a:gd name="connsiteY6" fmla="*/ 1815 h 25763"/>
              <a:gd name="connsiteX7" fmla="*/ 20000 w 21600"/>
              <a:gd name="connsiteY7" fmla="*/ 1815 h 25763"/>
              <a:gd name="connsiteX8" fmla="*/ 20000 w 21600"/>
              <a:gd name="connsiteY8" fmla="*/ 16252 h 25763"/>
              <a:gd name="connsiteX9" fmla="*/ 18595 w 21600"/>
              <a:gd name="connsiteY9" fmla="*/ 16352 h 25763"/>
              <a:gd name="connsiteX10" fmla="*/ 18595 w 21600"/>
              <a:gd name="connsiteY10" fmla="*/ 3675 h 25763"/>
              <a:gd name="connsiteX11" fmla="*/ 1532 w 21600"/>
              <a:gd name="connsiteY11" fmla="*/ 3675 h 25763"/>
              <a:gd name="connsiteX12" fmla="*/ 2972 w 21600"/>
              <a:gd name="connsiteY12" fmla="*/ 1815 h 25763"/>
              <a:gd name="connsiteX13" fmla="*/ 2972 w 21600"/>
              <a:gd name="connsiteY13" fmla="*/ 0 h 25763"/>
              <a:gd name="connsiteX14" fmla="*/ 21600 w 21600"/>
              <a:gd name="connsiteY14" fmla="*/ 0 h 25763"/>
              <a:gd name="connsiteX15" fmla="*/ 21600 w 21600"/>
              <a:gd name="connsiteY15" fmla="*/ 14392 h 25763"/>
              <a:gd name="connsiteX16" fmla="*/ 20000 w 21600"/>
              <a:gd name="connsiteY16" fmla="*/ 14467 h 25763"/>
              <a:gd name="connsiteX17" fmla="*/ 20000 w 21600"/>
              <a:gd name="connsiteY17" fmla="*/ 1815 h 25763"/>
              <a:gd name="connsiteX18" fmla="*/ 2972 w 21600"/>
              <a:gd name="connsiteY18" fmla="*/ 1815 h 25763"/>
              <a:gd name="connsiteX0" fmla="*/ 0 w 21600"/>
              <a:gd name="connsiteY0" fmla="*/ 3675 h 25763"/>
              <a:gd name="connsiteX1" fmla="*/ 18595 w 21600"/>
              <a:gd name="connsiteY1" fmla="*/ 3675 h 25763"/>
              <a:gd name="connsiteX2" fmla="*/ 18595 w 21600"/>
              <a:gd name="connsiteY2" fmla="*/ 18022 h 25763"/>
              <a:gd name="connsiteX3" fmla="*/ 0 w 21600"/>
              <a:gd name="connsiteY3" fmla="*/ 20782 h 25763"/>
              <a:gd name="connsiteX4" fmla="*/ 0 w 21600"/>
              <a:gd name="connsiteY4" fmla="*/ 3675 h 25763"/>
              <a:gd name="connsiteX5" fmla="*/ 1532 w 21600"/>
              <a:gd name="connsiteY5" fmla="*/ 3675 h 25763"/>
              <a:gd name="connsiteX6" fmla="*/ 1532 w 21600"/>
              <a:gd name="connsiteY6" fmla="*/ 1815 h 25763"/>
              <a:gd name="connsiteX7" fmla="*/ 20000 w 21600"/>
              <a:gd name="connsiteY7" fmla="*/ 1815 h 25763"/>
              <a:gd name="connsiteX8" fmla="*/ 20000 w 21600"/>
              <a:gd name="connsiteY8" fmla="*/ 16252 h 25763"/>
              <a:gd name="connsiteX9" fmla="*/ 18595 w 21600"/>
              <a:gd name="connsiteY9" fmla="*/ 16352 h 25763"/>
              <a:gd name="connsiteX10" fmla="*/ 2972 w 21600"/>
              <a:gd name="connsiteY10" fmla="*/ 1815 h 25763"/>
              <a:gd name="connsiteX11" fmla="*/ 2972 w 21600"/>
              <a:gd name="connsiteY11" fmla="*/ 0 h 25763"/>
              <a:gd name="connsiteX12" fmla="*/ 21600 w 21600"/>
              <a:gd name="connsiteY12" fmla="*/ 0 h 25763"/>
              <a:gd name="connsiteX13" fmla="*/ 21600 w 21600"/>
              <a:gd name="connsiteY13" fmla="*/ 14392 h 25763"/>
              <a:gd name="connsiteX14" fmla="*/ 20000 w 21600"/>
              <a:gd name="connsiteY14" fmla="*/ 14467 h 25763"/>
              <a:gd name="connsiteX0" fmla="*/ 0 w 21600"/>
              <a:gd name="connsiteY0" fmla="*/ 20782 h 25763"/>
              <a:gd name="connsiteX1" fmla="*/ 10652 w 21600"/>
              <a:gd name="connsiteY1" fmla="*/ 22896 h 25763"/>
              <a:gd name="connsiteX2" fmla="*/ 18595 w 21600"/>
              <a:gd name="connsiteY2" fmla="*/ 18022 h 25763"/>
              <a:gd name="connsiteX3" fmla="*/ 18873 w 21600"/>
              <a:gd name="connsiteY3" fmla="*/ 25738 h 25763"/>
              <a:gd name="connsiteX4" fmla="*/ 20000 w 21600"/>
              <a:gd name="connsiteY4" fmla="*/ 16252 h 25763"/>
              <a:gd name="connsiteX5" fmla="*/ 20000 w 21600"/>
              <a:gd name="connsiteY5" fmla="*/ 14467 h 25763"/>
              <a:gd name="connsiteX6" fmla="*/ 21600 w 21600"/>
              <a:gd name="connsiteY6" fmla="*/ 14392 h 25763"/>
              <a:gd name="connsiteX7" fmla="*/ 21600 w 21600"/>
              <a:gd name="connsiteY7" fmla="*/ 0 h 25763"/>
              <a:gd name="connsiteX8" fmla="*/ 2972 w 21600"/>
              <a:gd name="connsiteY8" fmla="*/ 0 h 25763"/>
              <a:gd name="connsiteX9" fmla="*/ 2972 w 21600"/>
              <a:gd name="connsiteY9" fmla="*/ 1815 h 25763"/>
              <a:gd name="connsiteX10" fmla="*/ 1532 w 21600"/>
              <a:gd name="connsiteY10" fmla="*/ 1815 h 25763"/>
              <a:gd name="connsiteX11" fmla="*/ 1532 w 21600"/>
              <a:gd name="connsiteY11" fmla="*/ 3675 h 25763"/>
              <a:gd name="connsiteX12" fmla="*/ 0 w 21600"/>
              <a:gd name="connsiteY12" fmla="*/ 3675 h 25763"/>
              <a:gd name="connsiteX13" fmla="*/ 0 w 21600"/>
              <a:gd name="connsiteY13" fmla="*/ 20782 h 25763"/>
              <a:gd name="connsiteX0" fmla="*/ 0 w 21600"/>
              <a:gd name="connsiteY0" fmla="*/ 20782 h 25763"/>
              <a:gd name="connsiteX1" fmla="*/ 18595 w 21600"/>
              <a:gd name="connsiteY1" fmla="*/ 18022 h 25763"/>
              <a:gd name="connsiteX2" fmla="*/ 18595 w 21600"/>
              <a:gd name="connsiteY2" fmla="*/ 3675 h 25763"/>
              <a:gd name="connsiteX3" fmla="*/ 0 w 21600"/>
              <a:gd name="connsiteY3" fmla="*/ 3675 h 25763"/>
              <a:gd name="connsiteX4" fmla="*/ 0 w 21600"/>
              <a:gd name="connsiteY4" fmla="*/ 20782 h 25763"/>
              <a:gd name="connsiteX5" fmla="*/ 1532 w 21600"/>
              <a:gd name="connsiteY5" fmla="*/ 3675 h 25763"/>
              <a:gd name="connsiteX6" fmla="*/ 1532 w 21600"/>
              <a:gd name="connsiteY6" fmla="*/ 1815 h 25763"/>
              <a:gd name="connsiteX7" fmla="*/ 20000 w 21600"/>
              <a:gd name="connsiteY7" fmla="*/ 1815 h 25763"/>
              <a:gd name="connsiteX8" fmla="*/ 20000 w 21600"/>
              <a:gd name="connsiteY8" fmla="*/ 16252 h 25763"/>
              <a:gd name="connsiteX9" fmla="*/ 18595 w 21600"/>
              <a:gd name="connsiteY9" fmla="*/ 16352 h 25763"/>
              <a:gd name="connsiteX10" fmla="*/ 18595 w 21600"/>
              <a:gd name="connsiteY10" fmla="*/ 3675 h 25763"/>
              <a:gd name="connsiteX11" fmla="*/ 1532 w 21600"/>
              <a:gd name="connsiteY11" fmla="*/ 3675 h 25763"/>
              <a:gd name="connsiteX12" fmla="*/ 2972 w 21600"/>
              <a:gd name="connsiteY12" fmla="*/ 1815 h 25763"/>
              <a:gd name="connsiteX13" fmla="*/ 2972 w 21600"/>
              <a:gd name="connsiteY13" fmla="*/ 0 h 25763"/>
              <a:gd name="connsiteX14" fmla="*/ 21600 w 21600"/>
              <a:gd name="connsiteY14" fmla="*/ 0 h 25763"/>
              <a:gd name="connsiteX15" fmla="*/ 21600 w 21600"/>
              <a:gd name="connsiteY15" fmla="*/ 14392 h 25763"/>
              <a:gd name="connsiteX16" fmla="*/ 20000 w 21600"/>
              <a:gd name="connsiteY16" fmla="*/ 14467 h 25763"/>
              <a:gd name="connsiteX17" fmla="*/ 20000 w 21600"/>
              <a:gd name="connsiteY17" fmla="*/ 1815 h 25763"/>
              <a:gd name="connsiteX18" fmla="*/ 2972 w 21600"/>
              <a:gd name="connsiteY18" fmla="*/ 1815 h 25763"/>
              <a:gd name="connsiteX0" fmla="*/ 0 w 21600"/>
              <a:gd name="connsiteY0" fmla="*/ 3675 h 25763"/>
              <a:gd name="connsiteX1" fmla="*/ 18595 w 21600"/>
              <a:gd name="connsiteY1" fmla="*/ 3675 h 25763"/>
              <a:gd name="connsiteX2" fmla="*/ 18595 w 21600"/>
              <a:gd name="connsiteY2" fmla="*/ 18022 h 25763"/>
              <a:gd name="connsiteX3" fmla="*/ 0 w 21600"/>
              <a:gd name="connsiteY3" fmla="*/ 20782 h 25763"/>
              <a:gd name="connsiteX4" fmla="*/ 0 w 21600"/>
              <a:gd name="connsiteY4" fmla="*/ 3675 h 25763"/>
              <a:gd name="connsiteX5" fmla="*/ 1532 w 21600"/>
              <a:gd name="connsiteY5" fmla="*/ 3675 h 25763"/>
              <a:gd name="connsiteX6" fmla="*/ 1532 w 21600"/>
              <a:gd name="connsiteY6" fmla="*/ 1815 h 25763"/>
              <a:gd name="connsiteX7" fmla="*/ 20000 w 21600"/>
              <a:gd name="connsiteY7" fmla="*/ 1815 h 25763"/>
              <a:gd name="connsiteX8" fmla="*/ 20000 w 21600"/>
              <a:gd name="connsiteY8" fmla="*/ 16252 h 25763"/>
              <a:gd name="connsiteX9" fmla="*/ 18595 w 21600"/>
              <a:gd name="connsiteY9" fmla="*/ 16352 h 25763"/>
              <a:gd name="connsiteX10" fmla="*/ 2972 w 21600"/>
              <a:gd name="connsiteY10" fmla="*/ 1815 h 25763"/>
              <a:gd name="connsiteX11" fmla="*/ 2972 w 21600"/>
              <a:gd name="connsiteY11" fmla="*/ 0 h 25763"/>
              <a:gd name="connsiteX12" fmla="*/ 21600 w 21600"/>
              <a:gd name="connsiteY12" fmla="*/ 0 h 25763"/>
              <a:gd name="connsiteX13" fmla="*/ 21600 w 21600"/>
              <a:gd name="connsiteY13" fmla="*/ 14392 h 25763"/>
              <a:gd name="connsiteX14" fmla="*/ 20000 w 21600"/>
              <a:gd name="connsiteY14" fmla="*/ 14467 h 25763"/>
              <a:gd name="connsiteX0" fmla="*/ 0 w 21600"/>
              <a:gd name="connsiteY0" fmla="*/ 20782 h 25763"/>
              <a:gd name="connsiteX1" fmla="*/ 10652 w 21600"/>
              <a:gd name="connsiteY1" fmla="*/ 22896 h 25763"/>
              <a:gd name="connsiteX2" fmla="*/ 18165 w 21600"/>
              <a:gd name="connsiteY2" fmla="*/ 24340 h 25763"/>
              <a:gd name="connsiteX3" fmla="*/ 18595 w 21600"/>
              <a:gd name="connsiteY3" fmla="*/ 18022 h 25763"/>
              <a:gd name="connsiteX4" fmla="*/ 18873 w 21600"/>
              <a:gd name="connsiteY4" fmla="*/ 25738 h 25763"/>
              <a:gd name="connsiteX5" fmla="*/ 20000 w 21600"/>
              <a:gd name="connsiteY5" fmla="*/ 16252 h 25763"/>
              <a:gd name="connsiteX6" fmla="*/ 20000 w 21600"/>
              <a:gd name="connsiteY6" fmla="*/ 14467 h 25763"/>
              <a:gd name="connsiteX7" fmla="*/ 21600 w 21600"/>
              <a:gd name="connsiteY7" fmla="*/ 14392 h 25763"/>
              <a:gd name="connsiteX8" fmla="*/ 21600 w 21600"/>
              <a:gd name="connsiteY8" fmla="*/ 0 h 25763"/>
              <a:gd name="connsiteX9" fmla="*/ 2972 w 21600"/>
              <a:gd name="connsiteY9" fmla="*/ 0 h 25763"/>
              <a:gd name="connsiteX10" fmla="*/ 2972 w 21600"/>
              <a:gd name="connsiteY10" fmla="*/ 1815 h 25763"/>
              <a:gd name="connsiteX11" fmla="*/ 1532 w 21600"/>
              <a:gd name="connsiteY11" fmla="*/ 1815 h 25763"/>
              <a:gd name="connsiteX12" fmla="*/ 1532 w 21600"/>
              <a:gd name="connsiteY12" fmla="*/ 3675 h 25763"/>
              <a:gd name="connsiteX13" fmla="*/ 0 w 21600"/>
              <a:gd name="connsiteY13" fmla="*/ 3675 h 25763"/>
              <a:gd name="connsiteX14" fmla="*/ 0 w 21600"/>
              <a:gd name="connsiteY14" fmla="*/ 20782 h 257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1600" h="25763" stroke="0" extrusionOk="0">
                <a:moveTo>
                  <a:pt x="0" y="20782"/>
                </a:moveTo>
                <a:cubicBezTo>
                  <a:pt x="9298" y="23542"/>
                  <a:pt x="9298" y="18022"/>
                  <a:pt x="18595" y="18022"/>
                </a:cubicBezTo>
                <a:lnTo>
                  <a:pt x="18595" y="3675"/>
                </a:lnTo>
                <a:lnTo>
                  <a:pt x="0" y="3675"/>
                </a:lnTo>
                <a:lnTo>
                  <a:pt x="0" y="20782"/>
                </a:lnTo>
                <a:close/>
                <a:moveTo>
                  <a:pt x="1532" y="3675"/>
                </a:moveTo>
                <a:lnTo>
                  <a:pt x="1532" y="1815"/>
                </a:lnTo>
                <a:lnTo>
                  <a:pt x="20000" y="1815"/>
                </a:lnTo>
                <a:lnTo>
                  <a:pt x="20000" y="16252"/>
                </a:lnTo>
                <a:cubicBezTo>
                  <a:pt x="19298" y="16252"/>
                  <a:pt x="18595" y="16352"/>
                  <a:pt x="18595" y="16352"/>
                </a:cubicBezTo>
                <a:lnTo>
                  <a:pt x="18595" y="3675"/>
                </a:lnTo>
                <a:lnTo>
                  <a:pt x="1532" y="3675"/>
                </a:lnTo>
                <a:close/>
                <a:moveTo>
                  <a:pt x="2972" y="1815"/>
                </a:moveTo>
                <a:lnTo>
                  <a:pt x="2972" y="0"/>
                </a:lnTo>
                <a:lnTo>
                  <a:pt x="21600" y="0"/>
                </a:lnTo>
                <a:lnTo>
                  <a:pt x="21600" y="14392"/>
                </a:lnTo>
                <a:cubicBezTo>
                  <a:pt x="20800" y="14392"/>
                  <a:pt x="20000" y="14467"/>
                  <a:pt x="20000" y="14467"/>
                </a:cubicBezTo>
                <a:lnTo>
                  <a:pt x="20000" y="1815"/>
                </a:lnTo>
                <a:lnTo>
                  <a:pt x="2972" y="1815"/>
                </a:lnTo>
                <a:close/>
              </a:path>
              <a:path w="21600" h="25763" fill="none" extrusionOk="0">
                <a:moveTo>
                  <a:pt x="0" y="3675"/>
                </a:moveTo>
                <a:lnTo>
                  <a:pt x="18595" y="3675"/>
                </a:lnTo>
                <a:lnTo>
                  <a:pt x="18595" y="18022"/>
                </a:lnTo>
                <a:cubicBezTo>
                  <a:pt x="9298" y="18022"/>
                  <a:pt x="9298" y="23542"/>
                  <a:pt x="0" y="20782"/>
                </a:cubicBezTo>
                <a:lnTo>
                  <a:pt x="0" y="3675"/>
                </a:lnTo>
                <a:close/>
                <a:moveTo>
                  <a:pt x="1532" y="3675"/>
                </a:moveTo>
                <a:lnTo>
                  <a:pt x="1532" y="1815"/>
                </a:lnTo>
                <a:lnTo>
                  <a:pt x="20000" y="1815"/>
                </a:lnTo>
                <a:lnTo>
                  <a:pt x="20000" y="16252"/>
                </a:lnTo>
                <a:cubicBezTo>
                  <a:pt x="19298" y="16252"/>
                  <a:pt x="18595" y="16352"/>
                  <a:pt x="18595" y="16352"/>
                </a:cubicBezTo>
                <a:moveTo>
                  <a:pt x="2972" y="1815"/>
                </a:moveTo>
                <a:lnTo>
                  <a:pt x="2972" y="0"/>
                </a:lnTo>
                <a:lnTo>
                  <a:pt x="21600" y="0"/>
                </a:lnTo>
                <a:lnTo>
                  <a:pt x="21600" y="14392"/>
                </a:lnTo>
                <a:cubicBezTo>
                  <a:pt x="20800" y="14392"/>
                  <a:pt x="20000" y="14467"/>
                  <a:pt x="20000" y="14467"/>
                </a:cubicBezTo>
              </a:path>
              <a:path w="21600" h="25763" fill="none" stroke="0">
                <a:moveTo>
                  <a:pt x="0" y="20782"/>
                </a:moveTo>
                <a:cubicBezTo>
                  <a:pt x="1590" y="23504"/>
                  <a:pt x="7553" y="23356"/>
                  <a:pt x="10652" y="22896"/>
                </a:cubicBezTo>
                <a:cubicBezTo>
                  <a:pt x="13540" y="22406"/>
                  <a:pt x="16841" y="25152"/>
                  <a:pt x="18165" y="24340"/>
                </a:cubicBezTo>
                <a:cubicBezTo>
                  <a:pt x="19489" y="23528"/>
                  <a:pt x="18338" y="16706"/>
                  <a:pt x="18595" y="18022"/>
                </a:cubicBezTo>
                <a:cubicBezTo>
                  <a:pt x="18595" y="17465"/>
                  <a:pt x="18873" y="26295"/>
                  <a:pt x="18873" y="25738"/>
                </a:cubicBezTo>
                <a:cubicBezTo>
                  <a:pt x="18873" y="25738"/>
                  <a:pt x="19298" y="16252"/>
                  <a:pt x="20000" y="16252"/>
                </a:cubicBezTo>
                <a:lnTo>
                  <a:pt x="20000" y="14467"/>
                </a:lnTo>
                <a:cubicBezTo>
                  <a:pt x="20000" y="14467"/>
                  <a:pt x="20800" y="14392"/>
                  <a:pt x="21600" y="14392"/>
                </a:cubicBezTo>
                <a:lnTo>
                  <a:pt x="21600" y="0"/>
                </a:lnTo>
                <a:lnTo>
                  <a:pt x="2972" y="0"/>
                </a:lnTo>
                <a:lnTo>
                  <a:pt x="2972" y="1815"/>
                </a:lnTo>
                <a:lnTo>
                  <a:pt x="1532" y="1815"/>
                </a:lnTo>
                <a:lnTo>
                  <a:pt x="1532" y="3675"/>
                </a:lnTo>
                <a:lnTo>
                  <a:pt x="0" y="3675"/>
                </a:lnTo>
                <a:lnTo>
                  <a:pt x="0" y="20782"/>
                </a:lnTo>
                <a:close/>
              </a:path>
            </a:pathLst>
          </a:custGeom>
          <a:solidFill>
            <a:srgbClr val="A7FFAB"/>
          </a:solidFill>
          <a:ln w="12700">
            <a:solidFill>
              <a:schemeClr val="accent1"/>
            </a:solidFill>
          </a:ln>
          <a:effectLst>
            <a:outerShdw blurRad="40000" dist="20000" dir="5400000" rotWithShape="0">
              <a:srgbClr val="000000">
                <a:alpha val="38000"/>
              </a:srgbClr>
            </a:outerShdw>
            <a:softEdge rad="12700"/>
          </a:effectLst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00"/>
                </a:solidFill>
              </a:rPr>
              <a:t>24t56</a:t>
            </a:r>
          </a:p>
        </p:txBody>
      </p:sp>
      <p:cxnSp>
        <p:nvCxnSpPr>
          <p:cNvPr id="38" name="Shape 200"/>
          <p:cNvCxnSpPr/>
          <p:nvPr/>
        </p:nvCxnSpPr>
        <p:spPr>
          <a:xfrm flipH="1" flipV="1">
            <a:off x="4732802" y="5631052"/>
            <a:ext cx="372598" cy="11474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43" name="TextBox 42"/>
          <p:cNvSpPr txBox="1"/>
          <p:nvPr/>
        </p:nvSpPr>
        <p:spPr>
          <a:xfrm>
            <a:off x="5852412" y="838200"/>
            <a:ext cx="2868843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Squash to 1 commit in FTR-10 branch</a:t>
            </a:r>
          </a:p>
          <a:p>
            <a:endParaRPr lang="en-US" dirty="0"/>
          </a:p>
          <a:p>
            <a:r>
              <a:rPr lang="en-US" dirty="0"/>
              <a:t>git reset –soft origin/master</a:t>
            </a:r>
            <a:br>
              <a:rPr lang="en-US" dirty="0"/>
            </a:br>
            <a:r>
              <a:rPr lang="en-US" dirty="0"/>
              <a:t>git commit -m “My awesome commit message” </a:t>
            </a:r>
          </a:p>
          <a:p>
            <a:endParaRPr lang="en-US" dirty="0"/>
          </a:p>
          <a:p>
            <a:r>
              <a:rPr lang="en-US" dirty="0"/>
              <a:t>(Possibly Rebase origin/master)</a:t>
            </a:r>
            <a:br>
              <a:rPr lang="en-US" dirty="0"/>
            </a:br>
            <a:r>
              <a:rPr lang="en-US" dirty="0"/>
              <a:t>git fetch origin</a:t>
            </a:r>
          </a:p>
          <a:p>
            <a:r>
              <a:rPr lang="en-US" dirty="0"/>
              <a:t>git rebase origin/master</a:t>
            </a:r>
          </a:p>
        </p:txBody>
      </p:sp>
      <p:sp>
        <p:nvSpPr>
          <p:cNvPr id="35" name="Shape 198"/>
          <p:cNvSpPr/>
          <p:nvPr/>
        </p:nvSpPr>
        <p:spPr>
          <a:xfrm>
            <a:off x="5876496" y="489862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345r3</a:t>
            </a:r>
          </a:p>
        </p:txBody>
      </p:sp>
      <p:cxnSp>
        <p:nvCxnSpPr>
          <p:cNvPr id="44" name="Shape 200"/>
          <p:cNvCxnSpPr/>
          <p:nvPr/>
        </p:nvCxnSpPr>
        <p:spPr>
          <a:xfrm flipH="1" flipV="1">
            <a:off x="2426586" y="5053473"/>
            <a:ext cx="3429471" cy="1102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71" name="Shape 204"/>
          <p:cNvSpPr/>
          <p:nvPr/>
        </p:nvSpPr>
        <p:spPr>
          <a:xfrm>
            <a:off x="3897956" y="6142376"/>
            <a:ext cx="917438" cy="2730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working1</a:t>
            </a:r>
          </a:p>
        </p:txBody>
      </p:sp>
      <p:cxnSp>
        <p:nvCxnSpPr>
          <p:cNvPr id="72" name="Shape 205"/>
          <p:cNvCxnSpPr>
            <a:stCxn id="71" idx="0"/>
            <a:endCxn id="39" idx="2"/>
          </p:cNvCxnSpPr>
          <p:nvPr/>
        </p:nvCxnSpPr>
        <p:spPr>
          <a:xfrm flipH="1" flipV="1">
            <a:off x="4345499" y="5763543"/>
            <a:ext cx="11176" cy="378833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92" name="Shape 204"/>
          <p:cNvSpPr/>
          <p:nvPr/>
        </p:nvSpPr>
        <p:spPr>
          <a:xfrm>
            <a:off x="4959058" y="6431769"/>
            <a:ext cx="917438" cy="2730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working2</a:t>
            </a:r>
          </a:p>
        </p:txBody>
      </p:sp>
      <p:cxnSp>
        <p:nvCxnSpPr>
          <p:cNvPr id="93" name="Shape 205"/>
          <p:cNvCxnSpPr>
            <a:endCxn id="2" idx="0"/>
          </p:cNvCxnSpPr>
          <p:nvPr/>
        </p:nvCxnSpPr>
        <p:spPr>
          <a:xfrm flipV="1">
            <a:off x="5105400" y="5795034"/>
            <a:ext cx="0" cy="636735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96" name="Shape 204"/>
          <p:cNvSpPr/>
          <p:nvPr/>
        </p:nvSpPr>
        <p:spPr>
          <a:xfrm>
            <a:off x="2746238" y="1684576"/>
            <a:ext cx="917438" cy="2730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FTR-8</a:t>
            </a:r>
          </a:p>
        </p:txBody>
      </p:sp>
      <p:cxnSp>
        <p:nvCxnSpPr>
          <p:cNvPr id="97" name="Shape 205"/>
          <p:cNvCxnSpPr>
            <a:stCxn id="96" idx="2"/>
          </p:cNvCxnSpPr>
          <p:nvPr/>
        </p:nvCxnSpPr>
        <p:spPr>
          <a:xfrm flipH="1">
            <a:off x="2276063" y="1957576"/>
            <a:ext cx="928894" cy="344424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98" name="Shape 204"/>
          <p:cNvSpPr/>
          <p:nvPr/>
        </p:nvSpPr>
        <p:spPr>
          <a:xfrm>
            <a:off x="639181" y="1708599"/>
            <a:ext cx="917438" cy="2730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FTR-7</a:t>
            </a:r>
          </a:p>
        </p:txBody>
      </p:sp>
      <p:cxnSp>
        <p:nvCxnSpPr>
          <p:cNvPr id="99" name="Shape 205"/>
          <p:cNvCxnSpPr/>
          <p:nvPr/>
        </p:nvCxnSpPr>
        <p:spPr>
          <a:xfrm flipH="1">
            <a:off x="1086444" y="1981599"/>
            <a:ext cx="10124" cy="344424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47" name="Shape 204"/>
          <p:cNvSpPr/>
          <p:nvPr/>
        </p:nvSpPr>
        <p:spPr>
          <a:xfrm>
            <a:off x="1086444" y="4268738"/>
            <a:ext cx="1531531" cy="2730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origin/fix/FTR-10</a:t>
            </a:r>
          </a:p>
        </p:txBody>
      </p:sp>
      <p:sp>
        <p:nvSpPr>
          <p:cNvPr id="48" name="Shape 204"/>
          <p:cNvSpPr/>
          <p:nvPr/>
        </p:nvSpPr>
        <p:spPr>
          <a:xfrm>
            <a:off x="1667542" y="3074700"/>
            <a:ext cx="1227166" cy="3543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fix/FTR-10</a:t>
            </a:r>
          </a:p>
        </p:txBody>
      </p:sp>
      <p:sp>
        <p:nvSpPr>
          <p:cNvPr id="49" name="Shape 204"/>
          <p:cNvSpPr/>
          <p:nvPr/>
        </p:nvSpPr>
        <p:spPr>
          <a:xfrm>
            <a:off x="5708769" y="4268738"/>
            <a:ext cx="1132775" cy="2547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fix/FTR-10</a:t>
            </a:r>
          </a:p>
        </p:txBody>
      </p:sp>
    </p:spTree>
    <p:extLst>
      <p:ext uri="{BB962C8B-B14F-4D97-AF65-F5344CB8AC3E}">
        <p14:creationId xmlns:p14="http://schemas.microsoft.com/office/powerpoint/2010/main" val="40613885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Shape 190"/>
          <p:cNvSpPr txBox="1">
            <a:spLocks noGrp="1"/>
          </p:cNvSpPr>
          <p:nvPr>
            <p:ph type="sldNum" idx="12"/>
          </p:nvPr>
        </p:nvSpPr>
        <p:spPr>
          <a:xfrm>
            <a:off x="8077200" y="6553200"/>
            <a:ext cx="838200" cy="228600"/>
          </a:xfrm>
          <a:prstGeom prst="rect">
            <a:avLst/>
          </a:prstGeom>
        </p:spPr>
        <p:txBody>
          <a:bodyPr wrap="square" lIns="91425" tIns="45700" rIns="91425" bIns="45700" anchor="t" anchorCtr="0">
            <a:noAutofit/>
          </a:bodyPr>
          <a:lstStyle/>
          <a:p>
            <a:pPr lvl="0" rtl="0">
              <a:spcBef>
                <a:spcPts val="0"/>
              </a:spcBef>
              <a:buClr>
                <a:schemeClr val="lt2"/>
              </a:buClr>
              <a:buSzPct val="25000"/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 lang="en-US"/>
          </a:p>
        </p:txBody>
      </p:sp>
      <p:sp>
        <p:nvSpPr>
          <p:cNvPr id="191" name="Shape 191"/>
          <p:cNvSpPr/>
          <p:nvPr/>
        </p:nvSpPr>
        <p:spPr>
          <a:xfrm>
            <a:off x="710600" y="23215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/>
              <a:t>98ca9</a:t>
            </a:r>
          </a:p>
        </p:txBody>
      </p:sp>
      <p:sp>
        <p:nvSpPr>
          <p:cNvPr id="192" name="Shape 192"/>
          <p:cNvSpPr/>
          <p:nvPr/>
        </p:nvSpPr>
        <p:spPr>
          <a:xfrm>
            <a:off x="1893825" y="23215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/>
              <a:t>34ac2</a:t>
            </a:r>
          </a:p>
        </p:txBody>
      </p:sp>
      <p:cxnSp>
        <p:nvCxnSpPr>
          <p:cNvPr id="194" name="Shape 194"/>
          <p:cNvCxnSpPr>
            <a:stCxn id="192" idx="1"/>
            <a:endCxn id="191" idx="3"/>
          </p:cNvCxnSpPr>
          <p:nvPr/>
        </p:nvCxnSpPr>
        <p:spPr>
          <a:xfrm rot="10800000">
            <a:off x="1485225" y="2499250"/>
            <a:ext cx="4086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196" name="Shape 196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546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Merriweather"/>
              <a:buNone/>
            </a:pPr>
            <a:r>
              <a:rPr lang="en-US" dirty="0">
                <a:latin typeface="Merriweather"/>
                <a:ea typeface="Merriweather"/>
                <a:cs typeface="Merriweather"/>
                <a:sym typeface="Merriweather"/>
              </a:rPr>
              <a:t>Push -&gt; trigger CI, remove branch lcl-10 </a:t>
            </a:r>
          </a:p>
        </p:txBody>
      </p:sp>
      <p:sp>
        <p:nvSpPr>
          <p:cNvPr id="197" name="Shape 197"/>
          <p:cNvSpPr/>
          <p:nvPr/>
        </p:nvSpPr>
        <p:spPr>
          <a:xfrm>
            <a:off x="489200" y="48876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/>
              <a:t>98ca9</a:t>
            </a:r>
          </a:p>
        </p:txBody>
      </p:sp>
      <p:sp>
        <p:nvSpPr>
          <p:cNvPr id="198" name="Shape 198"/>
          <p:cNvSpPr/>
          <p:nvPr/>
        </p:nvSpPr>
        <p:spPr>
          <a:xfrm>
            <a:off x="1672425" y="48876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34ac2</a:t>
            </a:r>
          </a:p>
        </p:txBody>
      </p:sp>
      <p:cxnSp>
        <p:nvCxnSpPr>
          <p:cNvPr id="200" name="Shape 200"/>
          <p:cNvCxnSpPr>
            <a:stCxn id="198" idx="1"/>
            <a:endCxn id="197" idx="3"/>
          </p:cNvCxnSpPr>
          <p:nvPr/>
        </p:nvCxnSpPr>
        <p:spPr>
          <a:xfrm rot="10800000">
            <a:off x="1263825" y="5065350"/>
            <a:ext cx="4086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202" name="Shape 202"/>
          <p:cNvSpPr txBox="1"/>
          <p:nvPr/>
        </p:nvSpPr>
        <p:spPr>
          <a:xfrm>
            <a:off x="0" y="1150050"/>
            <a:ext cx="2281125" cy="546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-US" sz="1800" dirty="0"/>
              <a:t>Remote Repository</a:t>
            </a:r>
          </a:p>
        </p:txBody>
      </p:sp>
      <p:sp>
        <p:nvSpPr>
          <p:cNvPr id="203" name="Shape 203"/>
          <p:cNvSpPr txBox="1"/>
          <p:nvPr/>
        </p:nvSpPr>
        <p:spPr>
          <a:xfrm>
            <a:off x="65825" y="3822500"/>
            <a:ext cx="2395950" cy="546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-US" sz="1800" dirty="0"/>
              <a:t>Local Repository</a:t>
            </a:r>
          </a:p>
        </p:txBody>
      </p:sp>
      <p:sp>
        <p:nvSpPr>
          <p:cNvPr id="204" name="Shape 204"/>
          <p:cNvSpPr/>
          <p:nvPr/>
        </p:nvSpPr>
        <p:spPr>
          <a:xfrm>
            <a:off x="2694843" y="4268738"/>
            <a:ext cx="1343757" cy="2730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origin/master</a:t>
            </a:r>
          </a:p>
        </p:txBody>
      </p:sp>
      <p:cxnSp>
        <p:nvCxnSpPr>
          <p:cNvPr id="205" name="Shape 205"/>
          <p:cNvCxnSpPr>
            <a:stCxn id="204" idx="2"/>
            <a:endCxn id="198" idx="0"/>
          </p:cNvCxnSpPr>
          <p:nvPr/>
        </p:nvCxnSpPr>
        <p:spPr>
          <a:xfrm flipH="1">
            <a:off x="2059725" y="4541738"/>
            <a:ext cx="1306997" cy="345862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208" name="Shape 208"/>
          <p:cNvSpPr/>
          <p:nvPr/>
        </p:nvSpPr>
        <p:spPr>
          <a:xfrm>
            <a:off x="1849425" y="1696050"/>
            <a:ext cx="863400" cy="2547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master</a:t>
            </a:r>
          </a:p>
        </p:txBody>
      </p:sp>
      <p:cxnSp>
        <p:nvCxnSpPr>
          <p:cNvPr id="209" name="Shape 209"/>
          <p:cNvCxnSpPr>
            <a:stCxn id="208" idx="2"/>
            <a:endCxn id="192" idx="0"/>
          </p:cNvCxnSpPr>
          <p:nvPr/>
        </p:nvCxnSpPr>
        <p:spPr>
          <a:xfrm>
            <a:off x="2281125" y="1950750"/>
            <a:ext cx="0" cy="37075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215" name="Shape 215"/>
          <p:cNvCxnSpPr/>
          <p:nvPr/>
        </p:nvCxnSpPr>
        <p:spPr>
          <a:xfrm>
            <a:off x="32125" y="3822500"/>
            <a:ext cx="5171700" cy="162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37" name="Shape 205"/>
          <p:cNvCxnSpPr>
            <a:endCxn id="198" idx="0"/>
          </p:cNvCxnSpPr>
          <p:nvPr/>
        </p:nvCxnSpPr>
        <p:spPr>
          <a:xfrm>
            <a:off x="2059725" y="4541738"/>
            <a:ext cx="0" cy="345862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62" name="Shape 205"/>
          <p:cNvCxnSpPr>
            <a:endCxn id="35" idx="0"/>
          </p:cNvCxnSpPr>
          <p:nvPr/>
        </p:nvCxnSpPr>
        <p:spPr>
          <a:xfrm>
            <a:off x="6225199" y="4541738"/>
            <a:ext cx="38597" cy="356882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31" name="Shape 212"/>
          <p:cNvSpPr/>
          <p:nvPr/>
        </p:nvSpPr>
        <p:spPr>
          <a:xfrm>
            <a:off x="5804297" y="3660950"/>
            <a:ext cx="838200" cy="355500"/>
          </a:xfrm>
          <a:prstGeom prst="rect">
            <a:avLst/>
          </a:prstGeom>
          <a:solidFill>
            <a:srgbClr val="666666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>
                <a:solidFill>
                  <a:srgbClr val="FFFFFF"/>
                </a:solidFill>
              </a:rPr>
              <a:t>HEAD</a:t>
            </a:r>
          </a:p>
        </p:txBody>
      </p:sp>
      <p:cxnSp>
        <p:nvCxnSpPr>
          <p:cNvPr id="34" name="Shape 205"/>
          <p:cNvCxnSpPr>
            <a:stCxn id="31" idx="2"/>
          </p:cNvCxnSpPr>
          <p:nvPr/>
        </p:nvCxnSpPr>
        <p:spPr>
          <a:xfrm>
            <a:off x="6223397" y="4016450"/>
            <a:ext cx="1802" cy="252288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41" name="Shape 198"/>
          <p:cNvSpPr/>
          <p:nvPr/>
        </p:nvSpPr>
        <p:spPr>
          <a:xfrm>
            <a:off x="2879962" y="5412739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67def</a:t>
            </a:r>
          </a:p>
        </p:txBody>
      </p:sp>
      <p:cxnSp>
        <p:nvCxnSpPr>
          <p:cNvPr id="42" name="Shape 200"/>
          <p:cNvCxnSpPr>
            <a:stCxn id="41" idx="1"/>
            <a:endCxn id="198" idx="3"/>
          </p:cNvCxnSpPr>
          <p:nvPr/>
        </p:nvCxnSpPr>
        <p:spPr>
          <a:xfrm flipH="1" flipV="1">
            <a:off x="2447025" y="5065350"/>
            <a:ext cx="432937" cy="525139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39" name="Shape 198"/>
          <p:cNvSpPr/>
          <p:nvPr/>
        </p:nvSpPr>
        <p:spPr>
          <a:xfrm>
            <a:off x="3958199" y="5408043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347e4</a:t>
            </a:r>
          </a:p>
        </p:txBody>
      </p:sp>
      <p:cxnSp>
        <p:nvCxnSpPr>
          <p:cNvPr id="40" name="Shape 200"/>
          <p:cNvCxnSpPr>
            <a:endCxn id="41" idx="3"/>
          </p:cNvCxnSpPr>
          <p:nvPr/>
        </p:nvCxnSpPr>
        <p:spPr>
          <a:xfrm flipH="1">
            <a:off x="3654562" y="5590489"/>
            <a:ext cx="269268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2" name="Flowchart: Multidocument 1"/>
          <p:cNvSpPr/>
          <p:nvPr/>
        </p:nvSpPr>
        <p:spPr>
          <a:xfrm>
            <a:off x="5105400" y="5424314"/>
            <a:ext cx="999626" cy="459574"/>
          </a:xfrm>
          <a:custGeom>
            <a:avLst/>
            <a:gdLst>
              <a:gd name="connsiteX0" fmla="*/ 0 w 21600"/>
              <a:gd name="connsiteY0" fmla="*/ 20782 h 21600"/>
              <a:gd name="connsiteX1" fmla="*/ 18595 w 21600"/>
              <a:gd name="connsiteY1" fmla="*/ 18022 h 21600"/>
              <a:gd name="connsiteX2" fmla="*/ 18595 w 21600"/>
              <a:gd name="connsiteY2" fmla="*/ 3675 h 21600"/>
              <a:gd name="connsiteX3" fmla="*/ 0 w 21600"/>
              <a:gd name="connsiteY3" fmla="*/ 3675 h 21600"/>
              <a:gd name="connsiteX4" fmla="*/ 0 w 21600"/>
              <a:gd name="connsiteY4" fmla="*/ 20782 h 21600"/>
              <a:gd name="connsiteX5" fmla="*/ 1532 w 21600"/>
              <a:gd name="connsiteY5" fmla="*/ 3675 h 21600"/>
              <a:gd name="connsiteX6" fmla="*/ 1532 w 21600"/>
              <a:gd name="connsiteY6" fmla="*/ 1815 h 21600"/>
              <a:gd name="connsiteX7" fmla="*/ 20000 w 21600"/>
              <a:gd name="connsiteY7" fmla="*/ 1815 h 21600"/>
              <a:gd name="connsiteX8" fmla="*/ 20000 w 21600"/>
              <a:gd name="connsiteY8" fmla="*/ 16252 h 21600"/>
              <a:gd name="connsiteX9" fmla="*/ 18595 w 21600"/>
              <a:gd name="connsiteY9" fmla="*/ 16352 h 21600"/>
              <a:gd name="connsiteX10" fmla="*/ 18595 w 21600"/>
              <a:gd name="connsiteY10" fmla="*/ 3675 h 21600"/>
              <a:gd name="connsiteX11" fmla="*/ 1532 w 21600"/>
              <a:gd name="connsiteY11" fmla="*/ 3675 h 21600"/>
              <a:gd name="connsiteX12" fmla="*/ 2972 w 21600"/>
              <a:gd name="connsiteY12" fmla="*/ 1815 h 21600"/>
              <a:gd name="connsiteX13" fmla="*/ 2972 w 21600"/>
              <a:gd name="connsiteY13" fmla="*/ 0 h 21600"/>
              <a:gd name="connsiteX14" fmla="*/ 21600 w 21600"/>
              <a:gd name="connsiteY14" fmla="*/ 0 h 21600"/>
              <a:gd name="connsiteX15" fmla="*/ 21600 w 21600"/>
              <a:gd name="connsiteY15" fmla="*/ 14392 h 21600"/>
              <a:gd name="connsiteX16" fmla="*/ 20000 w 21600"/>
              <a:gd name="connsiteY16" fmla="*/ 14467 h 21600"/>
              <a:gd name="connsiteX17" fmla="*/ 20000 w 21600"/>
              <a:gd name="connsiteY17" fmla="*/ 1815 h 21600"/>
              <a:gd name="connsiteX18" fmla="*/ 2972 w 21600"/>
              <a:gd name="connsiteY18" fmla="*/ 1815 h 21600"/>
              <a:gd name="connsiteX0" fmla="*/ 0 w 21600"/>
              <a:gd name="connsiteY0" fmla="*/ 3675 h 21600"/>
              <a:gd name="connsiteX1" fmla="*/ 18595 w 21600"/>
              <a:gd name="connsiteY1" fmla="*/ 3675 h 21600"/>
              <a:gd name="connsiteX2" fmla="*/ 18595 w 21600"/>
              <a:gd name="connsiteY2" fmla="*/ 18022 h 21600"/>
              <a:gd name="connsiteX3" fmla="*/ 0 w 21600"/>
              <a:gd name="connsiteY3" fmla="*/ 20782 h 21600"/>
              <a:gd name="connsiteX4" fmla="*/ 0 w 21600"/>
              <a:gd name="connsiteY4" fmla="*/ 3675 h 21600"/>
              <a:gd name="connsiteX5" fmla="*/ 1532 w 21600"/>
              <a:gd name="connsiteY5" fmla="*/ 3675 h 21600"/>
              <a:gd name="connsiteX6" fmla="*/ 1532 w 21600"/>
              <a:gd name="connsiteY6" fmla="*/ 1815 h 21600"/>
              <a:gd name="connsiteX7" fmla="*/ 20000 w 21600"/>
              <a:gd name="connsiteY7" fmla="*/ 1815 h 21600"/>
              <a:gd name="connsiteX8" fmla="*/ 20000 w 21600"/>
              <a:gd name="connsiteY8" fmla="*/ 16252 h 21600"/>
              <a:gd name="connsiteX9" fmla="*/ 18595 w 21600"/>
              <a:gd name="connsiteY9" fmla="*/ 16352 h 21600"/>
              <a:gd name="connsiteX10" fmla="*/ 2972 w 21600"/>
              <a:gd name="connsiteY10" fmla="*/ 1815 h 21600"/>
              <a:gd name="connsiteX11" fmla="*/ 2972 w 21600"/>
              <a:gd name="connsiteY11" fmla="*/ 0 h 21600"/>
              <a:gd name="connsiteX12" fmla="*/ 21600 w 21600"/>
              <a:gd name="connsiteY12" fmla="*/ 0 h 21600"/>
              <a:gd name="connsiteX13" fmla="*/ 21600 w 21600"/>
              <a:gd name="connsiteY13" fmla="*/ 14392 h 21600"/>
              <a:gd name="connsiteX14" fmla="*/ 20000 w 21600"/>
              <a:gd name="connsiteY14" fmla="*/ 14467 h 21600"/>
              <a:gd name="connsiteX0" fmla="*/ 0 w 21600"/>
              <a:gd name="connsiteY0" fmla="*/ 20782 h 21600"/>
              <a:gd name="connsiteX1" fmla="*/ 18595 w 21600"/>
              <a:gd name="connsiteY1" fmla="*/ 18022 h 21600"/>
              <a:gd name="connsiteX2" fmla="*/ 18595 w 21600"/>
              <a:gd name="connsiteY2" fmla="*/ 16352 h 21600"/>
              <a:gd name="connsiteX3" fmla="*/ 20000 w 21600"/>
              <a:gd name="connsiteY3" fmla="*/ 16252 h 21600"/>
              <a:gd name="connsiteX4" fmla="*/ 20000 w 21600"/>
              <a:gd name="connsiteY4" fmla="*/ 14467 h 21600"/>
              <a:gd name="connsiteX5" fmla="*/ 21600 w 21600"/>
              <a:gd name="connsiteY5" fmla="*/ 14392 h 21600"/>
              <a:gd name="connsiteX6" fmla="*/ 21600 w 21600"/>
              <a:gd name="connsiteY6" fmla="*/ 0 h 21600"/>
              <a:gd name="connsiteX7" fmla="*/ 2972 w 21600"/>
              <a:gd name="connsiteY7" fmla="*/ 0 h 21600"/>
              <a:gd name="connsiteX8" fmla="*/ 2972 w 21600"/>
              <a:gd name="connsiteY8" fmla="*/ 1815 h 21600"/>
              <a:gd name="connsiteX9" fmla="*/ 1532 w 21600"/>
              <a:gd name="connsiteY9" fmla="*/ 1815 h 21600"/>
              <a:gd name="connsiteX10" fmla="*/ 1532 w 21600"/>
              <a:gd name="connsiteY10" fmla="*/ 3675 h 21600"/>
              <a:gd name="connsiteX11" fmla="*/ 0 w 21600"/>
              <a:gd name="connsiteY11" fmla="*/ 3675 h 21600"/>
              <a:gd name="connsiteX12" fmla="*/ 0 w 21600"/>
              <a:gd name="connsiteY12" fmla="*/ 20782 h 21600"/>
              <a:gd name="connsiteX0" fmla="*/ 0 w 21600"/>
              <a:gd name="connsiteY0" fmla="*/ 20782 h 25763"/>
              <a:gd name="connsiteX1" fmla="*/ 18595 w 21600"/>
              <a:gd name="connsiteY1" fmla="*/ 18022 h 25763"/>
              <a:gd name="connsiteX2" fmla="*/ 18595 w 21600"/>
              <a:gd name="connsiteY2" fmla="*/ 3675 h 25763"/>
              <a:gd name="connsiteX3" fmla="*/ 0 w 21600"/>
              <a:gd name="connsiteY3" fmla="*/ 3675 h 25763"/>
              <a:gd name="connsiteX4" fmla="*/ 0 w 21600"/>
              <a:gd name="connsiteY4" fmla="*/ 20782 h 25763"/>
              <a:gd name="connsiteX5" fmla="*/ 1532 w 21600"/>
              <a:gd name="connsiteY5" fmla="*/ 3675 h 25763"/>
              <a:gd name="connsiteX6" fmla="*/ 1532 w 21600"/>
              <a:gd name="connsiteY6" fmla="*/ 1815 h 25763"/>
              <a:gd name="connsiteX7" fmla="*/ 20000 w 21600"/>
              <a:gd name="connsiteY7" fmla="*/ 1815 h 25763"/>
              <a:gd name="connsiteX8" fmla="*/ 20000 w 21600"/>
              <a:gd name="connsiteY8" fmla="*/ 16252 h 25763"/>
              <a:gd name="connsiteX9" fmla="*/ 18595 w 21600"/>
              <a:gd name="connsiteY9" fmla="*/ 16352 h 25763"/>
              <a:gd name="connsiteX10" fmla="*/ 18595 w 21600"/>
              <a:gd name="connsiteY10" fmla="*/ 3675 h 25763"/>
              <a:gd name="connsiteX11" fmla="*/ 1532 w 21600"/>
              <a:gd name="connsiteY11" fmla="*/ 3675 h 25763"/>
              <a:gd name="connsiteX12" fmla="*/ 2972 w 21600"/>
              <a:gd name="connsiteY12" fmla="*/ 1815 h 25763"/>
              <a:gd name="connsiteX13" fmla="*/ 2972 w 21600"/>
              <a:gd name="connsiteY13" fmla="*/ 0 h 25763"/>
              <a:gd name="connsiteX14" fmla="*/ 21600 w 21600"/>
              <a:gd name="connsiteY14" fmla="*/ 0 h 25763"/>
              <a:gd name="connsiteX15" fmla="*/ 21600 w 21600"/>
              <a:gd name="connsiteY15" fmla="*/ 14392 h 25763"/>
              <a:gd name="connsiteX16" fmla="*/ 20000 w 21600"/>
              <a:gd name="connsiteY16" fmla="*/ 14467 h 25763"/>
              <a:gd name="connsiteX17" fmla="*/ 20000 w 21600"/>
              <a:gd name="connsiteY17" fmla="*/ 1815 h 25763"/>
              <a:gd name="connsiteX18" fmla="*/ 2972 w 21600"/>
              <a:gd name="connsiteY18" fmla="*/ 1815 h 25763"/>
              <a:gd name="connsiteX0" fmla="*/ 0 w 21600"/>
              <a:gd name="connsiteY0" fmla="*/ 3675 h 25763"/>
              <a:gd name="connsiteX1" fmla="*/ 18595 w 21600"/>
              <a:gd name="connsiteY1" fmla="*/ 3675 h 25763"/>
              <a:gd name="connsiteX2" fmla="*/ 18595 w 21600"/>
              <a:gd name="connsiteY2" fmla="*/ 18022 h 25763"/>
              <a:gd name="connsiteX3" fmla="*/ 0 w 21600"/>
              <a:gd name="connsiteY3" fmla="*/ 20782 h 25763"/>
              <a:gd name="connsiteX4" fmla="*/ 0 w 21600"/>
              <a:gd name="connsiteY4" fmla="*/ 3675 h 25763"/>
              <a:gd name="connsiteX5" fmla="*/ 1532 w 21600"/>
              <a:gd name="connsiteY5" fmla="*/ 3675 h 25763"/>
              <a:gd name="connsiteX6" fmla="*/ 1532 w 21600"/>
              <a:gd name="connsiteY6" fmla="*/ 1815 h 25763"/>
              <a:gd name="connsiteX7" fmla="*/ 20000 w 21600"/>
              <a:gd name="connsiteY7" fmla="*/ 1815 h 25763"/>
              <a:gd name="connsiteX8" fmla="*/ 20000 w 21600"/>
              <a:gd name="connsiteY8" fmla="*/ 16252 h 25763"/>
              <a:gd name="connsiteX9" fmla="*/ 18595 w 21600"/>
              <a:gd name="connsiteY9" fmla="*/ 16352 h 25763"/>
              <a:gd name="connsiteX10" fmla="*/ 2972 w 21600"/>
              <a:gd name="connsiteY10" fmla="*/ 1815 h 25763"/>
              <a:gd name="connsiteX11" fmla="*/ 2972 w 21600"/>
              <a:gd name="connsiteY11" fmla="*/ 0 h 25763"/>
              <a:gd name="connsiteX12" fmla="*/ 21600 w 21600"/>
              <a:gd name="connsiteY12" fmla="*/ 0 h 25763"/>
              <a:gd name="connsiteX13" fmla="*/ 21600 w 21600"/>
              <a:gd name="connsiteY13" fmla="*/ 14392 h 25763"/>
              <a:gd name="connsiteX14" fmla="*/ 20000 w 21600"/>
              <a:gd name="connsiteY14" fmla="*/ 14467 h 25763"/>
              <a:gd name="connsiteX0" fmla="*/ 0 w 21600"/>
              <a:gd name="connsiteY0" fmla="*/ 20782 h 25763"/>
              <a:gd name="connsiteX1" fmla="*/ 18595 w 21600"/>
              <a:gd name="connsiteY1" fmla="*/ 18022 h 25763"/>
              <a:gd name="connsiteX2" fmla="*/ 18873 w 21600"/>
              <a:gd name="connsiteY2" fmla="*/ 25738 h 25763"/>
              <a:gd name="connsiteX3" fmla="*/ 20000 w 21600"/>
              <a:gd name="connsiteY3" fmla="*/ 16252 h 25763"/>
              <a:gd name="connsiteX4" fmla="*/ 20000 w 21600"/>
              <a:gd name="connsiteY4" fmla="*/ 14467 h 25763"/>
              <a:gd name="connsiteX5" fmla="*/ 21600 w 21600"/>
              <a:gd name="connsiteY5" fmla="*/ 14392 h 25763"/>
              <a:gd name="connsiteX6" fmla="*/ 21600 w 21600"/>
              <a:gd name="connsiteY6" fmla="*/ 0 h 25763"/>
              <a:gd name="connsiteX7" fmla="*/ 2972 w 21600"/>
              <a:gd name="connsiteY7" fmla="*/ 0 h 25763"/>
              <a:gd name="connsiteX8" fmla="*/ 2972 w 21600"/>
              <a:gd name="connsiteY8" fmla="*/ 1815 h 25763"/>
              <a:gd name="connsiteX9" fmla="*/ 1532 w 21600"/>
              <a:gd name="connsiteY9" fmla="*/ 1815 h 25763"/>
              <a:gd name="connsiteX10" fmla="*/ 1532 w 21600"/>
              <a:gd name="connsiteY10" fmla="*/ 3675 h 25763"/>
              <a:gd name="connsiteX11" fmla="*/ 0 w 21600"/>
              <a:gd name="connsiteY11" fmla="*/ 3675 h 25763"/>
              <a:gd name="connsiteX12" fmla="*/ 0 w 21600"/>
              <a:gd name="connsiteY12" fmla="*/ 20782 h 25763"/>
              <a:gd name="connsiteX0" fmla="*/ 0 w 21600"/>
              <a:gd name="connsiteY0" fmla="*/ 20782 h 26547"/>
              <a:gd name="connsiteX1" fmla="*/ 18595 w 21600"/>
              <a:gd name="connsiteY1" fmla="*/ 18022 h 26547"/>
              <a:gd name="connsiteX2" fmla="*/ 18595 w 21600"/>
              <a:gd name="connsiteY2" fmla="*/ 3675 h 26547"/>
              <a:gd name="connsiteX3" fmla="*/ 0 w 21600"/>
              <a:gd name="connsiteY3" fmla="*/ 3675 h 26547"/>
              <a:gd name="connsiteX4" fmla="*/ 0 w 21600"/>
              <a:gd name="connsiteY4" fmla="*/ 20782 h 26547"/>
              <a:gd name="connsiteX5" fmla="*/ 1532 w 21600"/>
              <a:gd name="connsiteY5" fmla="*/ 3675 h 26547"/>
              <a:gd name="connsiteX6" fmla="*/ 1532 w 21600"/>
              <a:gd name="connsiteY6" fmla="*/ 1815 h 26547"/>
              <a:gd name="connsiteX7" fmla="*/ 20000 w 21600"/>
              <a:gd name="connsiteY7" fmla="*/ 1815 h 26547"/>
              <a:gd name="connsiteX8" fmla="*/ 20000 w 21600"/>
              <a:gd name="connsiteY8" fmla="*/ 16252 h 26547"/>
              <a:gd name="connsiteX9" fmla="*/ 18595 w 21600"/>
              <a:gd name="connsiteY9" fmla="*/ 16352 h 26547"/>
              <a:gd name="connsiteX10" fmla="*/ 18595 w 21600"/>
              <a:gd name="connsiteY10" fmla="*/ 3675 h 26547"/>
              <a:gd name="connsiteX11" fmla="*/ 1532 w 21600"/>
              <a:gd name="connsiteY11" fmla="*/ 3675 h 26547"/>
              <a:gd name="connsiteX12" fmla="*/ 2972 w 21600"/>
              <a:gd name="connsiteY12" fmla="*/ 1815 h 26547"/>
              <a:gd name="connsiteX13" fmla="*/ 2972 w 21600"/>
              <a:gd name="connsiteY13" fmla="*/ 0 h 26547"/>
              <a:gd name="connsiteX14" fmla="*/ 21600 w 21600"/>
              <a:gd name="connsiteY14" fmla="*/ 0 h 26547"/>
              <a:gd name="connsiteX15" fmla="*/ 21600 w 21600"/>
              <a:gd name="connsiteY15" fmla="*/ 14392 h 26547"/>
              <a:gd name="connsiteX16" fmla="*/ 20000 w 21600"/>
              <a:gd name="connsiteY16" fmla="*/ 14467 h 26547"/>
              <a:gd name="connsiteX17" fmla="*/ 20000 w 21600"/>
              <a:gd name="connsiteY17" fmla="*/ 1815 h 26547"/>
              <a:gd name="connsiteX18" fmla="*/ 2972 w 21600"/>
              <a:gd name="connsiteY18" fmla="*/ 1815 h 26547"/>
              <a:gd name="connsiteX0" fmla="*/ 0 w 21600"/>
              <a:gd name="connsiteY0" fmla="*/ 3675 h 26547"/>
              <a:gd name="connsiteX1" fmla="*/ 18595 w 21600"/>
              <a:gd name="connsiteY1" fmla="*/ 3675 h 26547"/>
              <a:gd name="connsiteX2" fmla="*/ 18595 w 21600"/>
              <a:gd name="connsiteY2" fmla="*/ 18022 h 26547"/>
              <a:gd name="connsiteX3" fmla="*/ 0 w 21600"/>
              <a:gd name="connsiteY3" fmla="*/ 20782 h 26547"/>
              <a:gd name="connsiteX4" fmla="*/ 0 w 21600"/>
              <a:gd name="connsiteY4" fmla="*/ 3675 h 26547"/>
              <a:gd name="connsiteX5" fmla="*/ 1532 w 21600"/>
              <a:gd name="connsiteY5" fmla="*/ 3675 h 26547"/>
              <a:gd name="connsiteX6" fmla="*/ 1532 w 21600"/>
              <a:gd name="connsiteY6" fmla="*/ 1815 h 26547"/>
              <a:gd name="connsiteX7" fmla="*/ 20000 w 21600"/>
              <a:gd name="connsiteY7" fmla="*/ 1815 h 26547"/>
              <a:gd name="connsiteX8" fmla="*/ 20000 w 21600"/>
              <a:gd name="connsiteY8" fmla="*/ 16252 h 26547"/>
              <a:gd name="connsiteX9" fmla="*/ 18595 w 21600"/>
              <a:gd name="connsiteY9" fmla="*/ 16352 h 26547"/>
              <a:gd name="connsiteX10" fmla="*/ 2972 w 21600"/>
              <a:gd name="connsiteY10" fmla="*/ 1815 h 26547"/>
              <a:gd name="connsiteX11" fmla="*/ 2972 w 21600"/>
              <a:gd name="connsiteY11" fmla="*/ 0 h 26547"/>
              <a:gd name="connsiteX12" fmla="*/ 21600 w 21600"/>
              <a:gd name="connsiteY12" fmla="*/ 0 h 26547"/>
              <a:gd name="connsiteX13" fmla="*/ 21600 w 21600"/>
              <a:gd name="connsiteY13" fmla="*/ 14392 h 26547"/>
              <a:gd name="connsiteX14" fmla="*/ 20000 w 21600"/>
              <a:gd name="connsiteY14" fmla="*/ 14467 h 26547"/>
              <a:gd name="connsiteX0" fmla="*/ 0 w 21600"/>
              <a:gd name="connsiteY0" fmla="*/ 20782 h 26547"/>
              <a:gd name="connsiteX1" fmla="*/ 9817 w 21600"/>
              <a:gd name="connsiteY1" fmla="*/ 26506 h 26547"/>
              <a:gd name="connsiteX2" fmla="*/ 18595 w 21600"/>
              <a:gd name="connsiteY2" fmla="*/ 18022 h 26547"/>
              <a:gd name="connsiteX3" fmla="*/ 18873 w 21600"/>
              <a:gd name="connsiteY3" fmla="*/ 25738 h 26547"/>
              <a:gd name="connsiteX4" fmla="*/ 20000 w 21600"/>
              <a:gd name="connsiteY4" fmla="*/ 16252 h 26547"/>
              <a:gd name="connsiteX5" fmla="*/ 20000 w 21600"/>
              <a:gd name="connsiteY5" fmla="*/ 14467 h 26547"/>
              <a:gd name="connsiteX6" fmla="*/ 21600 w 21600"/>
              <a:gd name="connsiteY6" fmla="*/ 14392 h 26547"/>
              <a:gd name="connsiteX7" fmla="*/ 21600 w 21600"/>
              <a:gd name="connsiteY7" fmla="*/ 0 h 26547"/>
              <a:gd name="connsiteX8" fmla="*/ 2972 w 21600"/>
              <a:gd name="connsiteY8" fmla="*/ 0 h 26547"/>
              <a:gd name="connsiteX9" fmla="*/ 2972 w 21600"/>
              <a:gd name="connsiteY9" fmla="*/ 1815 h 26547"/>
              <a:gd name="connsiteX10" fmla="*/ 1532 w 21600"/>
              <a:gd name="connsiteY10" fmla="*/ 1815 h 26547"/>
              <a:gd name="connsiteX11" fmla="*/ 1532 w 21600"/>
              <a:gd name="connsiteY11" fmla="*/ 3675 h 26547"/>
              <a:gd name="connsiteX12" fmla="*/ 0 w 21600"/>
              <a:gd name="connsiteY12" fmla="*/ 3675 h 26547"/>
              <a:gd name="connsiteX13" fmla="*/ 0 w 21600"/>
              <a:gd name="connsiteY13" fmla="*/ 20782 h 26547"/>
              <a:gd name="connsiteX0" fmla="*/ 0 w 21600"/>
              <a:gd name="connsiteY0" fmla="*/ 20782 h 25763"/>
              <a:gd name="connsiteX1" fmla="*/ 18595 w 21600"/>
              <a:gd name="connsiteY1" fmla="*/ 18022 h 25763"/>
              <a:gd name="connsiteX2" fmla="*/ 18595 w 21600"/>
              <a:gd name="connsiteY2" fmla="*/ 3675 h 25763"/>
              <a:gd name="connsiteX3" fmla="*/ 0 w 21600"/>
              <a:gd name="connsiteY3" fmla="*/ 3675 h 25763"/>
              <a:gd name="connsiteX4" fmla="*/ 0 w 21600"/>
              <a:gd name="connsiteY4" fmla="*/ 20782 h 25763"/>
              <a:gd name="connsiteX5" fmla="*/ 1532 w 21600"/>
              <a:gd name="connsiteY5" fmla="*/ 3675 h 25763"/>
              <a:gd name="connsiteX6" fmla="*/ 1532 w 21600"/>
              <a:gd name="connsiteY6" fmla="*/ 1815 h 25763"/>
              <a:gd name="connsiteX7" fmla="*/ 20000 w 21600"/>
              <a:gd name="connsiteY7" fmla="*/ 1815 h 25763"/>
              <a:gd name="connsiteX8" fmla="*/ 20000 w 21600"/>
              <a:gd name="connsiteY8" fmla="*/ 16252 h 25763"/>
              <a:gd name="connsiteX9" fmla="*/ 18595 w 21600"/>
              <a:gd name="connsiteY9" fmla="*/ 16352 h 25763"/>
              <a:gd name="connsiteX10" fmla="*/ 18595 w 21600"/>
              <a:gd name="connsiteY10" fmla="*/ 3675 h 25763"/>
              <a:gd name="connsiteX11" fmla="*/ 1532 w 21600"/>
              <a:gd name="connsiteY11" fmla="*/ 3675 h 25763"/>
              <a:gd name="connsiteX12" fmla="*/ 2972 w 21600"/>
              <a:gd name="connsiteY12" fmla="*/ 1815 h 25763"/>
              <a:gd name="connsiteX13" fmla="*/ 2972 w 21600"/>
              <a:gd name="connsiteY13" fmla="*/ 0 h 25763"/>
              <a:gd name="connsiteX14" fmla="*/ 21600 w 21600"/>
              <a:gd name="connsiteY14" fmla="*/ 0 h 25763"/>
              <a:gd name="connsiteX15" fmla="*/ 21600 w 21600"/>
              <a:gd name="connsiteY15" fmla="*/ 14392 h 25763"/>
              <a:gd name="connsiteX16" fmla="*/ 20000 w 21600"/>
              <a:gd name="connsiteY16" fmla="*/ 14467 h 25763"/>
              <a:gd name="connsiteX17" fmla="*/ 20000 w 21600"/>
              <a:gd name="connsiteY17" fmla="*/ 1815 h 25763"/>
              <a:gd name="connsiteX18" fmla="*/ 2972 w 21600"/>
              <a:gd name="connsiteY18" fmla="*/ 1815 h 25763"/>
              <a:gd name="connsiteX0" fmla="*/ 0 w 21600"/>
              <a:gd name="connsiteY0" fmla="*/ 3675 h 25763"/>
              <a:gd name="connsiteX1" fmla="*/ 18595 w 21600"/>
              <a:gd name="connsiteY1" fmla="*/ 3675 h 25763"/>
              <a:gd name="connsiteX2" fmla="*/ 18595 w 21600"/>
              <a:gd name="connsiteY2" fmla="*/ 18022 h 25763"/>
              <a:gd name="connsiteX3" fmla="*/ 0 w 21600"/>
              <a:gd name="connsiteY3" fmla="*/ 20782 h 25763"/>
              <a:gd name="connsiteX4" fmla="*/ 0 w 21600"/>
              <a:gd name="connsiteY4" fmla="*/ 3675 h 25763"/>
              <a:gd name="connsiteX5" fmla="*/ 1532 w 21600"/>
              <a:gd name="connsiteY5" fmla="*/ 3675 h 25763"/>
              <a:gd name="connsiteX6" fmla="*/ 1532 w 21600"/>
              <a:gd name="connsiteY6" fmla="*/ 1815 h 25763"/>
              <a:gd name="connsiteX7" fmla="*/ 20000 w 21600"/>
              <a:gd name="connsiteY7" fmla="*/ 1815 h 25763"/>
              <a:gd name="connsiteX8" fmla="*/ 20000 w 21600"/>
              <a:gd name="connsiteY8" fmla="*/ 16252 h 25763"/>
              <a:gd name="connsiteX9" fmla="*/ 18595 w 21600"/>
              <a:gd name="connsiteY9" fmla="*/ 16352 h 25763"/>
              <a:gd name="connsiteX10" fmla="*/ 2972 w 21600"/>
              <a:gd name="connsiteY10" fmla="*/ 1815 h 25763"/>
              <a:gd name="connsiteX11" fmla="*/ 2972 w 21600"/>
              <a:gd name="connsiteY11" fmla="*/ 0 h 25763"/>
              <a:gd name="connsiteX12" fmla="*/ 21600 w 21600"/>
              <a:gd name="connsiteY12" fmla="*/ 0 h 25763"/>
              <a:gd name="connsiteX13" fmla="*/ 21600 w 21600"/>
              <a:gd name="connsiteY13" fmla="*/ 14392 h 25763"/>
              <a:gd name="connsiteX14" fmla="*/ 20000 w 21600"/>
              <a:gd name="connsiteY14" fmla="*/ 14467 h 25763"/>
              <a:gd name="connsiteX0" fmla="*/ 0 w 21600"/>
              <a:gd name="connsiteY0" fmla="*/ 20782 h 25763"/>
              <a:gd name="connsiteX1" fmla="*/ 10652 w 21600"/>
              <a:gd name="connsiteY1" fmla="*/ 22896 h 25763"/>
              <a:gd name="connsiteX2" fmla="*/ 18595 w 21600"/>
              <a:gd name="connsiteY2" fmla="*/ 18022 h 25763"/>
              <a:gd name="connsiteX3" fmla="*/ 18873 w 21600"/>
              <a:gd name="connsiteY3" fmla="*/ 25738 h 25763"/>
              <a:gd name="connsiteX4" fmla="*/ 20000 w 21600"/>
              <a:gd name="connsiteY4" fmla="*/ 16252 h 25763"/>
              <a:gd name="connsiteX5" fmla="*/ 20000 w 21600"/>
              <a:gd name="connsiteY5" fmla="*/ 14467 h 25763"/>
              <a:gd name="connsiteX6" fmla="*/ 21600 w 21600"/>
              <a:gd name="connsiteY6" fmla="*/ 14392 h 25763"/>
              <a:gd name="connsiteX7" fmla="*/ 21600 w 21600"/>
              <a:gd name="connsiteY7" fmla="*/ 0 h 25763"/>
              <a:gd name="connsiteX8" fmla="*/ 2972 w 21600"/>
              <a:gd name="connsiteY8" fmla="*/ 0 h 25763"/>
              <a:gd name="connsiteX9" fmla="*/ 2972 w 21600"/>
              <a:gd name="connsiteY9" fmla="*/ 1815 h 25763"/>
              <a:gd name="connsiteX10" fmla="*/ 1532 w 21600"/>
              <a:gd name="connsiteY10" fmla="*/ 1815 h 25763"/>
              <a:gd name="connsiteX11" fmla="*/ 1532 w 21600"/>
              <a:gd name="connsiteY11" fmla="*/ 3675 h 25763"/>
              <a:gd name="connsiteX12" fmla="*/ 0 w 21600"/>
              <a:gd name="connsiteY12" fmla="*/ 3675 h 25763"/>
              <a:gd name="connsiteX13" fmla="*/ 0 w 21600"/>
              <a:gd name="connsiteY13" fmla="*/ 20782 h 25763"/>
              <a:gd name="connsiteX0" fmla="*/ 0 w 21600"/>
              <a:gd name="connsiteY0" fmla="*/ 20782 h 25763"/>
              <a:gd name="connsiteX1" fmla="*/ 18595 w 21600"/>
              <a:gd name="connsiteY1" fmla="*/ 18022 h 25763"/>
              <a:gd name="connsiteX2" fmla="*/ 18595 w 21600"/>
              <a:gd name="connsiteY2" fmla="*/ 3675 h 25763"/>
              <a:gd name="connsiteX3" fmla="*/ 0 w 21600"/>
              <a:gd name="connsiteY3" fmla="*/ 3675 h 25763"/>
              <a:gd name="connsiteX4" fmla="*/ 0 w 21600"/>
              <a:gd name="connsiteY4" fmla="*/ 20782 h 25763"/>
              <a:gd name="connsiteX5" fmla="*/ 1532 w 21600"/>
              <a:gd name="connsiteY5" fmla="*/ 3675 h 25763"/>
              <a:gd name="connsiteX6" fmla="*/ 1532 w 21600"/>
              <a:gd name="connsiteY6" fmla="*/ 1815 h 25763"/>
              <a:gd name="connsiteX7" fmla="*/ 20000 w 21600"/>
              <a:gd name="connsiteY7" fmla="*/ 1815 h 25763"/>
              <a:gd name="connsiteX8" fmla="*/ 20000 w 21600"/>
              <a:gd name="connsiteY8" fmla="*/ 16252 h 25763"/>
              <a:gd name="connsiteX9" fmla="*/ 18595 w 21600"/>
              <a:gd name="connsiteY9" fmla="*/ 16352 h 25763"/>
              <a:gd name="connsiteX10" fmla="*/ 18595 w 21600"/>
              <a:gd name="connsiteY10" fmla="*/ 3675 h 25763"/>
              <a:gd name="connsiteX11" fmla="*/ 1532 w 21600"/>
              <a:gd name="connsiteY11" fmla="*/ 3675 h 25763"/>
              <a:gd name="connsiteX12" fmla="*/ 2972 w 21600"/>
              <a:gd name="connsiteY12" fmla="*/ 1815 h 25763"/>
              <a:gd name="connsiteX13" fmla="*/ 2972 w 21600"/>
              <a:gd name="connsiteY13" fmla="*/ 0 h 25763"/>
              <a:gd name="connsiteX14" fmla="*/ 21600 w 21600"/>
              <a:gd name="connsiteY14" fmla="*/ 0 h 25763"/>
              <a:gd name="connsiteX15" fmla="*/ 21600 w 21600"/>
              <a:gd name="connsiteY15" fmla="*/ 14392 h 25763"/>
              <a:gd name="connsiteX16" fmla="*/ 20000 w 21600"/>
              <a:gd name="connsiteY16" fmla="*/ 14467 h 25763"/>
              <a:gd name="connsiteX17" fmla="*/ 20000 w 21600"/>
              <a:gd name="connsiteY17" fmla="*/ 1815 h 25763"/>
              <a:gd name="connsiteX18" fmla="*/ 2972 w 21600"/>
              <a:gd name="connsiteY18" fmla="*/ 1815 h 25763"/>
              <a:gd name="connsiteX0" fmla="*/ 0 w 21600"/>
              <a:gd name="connsiteY0" fmla="*/ 3675 h 25763"/>
              <a:gd name="connsiteX1" fmla="*/ 18595 w 21600"/>
              <a:gd name="connsiteY1" fmla="*/ 3675 h 25763"/>
              <a:gd name="connsiteX2" fmla="*/ 18595 w 21600"/>
              <a:gd name="connsiteY2" fmla="*/ 18022 h 25763"/>
              <a:gd name="connsiteX3" fmla="*/ 0 w 21600"/>
              <a:gd name="connsiteY3" fmla="*/ 20782 h 25763"/>
              <a:gd name="connsiteX4" fmla="*/ 0 w 21600"/>
              <a:gd name="connsiteY4" fmla="*/ 3675 h 25763"/>
              <a:gd name="connsiteX5" fmla="*/ 1532 w 21600"/>
              <a:gd name="connsiteY5" fmla="*/ 3675 h 25763"/>
              <a:gd name="connsiteX6" fmla="*/ 1532 w 21600"/>
              <a:gd name="connsiteY6" fmla="*/ 1815 h 25763"/>
              <a:gd name="connsiteX7" fmla="*/ 20000 w 21600"/>
              <a:gd name="connsiteY7" fmla="*/ 1815 h 25763"/>
              <a:gd name="connsiteX8" fmla="*/ 20000 w 21600"/>
              <a:gd name="connsiteY8" fmla="*/ 16252 h 25763"/>
              <a:gd name="connsiteX9" fmla="*/ 18595 w 21600"/>
              <a:gd name="connsiteY9" fmla="*/ 16352 h 25763"/>
              <a:gd name="connsiteX10" fmla="*/ 2972 w 21600"/>
              <a:gd name="connsiteY10" fmla="*/ 1815 h 25763"/>
              <a:gd name="connsiteX11" fmla="*/ 2972 w 21600"/>
              <a:gd name="connsiteY11" fmla="*/ 0 h 25763"/>
              <a:gd name="connsiteX12" fmla="*/ 21600 w 21600"/>
              <a:gd name="connsiteY12" fmla="*/ 0 h 25763"/>
              <a:gd name="connsiteX13" fmla="*/ 21600 w 21600"/>
              <a:gd name="connsiteY13" fmla="*/ 14392 h 25763"/>
              <a:gd name="connsiteX14" fmla="*/ 20000 w 21600"/>
              <a:gd name="connsiteY14" fmla="*/ 14467 h 25763"/>
              <a:gd name="connsiteX0" fmla="*/ 0 w 21600"/>
              <a:gd name="connsiteY0" fmla="*/ 20782 h 25763"/>
              <a:gd name="connsiteX1" fmla="*/ 10652 w 21600"/>
              <a:gd name="connsiteY1" fmla="*/ 22896 h 25763"/>
              <a:gd name="connsiteX2" fmla="*/ 18165 w 21600"/>
              <a:gd name="connsiteY2" fmla="*/ 24340 h 25763"/>
              <a:gd name="connsiteX3" fmla="*/ 18595 w 21600"/>
              <a:gd name="connsiteY3" fmla="*/ 18022 h 25763"/>
              <a:gd name="connsiteX4" fmla="*/ 18873 w 21600"/>
              <a:gd name="connsiteY4" fmla="*/ 25738 h 25763"/>
              <a:gd name="connsiteX5" fmla="*/ 20000 w 21600"/>
              <a:gd name="connsiteY5" fmla="*/ 16252 h 25763"/>
              <a:gd name="connsiteX6" fmla="*/ 20000 w 21600"/>
              <a:gd name="connsiteY6" fmla="*/ 14467 h 25763"/>
              <a:gd name="connsiteX7" fmla="*/ 21600 w 21600"/>
              <a:gd name="connsiteY7" fmla="*/ 14392 h 25763"/>
              <a:gd name="connsiteX8" fmla="*/ 21600 w 21600"/>
              <a:gd name="connsiteY8" fmla="*/ 0 h 25763"/>
              <a:gd name="connsiteX9" fmla="*/ 2972 w 21600"/>
              <a:gd name="connsiteY9" fmla="*/ 0 h 25763"/>
              <a:gd name="connsiteX10" fmla="*/ 2972 w 21600"/>
              <a:gd name="connsiteY10" fmla="*/ 1815 h 25763"/>
              <a:gd name="connsiteX11" fmla="*/ 1532 w 21600"/>
              <a:gd name="connsiteY11" fmla="*/ 1815 h 25763"/>
              <a:gd name="connsiteX12" fmla="*/ 1532 w 21600"/>
              <a:gd name="connsiteY12" fmla="*/ 3675 h 25763"/>
              <a:gd name="connsiteX13" fmla="*/ 0 w 21600"/>
              <a:gd name="connsiteY13" fmla="*/ 3675 h 25763"/>
              <a:gd name="connsiteX14" fmla="*/ 0 w 21600"/>
              <a:gd name="connsiteY14" fmla="*/ 20782 h 257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1600" h="25763" stroke="0" extrusionOk="0">
                <a:moveTo>
                  <a:pt x="0" y="20782"/>
                </a:moveTo>
                <a:cubicBezTo>
                  <a:pt x="9298" y="23542"/>
                  <a:pt x="9298" y="18022"/>
                  <a:pt x="18595" y="18022"/>
                </a:cubicBezTo>
                <a:lnTo>
                  <a:pt x="18595" y="3675"/>
                </a:lnTo>
                <a:lnTo>
                  <a:pt x="0" y="3675"/>
                </a:lnTo>
                <a:lnTo>
                  <a:pt x="0" y="20782"/>
                </a:lnTo>
                <a:close/>
                <a:moveTo>
                  <a:pt x="1532" y="3675"/>
                </a:moveTo>
                <a:lnTo>
                  <a:pt x="1532" y="1815"/>
                </a:lnTo>
                <a:lnTo>
                  <a:pt x="20000" y="1815"/>
                </a:lnTo>
                <a:lnTo>
                  <a:pt x="20000" y="16252"/>
                </a:lnTo>
                <a:cubicBezTo>
                  <a:pt x="19298" y="16252"/>
                  <a:pt x="18595" y="16352"/>
                  <a:pt x="18595" y="16352"/>
                </a:cubicBezTo>
                <a:lnTo>
                  <a:pt x="18595" y="3675"/>
                </a:lnTo>
                <a:lnTo>
                  <a:pt x="1532" y="3675"/>
                </a:lnTo>
                <a:close/>
                <a:moveTo>
                  <a:pt x="2972" y="1815"/>
                </a:moveTo>
                <a:lnTo>
                  <a:pt x="2972" y="0"/>
                </a:lnTo>
                <a:lnTo>
                  <a:pt x="21600" y="0"/>
                </a:lnTo>
                <a:lnTo>
                  <a:pt x="21600" y="14392"/>
                </a:lnTo>
                <a:cubicBezTo>
                  <a:pt x="20800" y="14392"/>
                  <a:pt x="20000" y="14467"/>
                  <a:pt x="20000" y="14467"/>
                </a:cubicBezTo>
                <a:lnTo>
                  <a:pt x="20000" y="1815"/>
                </a:lnTo>
                <a:lnTo>
                  <a:pt x="2972" y="1815"/>
                </a:lnTo>
                <a:close/>
              </a:path>
              <a:path w="21600" h="25763" fill="none" extrusionOk="0">
                <a:moveTo>
                  <a:pt x="0" y="3675"/>
                </a:moveTo>
                <a:lnTo>
                  <a:pt x="18595" y="3675"/>
                </a:lnTo>
                <a:lnTo>
                  <a:pt x="18595" y="18022"/>
                </a:lnTo>
                <a:cubicBezTo>
                  <a:pt x="9298" y="18022"/>
                  <a:pt x="9298" y="23542"/>
                  <a:pt x="0" y="20782"/>
                </a:cubicBezTo>
                <a:lnTo>
                  <a:pt x="0" y="3675"/>
                </a:lnTo>
                <a:close/>
                <a:moveTo>
                  <a:pt x="1532" y="3675"/>
                </a:moveTo>
                <a:lnTo>
                  <a:pt x="1532" y="1815"/>
                </a:lnTo>
                <a:lnTo>
                  <a:pt x="20000" y="1815"/>
                </a:lnTo>
                <a:lnTo>
                  <a:pt x="20000" y="16252"/>
                </a:lnTo>
                <a:cubicBezTo>
                  <a:pt x="19298" y="16252"/>
                  <a:pt x="18595" y="16352"/>
                  <a:pt x="18595" y="16352"/>
                </a:cubicBezTo>
                <a:moveTo>
                  <a:pt x="2972" y="1815"/>
                </a:moveTo>
                <a:lnTo>
                  <a:pt x="2972" y="0"/>
                </a:lnTo>
                <a:lnTo>
                  <a:pt x="21600" y="0"/>
                </a:lnTo>
                <a:lnTo>
                  <a:pt x="21600" y="14392"/>
                </a:lnTo>
                <a:cubicBezTo>
                  <a:pt x="20800" y="14392"/>
                  <a:pt x="20000" y="14467"/>
                  <a:pt x="20000" y="14467"/>
                </a:cubicBezTo>
              </a:path>
              <a:path w="21600" h="25763" fill="none" stroke="0">
                <a:moveTo>
                  <a:pt x="0" y="20782"/>
                </a:moveTo>
                <a:cubicBezTo>
                  <a:pt x="1590" y="23504"/>
                  <a:pt x="7553" y="23356"/>
                  <a:pt x="10652" y="22896"/>
                </a:cubicBezTo>
                <a:cubicBezTo>
                  <a:pt x="13540" y="22406"/>
                  <a:pt x="16841" y="25152"/>
                  <a:pt x="18165" y="24340"/>
                </a:cubicBezTo>
                <a:cubicBezTo>
                  <a:pt x="19489" y="23528"/>
                  <a:pt x="18338" y="16706"/>
                  <a:pt x="18595" y="18022"/>
                </a:cubicBezTo>
                <a:cubicBezTo>
                  <a:pt x="18595" y="17465"/>
                  <a:pt x="18873" y="26295"/>
                  <a:pt x="18873" y="25738"/>
                </a:cubicBezTo>
                <a:cubicBezTo>
                  <a:pt x="18873" y="25738"/>
                  <a:pt x="19298" y="16252"/>
                  <a:pt x="20000" y="16252"/>
                </a:cubicBezTo>
                <a:lnTo>
                  <a:pt x="20000" y="14467"/>
                </a:lnTo>
                <a:cubicBezTo>
                  <a:pt x="20000" y="14467"/>
                  <a:pt x="20800" y="14392"/>
                  <a:pt x="21600" y="14392"/>
                </a:cubicBezTo>
                <a:lnTo>
                  <a:pt x="21600" y="0"/>
                </a:lnTo>
                <a:lnTo>
                  <a:pt x="2972" y="0"/>
                </a:lnTo>
                <a:lnTo>
                  <a:pt x="2972" y="1815"/>
                </a:lnTo>
                <a:lnTo>
                  <a:pt x="1532" y="1815"/>
                </a:lnTo>
                <a:lnTo>
                  <a:pt x="1532" y="3675"/>
                </a:lnTo>
                <a:lnTo>
                  <a:pt x="0" y="3675"/>
                </a:lnTo>
                <a:lnTo>
                  <a:pt x="0" y="20782"/>
                </a:lnTo>
                <a:close/>
              </a:path>
            </a:pathLst>
          </a:custGeom>
          <a:solidFill>
            <a:srgbClr val="A7FFAB"/>
          </a:solidFill>
          <a:ln w="12700">
            <a:solidFill>
              <a:schemeClr val="accent1"/>
            </a:solidFill>
          </a:ln>
          <a:effectLst>
            <a:outerShdw blurRad="40000" dist="20000" dir="5400000" rotWithShape="0">
              <a:srgbClr val="000000">
                <a:alpha val="38000"/>
              </a:srgbClr>
            </a:outerShdw>
            <a:softEdge rad="12700"/>
          </a:effectLst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00"/>
                </a:solidFill>
              </a:rPr>
              <a:t>24t56</a:t>
            </a:r>
          </a:p>
        </p:txBody>
      </p:sp>
      <p:cxnSp>
        <p:nvCxnSpPr>
          <p:cNvPr id="38" name="Shape 200"/>
          <p:cNvCxnSpPr/>
          <p:nvPr/>
        </p:nvCxnSpPr>
        <p:spPr>
          <a:xfrm flipH="1" flipV="1">
            <a:off x="4732802" y="5631052"/>
            <a:ext cx="372598" cy="11474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35" name="Shape 198"/>
          <p:cNvSpPr/>
          <p:nvPr/>
        </p:nvSpPr>
        <p:spPr>
          <a:xfrm>
            <a:off x="5876496" y="489862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345r3</a:t>
            </a:r>
          </a:p>
        </p:txBody>
      </p:sp>
      <p:cxnSp>
        <p:nvCxnSpPr>
          <p:cNvPr id="44" name="Shape 200"/>
          <p:cNvCxnSpPr/>
          <p:nvPr/>
        </p:nvCxnSpPr>
        <p:spPr>
          <a:xfrm flipH="1" flipV="1">
            <a:off x="2426586" y="5053473"/>
            <a:ext cx="3429471" cy="1102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71" name="Shape 204"/>
          <p:cNvSpPr/>
          <p:nvPr/>
        </p:nvSpPr>
        <p:spPr>
          <a:xfrm>
            <a:off x="3897956" y="6142376"/>
            <a:ext cx="917438" cy="2730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working1</a:t>
            </a:r>
          </a:p>
        </p:txBody>
      </p:sp>
      <p:cxnSp>
        <p:nvCxnSpPr>
          <p:cNvPr id="72" name="Shape 205"/>
          <p:cNvCxnSpPr>
            <a:stCxn id="71" idx="0"/>
            <a:endCxn id="39" idx="2"/>
          </p:cNvCxnSpPr>
          <p:nvPr/>
        </p:nvCxnSpPr>
        <p:spPr>
          <a:xfrm flipH="1" flipV="1">
            <a:off x="4345499" y="5763543"/>
            <a:ext cx="11176" cy="378833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92" name="Shape 204"/>
          <p:cNvSpPr/>
          <p:nvPr/>
        </p:nvSpPr>
        <p:spPr>
          <a:xfrm>
            <a:off x="5250050" y="6388491"/>
            <a:ext cx="917438" cy="2730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working2</a:t>
            </a:r>
          </a:p>
        </p:txBody>
      </p:sp>
      <p:cxnSp>
        <p:nvCxnSpPr>
          <p:cNvPr id="93" name="Shape 205"/>
          <p:cNvCxnSpPr>
            <a:cxnSpLocks/>
          </p:cNvCxnSpPr>
          <p:nvPr/>
        </p:nvCxnSpPr>
        <p:spPr>
          <a:xfrm flipV="1">
            <a:off x="5666180" y="5763543"/>
            <a:ext cx="0" cy="636735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46" name="Shape 198"/>
          <p:cNvSpPr/>
          <p:nvPr/>
        </p:nvSpPr>
        <p:spPr>
          <a:xfrm>
            <a:off x="5919657" y="2786375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345r3</a:t>
            </a:r>
          </a:p>
        </p:txBody>
      </p:sp>
      <p:cxnSp>
        <p:nvCxnSpPr>
          <p:cNvPr id="47" name="Shape 200"/>
          <p:cNvCxnSpPr>
            <a:stCxn id="46" idx="1"/>
            <a:endCxn id="192" idx="3"/>
          </p:cNvCxnSpPr>
          <p:nvPr/>
        </p:nvCxnSpPr>
        <p:spPr>
          <a:xfrm flipH="1" flipV="1">
            <a:off x="2668425" y="2499250"/>
            <a:ext cx="3251232" cy="464875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49" name="Shape 205"/>
          <p:cNvCxnSpPr>
            <a:endCxn id="46" idx="0"/>
          </p:cNvCxnSpPr>
          <p:nvPr/>
        </p:nvCxnSpPr>
        <p:spPr>
          <a:xfrm>
            <a:off x="6306957" y="2549693"/>
            <a:ext cx="0" cy="236682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14" name="Elbow Connector 13"/>
          <p:cNvCxnSpPr>
            <a:stCxn id="35" idx="0"/>
          </p:cNvCxnSpPr>
          <p:nvPr/>
        </p:nvCxnSpPr>
        <p:spPr>
          <a:xfrm rot="16200000" flipV="1">
            <a:off x="5748812" y="4383635"/>
            <a:ext cx="183951" cy="846019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Elbow Connector 15"/>
          <p:cNvCxnSpPr>
            <a:endCxn id="46" idx="2"/>
          </p:cNvCxnSpPr>
          <p:nvPr/>
        </p:nvCxnSpPr>
        <p:spPr>
          <a:xfrm rot="5400000" flipH="1" flipV="1">
            <a:off x="5075969" y="3483682"/>
            <a:ext cx="1572794" cy="889181"/>
          </a:xfrm>
          <a:prstGeom prst="bentConnector3">
            <a:avLst>
              <a:gd name="adj1" fmla="val 81116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732799" y="3419341"/>
            <a:ext cx="6849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Push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22857" y="622831"/>
            <a:ext cx="2221143" cy="2246769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Push triggers CI pipeline: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rgbClr val="000000"/>
                </a:solidFill>
              </a:rPr>
              <a:t>Build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rgbClr val="000000"/>
                </a:solidFill>
              </a:rPr>
              <a:t>Unit test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rgbClr val="000000"/>
                </a:solidFill>
              </a:rPr>
              <a:t>Static Code Analysis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rgbClr val="000000"/>
                </a:solidFill>
              </a:rPr>
              <a:t>Code coverage test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rgbClr val="000000"/>
                </a:solidFill>
              </a:rPr>
              <a:t>Snippet, Security code analysis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rgbClr val="000000"/>
                </a:solidFill>
              </a:rPr>
              <a:t>…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rgbClr val="000000"/>
                </a:solidFill>
              </a:rPr>
              <a:t>Deploy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rgbClr val="000000"/>
                </a:solidFill>
              </a:rPr>
              <a:t>Functional Test</a:t>
            </a:r>
          </a:p>
        </p:txBody>
      </p:sp>
      <p:cxnSp>
        <p:nvCxnSpPr>
          <p:cNvPr id="23" name="Elbow Connector 22"/>
          <p:cNvCxnSpPr>
            <a:stCxn id="46" idx="3"/>
            <a:endCxn id="20" idx="2"/>
          </p:cNvCxnSpPr>
          <p:nvPr/>
        </p:nvCxnSpPr>
        <p:spPr>
          <a:xfrm flipV="1">
            <a:off x="6694257" y="2869600"/>
            <a:ext cx="1339172" cy="94525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Shape 204"/>
          <p:cNvSpPr/>
          <p:nvPr/>
        </p:nvSpPr>
        <p:spPr>
          <a:xfrm>
            <a:off x="2746238" y="1684576"/>
            <a:ext cx="917438" cy="2730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FTR-8</a:t>
            </a:r>
          </a:p>
        </p:txBody>
      </p:sp>
      <p:cxnSp>
        <p:nvCxnSpPr>
          <p:cNvPr id="74" name="Shape 205"/>
          <p:cNvCxnSpPr>
            <a:stCxn id="73" idx="2"/>
          </p:cNvCxnSpPr>
          <p:nvPr/>
        </p:nvCxnSpPr>
        <p:spPr>
          <a:xfrm flipH="1">
            <a:off x="2276063" y="1957576"/>
            <a:ext cx="928894" cy="344424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75" name="Shape 204"/>
          <p:cNvSpPr/>
          <p:nvPr/>
        </p:nvSpPr>
        <p:spPr>
          <a:xfrm>
            <a:off x="639181" y="1708599"/>
            <a:ext cx="917438" cy="2730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FTR-7</a:t>
            </a:r>
          </a:p>
        </p:txBody>
      </p:sp>
      <p:cxnSp>
        <p:nvCxnSpPr>
          <p:cNvPr id="76" name="Shape 205"/>
          <p:cNvCxnSpPr/>
          <p:nvPr/>
        </p:nvCxnSpPr>
        <p:spPr>
          <a:xfrm flipH="1">
            <a:off x="1086444" y="1981599"/>
            <a:ext cx="10124" cy="344424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78" name="Shape 204"/>
          <p:cNvSpPr/>
          <p:nvPr/>
        </p:nvSpPr>
        <p:spPr>
          <a:xfrm>
            <a:off x="1086444" y="4268738"/>
            <a:ext cx="1531531" cy="2730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origin/fix/FTR-10</a:t>
            </a:r>
          </a:p>
        </p:txBody>
      </p:sp>
      <p:sp>
        <p:nvSpPr>
          <p:cNvPr id="79" name="Shape 204"/>
          <p:cNvSpPr/>
          <p:nvPr/>
        </p:nvSpPr>
        <p:spPr>
          <a:xfrm>
            <a:off x="5640780" y="2164286"/>
            <a:ext cx="1227166" cy="3543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fix/FTR-10</a:t>
            </a:r>
          </a:p>
        </p:txBody>
      </p:sp>
      <p:sp>
        <p:nvSpPr>
          <p:cNvPr id="80" name="Shape 204"/>
          <p:cNvSpPr/>
          <p:nvPr/>
        </p:nvSpPr>
        <p:spPr>
          <a:xfrm>
            <a:off x="5708769" y="4268738"/>
            <a:ext cx="1132775" cy="2547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fix/FTR-10</a:t>
            </a:r>
          </a:p>
        </p:txBody>
      </p:sp>
    </p:spTree>
    <p:extLst>
      <p:ext uri="{BB962C8B-B14F-4D97-AF65-F5344CB8AC3E}">
        <p14:creationId xmlns:p14="http://schemas.microsoft.com/office/powerpoint/2010/main" val="36704595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Shape 190"/>
          <p:cNvSpPr txBox="1">
            <a:spLocks noGrp="1"/>
          </p:cNvSpPr>
          <p:nvPr>
            <p:ph type="sldNum" idx="12"/>
          </p:nvPr>
        </p:nvSpPr>
        <p:spPr>
          <a:xfrm>
            <a:off x="8077200" y="6553200"/>
            <a:ext cx="838200" cy="228600"/>
          </a:xfrm>
          <a:prstGeom prst="rect">
            <a:avLst/>
          </a:prstGeom>
        </p:spPr>
        <p:txBody>
          <a:bodyPr wrap="square" lIns="91425" tIns="45700" rIns="91425" bIns="45700" anchor="t" anchorCtr="0">
            <a:noAutofit/>
          </a:bodyPr>
          <a:lstStyle/>
          <a:p>
            <a:pPr lvl="0" rtl="0">
              <a:spcBef>
                <a:spcPts val="0"/>
              </a:spcBef>
              <a:buClr>
                <a:schemeClr val="lt2"/>
              </a:buClr>
              <a:buSzPct val="25000"/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 lang="en-US"/>
          </a:p>
        </p:txBody>
      </p:sp>
      <p:sp>
        <p:nvSpPr>
          <p:cNvPr id="191" name="Shape 191"/>
          <p:cNvSpPr/>
          <p:nvPr/>
        </p:nvSpPr>
        <p:spPr>
          <a:xfrm>
            <a:off x="710600" y="23215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/>
              <a:t>98ca9</a:t>
            </a:r>
          </a:p>
        </p:txBody>
      </p:sp>
      <p:sp>
        <p:nvSpPr>
          <p:cNvPr id="192" name="Shape 192"/>
          <p:cNvSpPr/>
          <p:nvPr/>
        </p:nvSpPr>
        <p:spPr>
          <a:xfrm>
            <a:off x="1893825" y="23215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/>
              <a:t>34ac2</a:t>
            </a:r>
          </a:p>
        </p:txBody>
      </p:sp>
      <p:cxnSp>
        <p:nvCxnSpPr>
          <p:cNvPr id="194" name="Shape 194"/>
          <p:cNvCxnSpPr>
            <a:stCxn id="192" idx="1"/>
            <a:endCxn id="191" idx="3"/>
          </p:cNvCxnSpPr>
          <p:nvPr/>
        </p:nvCxnSpPr>
        <p:spPr>
          <a:xfrm rot="10800000">
            <a:off x="1485225" y="2499250"/>
            <a:ext cx="4086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196" name="Shape 196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546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Merriweather"/>
              <a:buNone/>
            </a:pPr>
            <a:r>
              <a:rPr lang="en-US" dirty="0">
                <a:latin typeface="Merriweather"/>
                <a:ea typeface="Merriweather"/>
                <a:cs typeface="Merriweather"/>
                <a:sym typeface="Merriweather"/>
              </a:rPr>
              <a:t>Open Gitlab MR</a:t>
            </a:r>
          </a:p>
        </p:txBody>
      </p:sp>
      <p:sp>
        <p:nvSpPr>
          <p:cNvPr id="197" name="Shape 197"/>
          <p:cNvSpPr/>
          <p:nvPr/>
        </p:nvSpPr>
        <p:spPr>
          <a:xfrm>
            <a:off x="489200" y="48876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/>
              <a:t>98ca9</a:t>
            </a:r>
          </a:p>
        </p:txBody>
      </p:sp>
      <p:sp>
        <p:nvSpPr>
          <p:cNvPr id="198" name="Shape 198"/>
          <p:cNvSpPr/>
          <p:nvPr/>
        </p:nvSpPr>
        <p:spPr>
          <a:xfrm>
            <a:off x="1672425" y="48876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34ac2</a:t>
            </a:r>
          </a:p>
        </p:txBody>
      </p:sp>
      <p:cxnSp>
        <p:nvCxnSpPr>
          <p:cNvPr id="200" name="Shape 200"/>
          <p:cNvCxnSpPr>
            <a:stCxn id="198" idx="1"/>
            <a:endCxn id="197" idx="3"/>
          </p:cNvCxnSpPr>
          <p:nvPr/>
        </p:nvCxnSpPr>
        <p:spPr>
          <a:xfrm rot="10800000">
            <a:off x="1263825" y="5065350"/>
            <a:ext cx="4086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202" name="Shape 202"/>
          <p:cNvSpPr txBox="1"/>
          <p:nvPr/>
        </p:nvSpPr>
        <p:spPr>
          <a:xfrm>
            <a:off x="0" y="1150050"/>
            <a:ext cx="2281125" cy="546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-US" sz="1800" dirty="0"/>
              <a:t>Remote Repository</a:t>
            </a:r>
          </a:p>
        </p:txBody>
      </p:sp>
      <p:sp>
        <p:nvSpPr>
          <p:cNvPr id="203" name="Shape 203"/>
          <p:cNvSpPr txBox="1"/>
          <p:nvPr/>
        </p:nvSpPr>
        <p:spPr>
          <a:xfrm>
            <a:off x="65825" y="3822500"/>
            <a:ext cx="2395950" cy="546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-US" sz="1800" dirty="0"/>
              <a:t>Local Repository</a:t>
            </a:r>
          </a:p>
        </p:txBody>
      </p:sp>
      <p:sp>
        <p:nvSpPr>
          <p:cNvPr id="204" name="Shape 204"/>
          <p:cNvSpPr/>
          <p:nvPr/>
        </p:nvSpPr>
        <p:spPr>
          <a:xfrm>
            <a:off x="2694843" y="4268738"/>
            <a:ext cx="1343757" cy="2730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origin/master</a:t>
            </a:r>
          </a:p>
        </p:txBody>
      </p:sp>
      <p:cxnSp>
        <p:nvCxnSpPr>
          <p:cNvPr id="205" name="Shape 205"/>
          <p:cNvCxnSpPr>
            <a:stCxn id="204" idx="2"/>
            <a:endCxn id="198" idx="0"/>
          </p:cNvCxnSpPr>
          <p:nvPr/>
        </p:nvCxnSpPr>
        <p:spPr>
          <a:xfrm flipH="1">
            <a:off x="2059725" y="4541738"/>
            <a:ext cx="1306997" cy="345862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208" name="Shape 208"/>
          <p:cNvSpPr/>
          <p:nvPr/>
        </p:nvSpPr>
        <p:spPr>
          <a:xfrm>
            <a:off x="1849425" y="1696050"/>
            <a:ext cx="863400" cy="2547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master</a:t>
            </a:r>
          </a:p>
        </p:txBody>
      </p:sp>
      <p:cxnSp>
        <p:nvCxnSpPr>
          <p:cNvPr id="209" name="Shape 209"/>
          <p:cNvCxnSpPr>
            <a:stCxn id="208" idx="2"/>
            <a:endCxn id="192" idx="0"/>
          </p:cNvCxnSpPr>
          <p:nvPr/>
        </p:nvCxnSpPr>
        <p:spPr>
          <a:xfrm>
            <a:off x="2281125" y="1950750"/>
            <a:ext cx="0" cy="37075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215" name="Shape 215"/>
          <p:cNvCxnSpPr/>
          <p:nvPr/>
        </p:nvCxnSpPr>
        <p:spPr>
          <a:xfrm>
            <a:off x="32125" y="3822500"/>
            <a:ext cx="5171700" cy="162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37" name="Shape 205"/>
          <p:cNvCxnSpPr>
            <a:endCxn id="198" idx="0"/>
          </p:cNvCxnSpPr>
          <p:nvPr/>
        </p:nvCxnSpPr>
        <p:spPr>
          <a:xfrm>
            <a:off x="2059725" y="4541738"/>
            <a:ext cx="0" cy="345862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62" name="Shape 205"/>
          <p:cNvCxnSpPr>
            <a:endCxn id="35" idx="0"/>
          </p:cNvCxnSpPr>
          <p:nvPr/>
        </p:nvCxnSpPr>
        <p:spPr>
          <a:xfrm flipH="1">
            <a:off x="6263796" y="4582869"/>
            <a:ext cx="7717" cy="315751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31" name="Shape 212"/>
          <p:cNvSpPr/>
          <p:nvPr/>
        </p:nvSpPr>
        <p:spPr>
          <a:xfrm>
            <a:off x="5856057" y="3660950"/>
            <a:ext cx="838200" cy="355500"/>
          </a:xfrm>
          <a:prstGeom prst="rect">
            <a:avLst/>
          </a:prstGeom>
          <a:solidFill>
            <a:srgbClr val="666666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>
                <a:solidFill>
                  <a:srgbClr val="FFFFFF"/>
                </a:solidFill>
              </a:rPr>
              <a:t>HEAD</a:t>
            </a:r>
          </a:p>
        </p:txBody>
      </p:sp>
      <p:cxnSp>
        <p:nvCxnSpPr>
          <p:cNvPr id="34" name="Shape 205"/>
          <p:cNvCxnSpPr>
            <a:stCxn id="31" idx="2"/>
          </p:cNvCxnSpPr>
          <p:nvPr/>
        </p:nvCxnSpPr>
        <p:spPr>
          <a:xfrm flipH="1">
            <a:off x="6271513" y="4016450"/>
            <a:ext cx="3644" cy="26583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41" name="Shape 198"/>
          <p:cNvSpPr/>
          <p:nvPr/>
        </p:nvSpPr>
        <p:spPr>
          <a:xfrm>
            <a:off x="2879962" y="5412739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67def</a:t>
            </a:r>
          </a:p>
        </p:txBody>
      </p:sp>
      <p:cxnSp>
        <p:nvCxnSpPr>
          <p:cNvPr id="42" name="Shape 200"/>
          <p:cNvCxnSpPr>
            <a:stCxn id="41" idx="1"/>
            <a:endCxn id="198" idx="3"/>
          </p:cNvCxnSpPr>
          <p:nvPr/>
        </p:nvCxnSpPr>
        <p:spPr>
          <a:xfrm flipH="1" flipV="1">
            <a:off x="2447025" y="5065350"/>
            <a:ext cx="432937" cy="525139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39" name="Shape 198"/>
          <p:cNvSpPr/>
          <p:nvPr/>
        </p:nvSpPr>
        <p:spPr>
          <a:xfrm>
            <a:off x="3958199" y="5408043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347e4</a:t>
            </a:r>
          </a:p>
        </p:txBody>
      </p:sp>
      <p:cxnSp>
        <p:nvCxnSpPr>
          <p:cNvPr id="40" name="Shape 200"/>
          <p:cNvCxnSpPr>
            <a:endCxn id="41" idx="3"/>
          </p:cNvCxnSpPr>
          <p:nvPr/>
        </p:nvCxnSpPr>
        <p:spPr>
          <a:xfrm flipH="1">
            <a:off x="3654562" y="5590489"/>
            <a:ext cx="269268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2" name="Flowchart: Multidocument 1"/>
          <p:cNvSpPr/>
          <p:nvPr/>
        </p:nvSpPr>
        <p:spPr>
          <a:xfrm>
            <a:off x="5105400" y="5424314"/>
            <a:ext cx="999626" cy="459574"/>
          </a:xfrm>
          <a:custGeom>
            <a:avLst/>
            <a:gdLst>
              <a:gd name="connsiteX0" fmla="*/ 0 w 21600"/>
              <a:gd name="connsiteY0" fmla="*/ 20782 h 21600"/>
              <a:gd name="connsiteX1" fmla="*/ 18595 w 21600"/>
              <a:gd name="connsiteY1" fmla="*/ 18022 h 21600"/>
              <a:gd name="connsiteX2" fmla="*/ 18595 w 21600"/>
              <a:gd name="connsiteY2" fmla="*/ 3675 h 21600"/>
              <a:gd name="connsiteX3" fmla="*/ 0 w 21600"/>
              <a:gd name="connsiteY3" fmla="*/ 3675 h 21600"/>
              <a:gd name="connsiteX4" fmla="*/ 0 w 21600"/>
              <a:gd name="connsiteY4" fmla="*/ 20782 h 21600"/>
              <a:gd name="connsiteX5" fmla="*/ 1532 w 21600"/>
              <a:gd name="connsiteY5" fmla="*/ 3675 h 21600"/>
              <a:gd name="connsiteX6" fmla="*/ 1532 w 21600"/>
              <a:gd name="connsiteY6" fmla="*/ 1815 h 21600"/>
              <a:gd name="connsiteX7" fmla="*/ 20000 w 21600"/>
              <a:gd name="connsiteY7" fmla="*/ 1815 h 21600"/>
              <a:gd name="connsiteX8" fmla="*/ 20000 w 21600"/>
              <a:gd name="connsiteY8" fmla="*/ 16252 h 21600"/>
              <a:gd name="connsiteX9" fmla="*/ 18595 w 21600"/>
              <a:gd name="connsiteY9" fmla="*/ 16352 h 21600"/>
              <a:gd name="connsiteX10" fmla="*/ 18595 w 21600"/>
              <a:gd name="connsiteY10" fmla="*/ 3675 h 21600"/>
              <a:gd name="connsiteX11" fmla="*/ 1532 w 21600"/>
              <a:gd name="connsiteY11" fmla="*/ 3675 h 21600"/>
              <a:gd name="connsiteX12" fmla="*/ 2972 w 21600"/>
              <a:gd name="connsiteY12" fmla="*/ 1815 h 21600"/>
              <a:gd name="connsiteX13" fmla="*/ 2972 w 21600"/>
              <a:gd name="connsiteY13" fmla="*/ 0 h 21600"/>
              <a:gd name="connsiteX14" fmla="*/ 21600 w 21600"/>
              <a:gd name="connsiteY14" fmla="*/ 0 h 21600"/>
              <a:gd name="connsiteX15" fmla="*/ 21600 w 21600"/>
              <a:gd name="connsiteY15" fmla="*/ 14392 h 21600"/>
              <a:gd name="connsiteX16" fmla="*/ 20000 w 21600"/>
              <a:gd name="connsiteY16" fmla="*/ 14467 h 21600"/>
              <a:gd name="connsiteX17" fmla="*/ 20000 w 21600"/>
              <a:gd name="connsiteY17" fmla="*/ 1815 h 21600"/>
              <a:gd name="connsiteX18" fmla="*/ 2972 w 21600"/>
              <a:gd name="connsiteY18" fmla="*/ 1815 h 21600"/>
              <a:gd name="connsiteX0" fmla="*/ 0 w 21600"/>
              <a:gd name="connsiteY0" fmla="*/ 3675 h 21600"/>
              <a:gd name="connsiteX1" fmla="*/ 18595 w 21600"/>
              <a:gd name="connsiteY1" fmla="*/ 3675 h 21600"/>
              <a:gd name="connsiteX2" fmla="*/ 18595 w 21600"/>
              <a:gd name="connsiteY2" fmla="*/ 18022 h 21600"/>
              <a:gd name="connsiteX3" fmla="*/ 0 w 21600"/>
              <a:gd name="connsiteY3" fmla="*/ 20782 h 21600"/>
              <a:gd name="connsiteX4" fmla="*/ 0 w 21600"/>
              <a:gd name="connsiteY4" fmla="*/ 3675 h 21600"/>
              <a:gd name="connsiteX5" fmla="*/ 1532 w 21600"/>
              <a:gd name="connsiteY5" fmla="*/ 3675 h 21600"/>
              <a:gd name="connsiteX6" fmla="*/ 1532 w 21600"/>
              <a:gd name="connsiteY6" fmla="*/ 1815 h 21600"/>
              <a:gd name="connsiteX7" fmla="*/ 20000 w 21600"/>
              <a:gd name="connsiteY7" fmla="*/ 1815 h 21600"/>
              <a:gd name="connsiteX8" fmla="*/ 20000 w 21600"/>
              <a:gd name="connsiteY8" fmla="*/ 16252 h 21600"/>
              <a:gd name="connsiteX9" fmla="*/ 18595 w 21600"/>
              <a:gd name="connsiteY9" fmla="*/ 16352 h 21600"/>
              <a:gd name="connsiteX10" fmla="*/ 2972 w 21600"/>
              <a:gd name="connsiteY10" fmla="*/ 1815 h 21600"/>
              <a:gd name="connsiteX11" fmla="*/ 2972 w 21600"/>
              <a:gd name="connsiteY11" fmla="*/ 0 h 21600"/>
              <a:gd name="connsiteX12" fmla="*/ 21600 w 21600"/>
              <a:gd name="connsiteY12" fmla="*/ 0 h 21600"/>
              <a:gd name="connsiteX13" fmla="*/ 21600 w 21600"/>
              <a:gd name="connsiteY13" fmla="*/ 14392 h 21600"/>
              <a:gd name="connsiteX14" fmla="*/ 20000 w 21600"/>
              <a:gd name="connsiteY14" fmla="*/ 14467 h 21600"/>
              <a:gd name="connsiteX0" fmla="*/ 0 w 21600"/>
              <a:gd name="connsiteY0" fmla="*/ 20782 h 21600"/>
              <a:gd name="connsiteX1" fmla="*/ 18595 w 21600"/>
              <a:gd name="connsiteY1" fmla="*/ 18022 h 21600"/>
              <a:gd name="connsiteX2" fmla="*/ 18595 w 21600"/>
              <a:gd name="connsiteY2" fmla="*/ 16352 h 21600"/>
              <a:gd name="connsiteX3" fmla="*/ 20000 w 21600"/>
              <a:gd name="connsiteY3" fmla="*/ 16252 h 21600"/>
              <a:gd name="connsiteX4" fmla="*/ 20000 w 21600"/>
              <a:gd name="connsiteY4" fmla="*/ 14467 h 21600"/>
              <a:gd name="connsiteX5" fmla="*/ 21600 w 21600"/>
              <a:gd name="connsiteY5" fmla="*/ 14392 h 21600"/>
              <a:gd name="connsiteX6" fmla="*/ 21600 w 21600"/>
              <a:gd name="connsiteY6" fmla="*/ 0 h 21600"/>
              <a:gd name="connsiteX7" fmla="*/ 2972 w 21600"/>
              <a:gd name="connsiteY7" fmla="*/ 0 h 21600"/>
              <a:gd name="connsiteX8" fmla="*/ 2972 w 21600"/>
              <a:gd name="connsiteY8" fmla="*/ 1815 h 21600"/>
              <a:gd name="connsiteX9" fmla="*/ 1532 w 21600"/>
              <a:gd name="connsiteY9" fmla="*/ 1815 h 21600"/>
              <a:gd name="connsiteX10" fmla="*/ 1532 w 21600"/>
              <a:gd name="connsiteY10" fmla="*/ 3675 h 21600"/>
              <a:gd name="connsiteX11" fmla="*/ 0 w 21600"/>
              <a:gd name="connsiteY11" fmla="*/ 3675 h 21600"/>
              <a:gd name="connsiteX12" fmla="*/ 0 w 21600"/>
              <a:gd name="connsiteY12" fmla="*/ 20782 h 21600"/>
              <a:gd name="connsiteX0" fmla="*/ 0 w 21600"/>
              <a:gd name="connsiteY0" fmla="*/ 20782 h 25763"/>
              <a:gd name="connsiteX1" fmla="*/ 18595 w 21600"/>
              <a:gd name="connsiteY1" fmla="*/ 18022 h 25763"/>
              <a:gd name="connsiteX2" fmla="*/ 18595 w 21600"/>
              <a:gd name="connsiteY2" fmla="*/ 3675 h 25763"/>
              <a:gd name="connsiteX3" fmla="*/ 0 w 21600"/>
              <a:gd name="connsiteY3" fmla="*/ 3675 h 25763"/>
              <a:gd name="connsiteX4" fmla="*/ 0 w 21600"/>
              <a:gd name="connsiteY4" fmla="*/ 20782 h 25763"/>
              <a:gd name="connsiteX5" fmla="*/ 1532 w 21600"/>
              <a:gd name="connsiteY5" fmla="*/ 3675 h 25763"/>
              <a:gd name="connsiteX6" fmla="*/ 1532 w 21600"/>
              <a:gd name="connsiteY6" fmla="*/ 1815 h 25763"/>
              <a:gd name="connsiteX7" fmla="*/ 20000 w 21600"/>
              <a:gd name="connsiteY7" fmla="*/ 1815 h 25763"/>
              <a:gd name="connsiteX8" fmla="*/ 20000 w 21600"/>
              <a:gd name="connsiteY8" fmla="*/ 16252 h 25763"/>
              <a:gd name="connsiteX9" fmla="*/ 18595 w 21600"/>
              <a:gd name="connsiteY9" fmla="*/ 16352 h 25763"/>
              <a:gd name="connsiteX10" fmla="*/ 18595 w 21600"/>
              <a:gd name="connsiteY10" fmla="*/ 3675 h 25763"/>
              <a:gd name="connsiteX11" fmla="*/ 1532 w 21600"/>
              <a:gd name="connsiteY11" fmla="*/ 3675 h 25763"/>
              <a:gd name="connsiteX12" fmla="*/ 2972 w 21600"/>
              <a:gd name="connsiteY12" fmla="*/ 1815 h 25763"/>
              <a:gd name="connsiteX13" fmla="*/ 2972 w 21600"/>
              <a:gd name="connsiteY13" fmla="*/ 0 h 25763"/>
              <a:gd name="connsiteX14" fmla="*/ 21600 w 21600"/>
              <a:gd name="connsiteY14" fmla="*/ 0 h 25763"/>
              <a:gd name="connsiteX15" fmla="*/ 21600 w 21600"/>
              <a:gd name="connsiteY15" fmla="*/ 14392 h 25763"/>
              <a:gd name="connsiteX16" fmla="*/ 20000 w 21600"/>
              <a:gd name="connsiteY16" fmla="*/ 14467 h 25763"/>
              <a:gd name="connsiteX17" fmla="*/ 20000 w 21600"/>
              <a:gd name="connsiteY17" fmla="*/ 1815 h 25763"/>
              <a:gd name="connsiteX18" fmla="*/ 2972 w 21600"/>
              <a:gd name="connsiteY18" fmla="*/ 1815 h 25763"/>
              <a:gd name="connsiteX0" fmla="*/ 0 w 21600"/>
              <a:gd name="connsiteY0" fmla="*/ 3675 h 25763"/>
              <a:gd name="connsiteX1" fmla="*/ 18595 w 21600"/>
              <a:gd name="connsiteY1" fmla="*/ 3675 h 25763"/>
              <a:gd name="connsiteX2" fmla="*/ 18595 w 21600"/>
              <a:gd name="connsiteY2" fmla="*/ 18022 h 25763"/>
              <a:gd name="connsiteX3" fmla="*/ 0 w 21600"/>
              <a:gd name="connsiteY3" fmla="*/ 20782 h 25763"/>
              <a:gd name="connsiteX4" fmla="*/ 0 w 21600"/>
              <a:gd name="connsiteY4" fmla="*/ 3675 h 25763"/>
              <a:gd name="connsiteX5" fmla="*/ 1532 w 21600"/>
              <a:gd name="connsiteY5" fmla="*/ 3675 h 25763"/>
              <a:gd name="connsiteX6" fmla="*/ 1532 w 21600"/>
              <a:gd name="connsiteY6" fmla="*/ 1815 h 25763"/>
              <a:gd name="connsiteX7" fmla="*/ 20000 w 21600"/>
              <a:gd name="connsiteY7" fmla="*/ 1815 h 25763"/>
              <a:gd name="connsiteX8" fmla="*/ 20000 w 21600"/>
              <a:gd name="connsiteY8" fmla="*/ 16252 h 25763"/>
              <a:gd name="connsiteX9" fmla="*/ 18595 w 21600"/>
              <a:gd name="connsiteY9" fmla="*/ 16352 h 25763"/>
              <a:gd name="connsiteX10" fmla="*/ 2972 w 21600"/>
              <a:gd name="connsiteY10" fmla="*/ 1815 h 25763"/>
              <a:gd name="connsiteX11" fmla="*/ 2972 w 21600"/>
              <a:gd name="connsiteY11" fmla="*/ 0 h 25763"/>
              <a:gd name="connsiteX12" fmla="*/ 21600 w 21600"/>
              <a:gd name="connsiteY12" fmla="*/ 0 h 25763"/>
              <a:gd name="connsiteX13" fmla="*/ 21600 w 21600"/>
              <a:gd name="connsiteY13" fmla="*/ 14392 h 25763"/>
              <a:gd name="connsiteX14" fmla="*/ 20000 w 21600"/>
              <a:gd name="connsiteY14" fmla="*/ 14467 h 25763"/>
              <a:gd name="connsiteX0" fmla="*/ 0 w 21600"/>
              <a:gd name="connsiteY0" fmla="*/ 20782 h 25763"/>
              <a:gd name="connsiteX1" fmla="*/ 18595 w 21600"/>
              <a:gd name="connsiteY1" fmla="*/ 18022 h 25763"/>
              <a:gd name="connsiteX2" fmla="*/ 18873 w 21600"/>
              <a:gd name="connsiteY2" fmla="*/ 25738 h 25763"/>
              <a:gd name="connsiteX3" fmla="*/ 20000 w 21600"/>
              <a:gd name="connsiteY3" fmla="*/ 16252 h 25763"/>
              <a:gd name="connsiteX4" fmla="*/ 20000 w 21600"/>
              <a:gd name="connsiteY4" fmla="*/ 14467 h 25763"/>
              <a:gd name="connsiteX5" fmla="*/ 21600 w 21600"/>
              <a:gd name="connsiteY5" fmla="*/ 14392 h 25763"/>
              <a:gd name="connsiteX6" fmla="*/ 21600 w 21600"/>
              <a:gd name="connsiteY6" fmla="*/ 0 h 25763"/>
              <a:gd name="connsiteX7" fmla="*/ 2972 w 21600"/>
              <a:gd name="connsiteY7" fmla="*/ 0 h 25763"/>
              <a:gd name="connsiteX8" fmla="*/ 2972 w 21600"/>
              <a:gd name="connsiteY8" fmla="*/ 1815 h 25763"/>
              <a:gd name="connsiteX9" fmla="*/ 1532 w 21600"/>
              <a:gd name="connsiteY9" fmla="*/ 1815 h 25763"/>
              <a:gd name="connsiteX10" fmla="*/ 1532 w 21600"/>
              <a:gd name="connsiteY10" fmla="*/ 3675 h 25763"/>
              <a:gd name="connsiteX11" fmla="*/ 0 w 21600"/>
              <a:gd name="connsiteY11" fmla="*/ 3675 h 25763"/>
              <a:gd name="connsiteX12" fmla="*/ 0 w 21600"/>
              <a:gd name="connsiteY12" fmla="*/ 20782 h 25763"/>
              <a:gd name="connsiteX0" fmla="*/ 0 w 21600"/>
              <a:gd name="connsiteY0" fmla="*/ 20782 h 26547"/>
              <a:gd name="connsiteX1" fmla="*/ 18595 w 21600"/>
              <a:gd name="connsiteY1" fmla="*/ 18022 h 26547"/>
              <a:gd name="connsiteX2" fmla="*/ 18595 w 21600"/>
              <a:gd name="connsiteY2" fmla="*/ 3675 h 26547"/>
              <a:gd name="connsiteX3" fmla="*/ 0 w 21600"/>
              <a:gd name="connsiteY3" fmla="*/ 3675 h 26547"/>
              <a:gd name="connsiteX4" fmla="*/ 0 w 21600"/>
              <a:gd name="connsiteY4" fmla="*/ 20782 h 26547"/>
              <a:gd name="connsiteX5" fmla="*/ 1532 w 21600"/>
              <a:gd name="connsiteY5" fmla="*/ 3675 h 26547"/>
              <a:gd name="connsiteX6" fmla="*/ 1532 w 21600"/>
              <a:gd name="connsiteY6" fmla="*/ 1815 h 26547"/>
              <a:gd name="connsiteX7" fmla="*/ 20000 w 21600"/>
              <a:gd name="connsiteY7" fmla="*/ 1815 h 26547"/>
              <a:gd name="connsiteX8" fmla="*/ 20000 w 21600"/>
              <a:gd name="connsiteY8" fmla="*/ 16252 h 26547"/>
              <a:gd name="connsiteX9" fmla="*/ 18595 w 21600"/>
              <a:gd name="connsiteY9" fmla="*/ 16352 h 26547"/>
              <a:gd name="connsiteX10" fmla="*/ 18595 w 21600"/>
              <a:gd name="connsiteY10" fmla="*/ 3675 h 26547"/>
              <a:gd name="connsiteX11" fmla="*/ 1532 w 21600"/>
              <a:gd name="connsiteY11" fmla="*/ 3675 h 26547"/>
              <a:gd name="connsiteX12" fmla="*/ 2972 w 21600"/>
              <a:gd name="connsiteY12" fmla="*/ 1815 h 26547"/>
              <a:gd name="connsiteX13" fmla="*/ 2972 w 21600"/>
              <a:gd name="connsiteY13" fmla="*/ 0 h 26547"/>
              <a:gd name="connsiteX14" fmla="*/ 21600 w 21600"/>
              <a:gd name="connsiteY14" fmla="*/ 0 h 26547"/>
              <a:gd name="connsiteX15" fmla="*/ 21600 w 21600"/>
              <a:gd name="connsiteY15" fmla="*/ 14392 h 26547"/>
              <a:gd name="connsiteX16" fmla="*/ 20000 w 21600"/>
              <a:gd name="connsiteY16" fmla="*/ 14467 h 26547"/>
              <a:gd name="connsiteX17" fmla="*/ 20000 w 21600"/>
              <a:gd name="connsiteY17" fmla="*/ 1815 h 26547"/>
              <a:gd name="connsiteX18" fmla="*/ 2972 w 21600"/>
              <a:gd name="connsiteY18" fmla="*/ 1815 h 26547"/>
              <a:gd name="connsiteX0" fmla="*/ 0 w 21600"/>
              <a:gd name="connsiteY0" fmla="*/ 3675 h 26547"/>
              <a:gd name="connsiteX1" fmla="*/ 18595 w 21600"/>
              <a:gd name="connsiteY1" fmla="*/ 3675 h 26547"/>
              <a:gd name="connsiteX2" fmla="*/ 18595 w 21600"/>
              <a:gd name="connsiteY2" fmla="*/ 18022 h 26547"/>
              <a:gd name="connsiteX3" fmla="*/ 0 w 21600"/>
              <a:gd name="connsiteY3" fmla="*/ 20782 h 26547"/>
              <a:gd name="connsiteX4" fmla="*/ 0 w 21600"/>
              <a:gd name="connsiteY4" fmla="*/ 3675 h 26547"/>
              <a:gd name="connsiteX5" fmla="*/ 1532 w 21600"/>
              <a:gd name="connsiteY5" fmla="*/ 3675 h 26547"/>
              <a:gd name="connsiteX6" fmla="*/ 1532 w 21600"/>
              <a:gd name="connsiteY6" fmla="*/ 1815 h 26547"/>
              <a:gd name="connsiteX7" fmla="*/ 20000 w 21600"/>
              <a:gd name="connsiteY7" fmla="*/ 1815 h 26547"/>
              <a:gd name="connsiteX8" fmla="*/ 20000 w 21600"/>
              <a:gd name="connsiteY8" fmla="*/ 16252 h 26547"/>
              <a:gd name="connsiteX9" fmla="*/ 18595 w 21600"/>
              <a:gd name="connsiteY9" fmla="*/ 16352 h 26547"/>
              <a:gd name="connsiteX10" fmla="*/ 2972 w 21600"/>
              <a:gd name="connsiteY10" fmla="*/ 1815 h 26547"/>
              <a:gd name="connsiteX11" fmla="*/ 2972 w 21600"/>
              <a:gd name="connsiteY11" fmla="*/ 0 h 26547"/>
              <a:gd name="connsiteX12" fmla="*/ 21600 w 21600"/>
              <a:gd name="connsiteY12" fmla="*/ 0 h 26547"/>
              <a:gd name="connsiteX13" fmla="*/ 21600 w 21600"/>
              <a:gd name="connsiteY13" fmla="*/ 14392 h 26547"/>
              <a:gd name="connsiteX14" fmla="*/ 20000 w 21600"/>
              <a:gd name="connsiteY14" fmla="*/ 14467 h 26547"/>
              <a:gd name="connsiteX0" fmla="*/ 0 w 21600"/>
              <a:gd name="connsiteY0" fmla="*/ 20782 h 26547"/>
              <a:gd name="connsiteX1" fmla="*/ 9817 w 21600"/>
              <a:gd name="connsiteY1" fmla="*/ 26506 h 26547"/>
              <a:gd name="connsiteX2" fmla="*/ 18595 w 21600"/>
              <a:gd name="connsiteY2" fmla="*/ 18022 h 26547"/>
              <a:gd name="connsiteX3" fmla="*/ 18873 w 21600"/>
              <a:gd name="connsiteY3" fmla="*/ 25738 h 26547"/>
              <a:gd name="connsiteX4" fmla="*/ 20000 w 21600"/>
              <a:gd name="connsiteY4" fmla="*/ 16252 h 26547"/>
              <a:gd name="connsiteX5" fmla="*/ 20000 w 21600"/>
              <a:gd name="connsiteY5" fmla="*/ 14467 h 26547"/>
              <a:gd name="connsiteX6" fmla="*/ 21600 w 21600"/>
              <a:gd name="connsiteY6" fmla="*/ 14392 h 26547"/>
              <a:gd name="connsiteX7" fmla="*/ 21600 w 21600"/>
              <a:gd name="connsiteY7" fmla="*/ 0 h 26547"/>
              <a:gd name="connsiteX8" fmla="*/ 2972 w 21600"/>
              <a:gd name="connsiteY8" fmla="*/ 0 h 26547"/>
              <a:gd name="connsiteX9" fmla="*/ 2972 w 21600"/>
              <a:gd name="connsiteY9" fmla="*/ 1815 h 26547"/>
              <a:gd name="connsiteX10" fmla="*/ 1532 w 21600"/>
              <a:gd name="connsiteY10" fmla="*/ 1815 h 26547"/>
              <a:gd name="connsiteX11" fmla="*/ 1532 w 21600"/>
              <a:gd name="connsiteY11" fmla="*/ 3675 h 26547"/>
              <a:gd name="connsiteX12" fmla="*/ 0 w 21600"/>
              <a:gd name="connsiteY12" fmla="*/ 3675 h 26547"/>
              <a:gd name="connsiteX13" fmla="*/ 0 w 21600"/>
              <a:gd name="connsiteY13" fmla="*/ 20782 h 26547"/>
              <a:gd name="connsiteX0" fmla="*/ 0 w 21600"/>
              <a:gd name="connsiteY0" fmla="*/ 20782 h 25763"/>
              <a:gd name="connsiteX1" fmla="*/ 18595 w 21600"/>
              <a:gd name="connsiteY1" fmla="*/ 18022 h 25763"/>
              <a:gd name="connsiteX2" fmla="*/ 18595 w 21600"/>
              <a:gd name="connsiteY2" fmla="*/ 3675 h 25763"/>
              <a:gd name="connsiteX3" fmla="*/ 0 w 21600"/>
              <a:gd name="connsiteY3" fmla="*/ 3675 h 25763"/>
              <a:gd name="connsiteX4" fmla="*/ 0 w 21600"/>
              <a:gd name="connsiteY4" fmla="*/ 20782 h 25763"/>
              <a:gd name="connsiteX5" fmla="*/ 1532 w 21600"/>
              <a:gd name="connsiteY5" fmla="*/ 3675 h 25763"/>
              <a:gd name="connsiteX6" fmla="*/ 1532 w 21600"/>
              <a:gd name="connsiteY6" fmla="*/ 1815 h 25763"/>
              <a:gd name="connsiteX7" fmla="*/ 20000 w 21600"/>
              <a:gd name="connsiteY7" fmla="*/ 1815 h 25763"/>
              <a:gd name="connsiteX8" fmla="*/ 20000 w 21600"/>
              <a:gd name="connsiteY8" fmla="*/ 16252 h 25763"/>
              <a:gd name="connsiteX9" fmla="*/ 18595 w 21600"/>
              <a:gd name="connsiteY9" fmla="*/ 16352 h 25763"/>
              <a:gd name="connsiteX10" fmla="*/ 18595 w 21600"/>
              <a:gd name="connsiteY10" fmla="*/ 3675 h 25763"/>
              <a:gd name="connsiteX11" fmla="*/ 1532 w 21600"/>
              <a:gd name="connsiteY11" fmla="*/ 3675 h 25763"/>
              <a:gd name="connsiteX12" fmla="*/ 2972 w 21600"/>
              <a:gd name="connsiteY12" fmla="*/ 1815 h 25763"/>
              <a:gd name="connsiteX13" fmla="*/ 2972 w 21600"/>
              <a:gd name="connsiteY13" fmla="*/ 0 h 25763"/>
              <a:gd name="connsiteX14" fmla="*/ 21600 w 21600"/>
              <a:gd name="connsiteY14" fmla="*/ 0 h 25763"/>
              <a:gd name="connsiteX15" fmla="*/ 21600 w 21600"/>
              <a:gd name="connsiteY15" fmla="*/ 14392 h 25763"/>
              <a:gd name="connsiteX16" fmla="*/ 20000 w 21600"/>
              <a:gd name="connsiteY16" fmla="*/ 14467 h 25763"/>
              <a:gd name="connsiteX17" fmla="*/ 20000 w 21600"/>
              <a:gd name="connsiteY17" fmla="*/ 1815 h 25763"/>
              <a:gd name="connsiteX18" fmla="*/ 2972 w 21600"/>
              <a:gd name="connsiteY18" fmla="*/ 1815 h 25763"/>
              <a:gd name="connsiteX0" fmla="*/ 0 w 21600"/>
              <a:gd name="connsiteY0" fmla="*/ 3675 h 25763"/>
              <a:gd name="connsiteX1" fmla="*/ 18595 w 21600"/>
              <a:gd name="connsiteY1" fmla="*/ 3675 h 25763"/>
              <a:gd name="connsiteX2" fmla="*/ 18595 w 21600"/>
              <a:gd name="connsiteY2" fmla="*/ 18022 h 25763"/>
              <a:gd name="connsiteX3" fmla="*/ 0 w 21600"/>
              <a:gd name="connsiteY3" fmla="*/ 20782 h 25763"/>
              <a:gd name="connsiteX4" fmla="*/ 0 w 21600"/>
              <a:gd name="connsiteY4" fmla="*/ 3675 h 25763"/>
              <a:gd name="connsiteX5" fmla="*/ 1532 w 21600"/>
              <a:gd name="connsiteY5" fmla="*/ 3675 h 25763"/>
              <a:gd name="connsiteX6" fmla="*/ 1532 w 21600"/>
              <a:gd name="connsiteY6" fmla="*/ 1815 h 25763"/>
              <a:gd name="connsiteX7" fmla="*/ 20000 w 21600"/>
              <a:gd name="connsiteY7" fmla="*/ 1815 h 25763"/>
              <a:gd name="connsiteX8" fmla="*/ 20000 w 21600"/>
              <a:gd name="connsiteY8" fmla="*/ 16252 h 25763"/>
              <a:gd name="connsiteX9" fmla="*/ 18595 w 21600"/>
              <a:gd name="connsiteY9" fmla="*/ 16352 h 25763"/>
              <a:gd name="connsiteX10" fmla="*/ 2972 w 21600"/>
              <a:gd name="connsiteY10" fmla="*/ 1815 h 25763"/>
              <a:gd name="connsiteX11" fmla="*/ 2972 w 21600"/>
              <a:gd name="connsiteY11" fmla="*/ 0 h 25763"/>
              <a:gd name="connsiteX12" fmla="*/ 21600 w 21600"/>
              <a:gd name="connsiteY12" fmla="*/ 0 h 25763"/>
              <a:gd name="connsiteX13" fmla="*/ 21600 w 21600"/>
              <a:gd name="connsiteY13" fmla="*/ 14392 h 25763"/>
              <a:gd name="connsiteX14" fmla="*/ 20000 w 21600"/>
              <a:gd name="connsiteY14" fmla="*/ 14467 h 25763"/>
              <a:gd name="connsiteX0" fmla="*/ 0 w 21600"/>
              <a:gd name="connsiteY0" fmla="*/ 20782 h 25763"/>
              <a:gd name="connsiteX1" fmla="*/ 10652 w 21600"/>
              <a:gd name="connsiteY1" fmla="*/ 22896 h 25763"/>
              <a:gd name="connsiteX2" fmla="*/ 18595 w 21600"/>
              <a:gd name="connsiteY2" fmla="*/ 18022 h 25763"/>
              <a:gd name="connsiteX3" fmla="*/ 18873 w 21600"/>
              <a:gd name="connsiteY3" fmla="*/ 25738 h 25763"/>
              <a:gd name="connsiteX4" fmla="*/ 20000 w 21600"/>
              <a:gd name="connsiteY4" fmla="*/ 16252 h 25763"/>
              <a:gd name="connsiteX5" fmla="*/ 20000 w 21600"/>
              <a:gd name="connsiteY5" fmla="*/ 14467 h 25763"/>
              <a:gd name="connsiteX6" fmla="*/ 21600 w 21600"/>
              <a:gd name="connsiteY6" fmla="*/ 14392 h 25763"/>
              <a:gd name="connsiteX7" fmla="*/ 21600 w 21600"/>
              <a:gd name="connsiteY7" fmla="*/ 0 h 25763"/>
              <a:gd name="connsiteX8" fmla="*/ 2972 w 21600"/>
              <a:gd name="connsiteY8" fmla="*/ 0 h 25763"/>
              <a:gd name="connsiteX9" fmla="*/ 2972 w 21600"/>
              <a:gd name="connsiteY9" fmla="*/ 1815 h 25763"/>
              <a:gd name="connsiteX10" fmla="*/ 1532 w 21600"/>
              <a:gd name="connsiteY10" fmla="*/ 1815 h 25763"/>
              <a:gd name="connsiteX11" fmla="*/ 1532 w 21600"/>
              <a:gd name="connsiteY11" fmla="*/ 3675 h 25763"/>
              <a:gd name="connsiteX12" fmla="*/ 0 w 21600"/>
              <a:gd name="connsiteY12" fmla="*/ 3675 h 25763"/>
              <a:gd name="connsiteX13" fmla="*/ 0 w 21600"/>
              <a:gd name="connsiteY13" fmla="*/ 20782 h 25763"/>
              <a:gd name="connsiteX0" fmla="*/ 0 w 21600"/>
              <a:gd name="connsiteY0" fmla="*/ 20782 h 25763"/>
              <a:gd name="connsiteX1" fmla="*/ 18595 w 21600"/>
              <a:gd name="connsiteY1" fmla="*/ 18022 h 25763"/>
              <a:gd name="connsiteX2" fmla="*/ 18595 w 21600"/>
              <a:gd name="connsiteY2" fmla="*/ 3675 h 25763"/>
              <a:gd name="connsiteX3" fmla="*/ 0 w 21600"/>
              <a:gd name="connsiteY3" fmla="*/ 3675 h 25763"/>
              <a:gd name="connsiteX4" fmla="*/ 0 w 21600"/>
              <a:gd name="connsiteY4" fmla="*/ 20782 h 25763"/>
              <a:gd name="connsiteX5" fmla="*/ 1532 w 21600"/>
              <a:gd name="connsiteY5" fmla="*/ 3675 h 25763"/>
              <a:gd name="connsiteX6" fmla="*/ 1532 w 21600"/>
              <a:gd name="connsiteY6" fmla="*/ 1815 h 25763"/>
              <a:gd name="connsiteX7" fmla="*/ 20000 w 21600"/>
              <a:gd name="connsiteY7" fmla="*/ 1815 h 25763"/>
              <a:gd name="connsiteX8" fmla="*/ 20000 w 21600"/>
              <a:gd name="connsiteY8" fmla="*/ 16252 h 25763"/>
              <a:gd name="connsiteX9" fmla="*/ 18595 w 21600"/>
              <a:gd name="connsiteY9" fmla="*/ 16352 h 25763"/>
              <a:gd name="connsiteX10" fmla="*/ 18595 w 21600"/>
              <a:gd name="connsiteY10" fmla="*/ 3675 h 25763"/>
              <a:gd name="connsiteX11" fmla="*/ 1532 w 21600"/>
              <a:gd name="connsiteY11" fmla="*/ 3675 h 25763"/>
              <a:gd name="connsiteX12" fmla="*/ 2972 w 21600"/>
              <a:gd name="connsiteY12" fmla="*/ 1815 h 25763"/>
              <a:gd name="connsiteX13" fmla="*/ 2972 w 21600"/>
              <a:gd name="connsiteY13" fmla="*/ 0 h 25763"/>
              <a:gd name="connsiteX14" fmla="*/ 21600 w 21600"/>
              <a:gd name="connsiteY14" fmla="*/ 0 h 25763"/>
              <a:gd name="connsiteX15" fmla="*/ 21600 w 21600"/>
              <a:gd name="connsiteY15" fmla="*/ 14392 h 25763"/>
              <a:gd name="connsiteX16" fmla="*/ 20000 w 21600"/>
              <a:gd name="connsiteY16" fmla="*/ 14467 h 25763"/>
              <a:gd name="connsiteX17" fmla="*/ 20000 w 21600"/>
              <a:gd name="connsiteY17" fmla="*/ 1815 h 25763"/>
              <a:gd name="connsiteX18" fmla="*/ 2972 w 21600"/>
              <a:gd name="connsiteY18" fmla="*/ 1815 h 25763"/>
              <a:gd name="connsiteX0" fmla="*/ 0 w 21600"/>
              <a:gd name="connsiteY0" fmla="*/ 3675 h 25763"/>
              <a:gd name="connsiteX1" fmla="*/ 18595 w 21600"/>
              <a:gd name="connsiteY1" fmla="*/ 3675 h 25763"/>
              <a:gd name="connsiteX2" fmla="*/ 18595 w 21600"/>
              <a:gd name="connsiteY2" fmla="*/ 18022 h 25763"/>
              <a:gd name="connsiteX3" fmla="*/ 0 w 21600"/>
              <a:gd name="connsiteY3" fmla="*/ 20782 h 25763"/>
              <a:gd name="connsiteX4" fmla="*/ 0 w 21600"/>
              <a:gd name="connsiteY4" fmla="*/ 3675 h 25763"/>
              <a:gd name="connsiteX5" fmla="*/ 1532 w 21600"/>
              <a:gd name="connsiteY5" fmla="*/ 3675 h 25763"/>
              <a:gd name="connsiteX6" fmla="*/ 1532 w 21600"/>
              <a:gd name="connsiteY6" fmla="*/ 1815 h 25763"/>
              <a:gd name="connsiteX7" fmla="*/ 20000 w 21600"/>
              <a:gd name="connsiteY7" fmla="*/ 1815 h 25763"/>
              <a:gd name="connsiteX8" fmla="*/ 20000 w 21600"/>
              <a:gd name="connsiteY8" fmla="*/ 16252 h 25763"/>
              <a:gd name="connsiteX9" fmla="*/ 18595 w 21600"/>
              <a:gd name="connsiteY9" fmla="*/ 16352 h 25763"/>
              <a:gd name="connsiteX10" fmla="*/ 2972 w 21600"/>
              <a:gd name="connsiteY10" fmla="*/ 1815 h 25763"/>
              <a:gd name="connsiteX11" fmla="*/ 2972 w 21600"/>
              <a:gd name="connsiteY11" fmla="*/ 0 h 25763"/>
              <a:gd name="connsiteX12" fmla="*/ 21600 w 21600"/>
              <a:gd name="connsiteY12" fmla="*/ 0 h 25763"/>
              <a:gd name="connsiteX13" fmla="*/ 21600 w 21600"/>
              <a:gd name="connsiteY13" fmla="*/ 14392 h 25763"/>
              <a:gd name="connsiteX14" fmla="*/ 20000 w 21600"/>
              <a:gd name="connsiteY14" fmla="*/ 14467 h 25763"/>
              <a:gd name="connsiteX0" fmla="*/ 0 w 21600"/>
              <a:gd name="connsiteY0" fmla="*/ 20782 h 25763"/>
              <a:gd name="connsiteX1" fmla="*/ 10652 w 21600"/>
              <a:gd name="connsiteY1" fmla="*/ 22896 h 25763"/>
              <a:gd name="connsiteX2" fmla="*/ 18165 w 21600"/>
              <a:gd name="connsiteY2" fmla="*/ 24340 h 25763"/>
              <a:gd name="connsiteX3" fmla="*/ 18595 w 21600"/>
              <a:gd name="connsiteY3" fmla="*/ 18022 h 25763"/>
              <a:gd name="connsiteX4" fmla="*/ 18873 w 21600"/>
              <a:gd name="connsiteY4" fmla="*/ 25738 h 25763"/>
              <a:gd name="connsiteX5" fmla="*/ 20000 w 21600"/>
              <a:gd name="connsiteY5" fmla="*/ 16252 h 25763"/>
              <a:gd name="connsiteX6" fmla="*/ 20000 w 21600"/>
              <a:gd name="connsiteY6" fmla="*/ 14467 h 25763"/>
              <a:gd name="connsiteX7" fmla="*/ 21600 w 21600"/>
              <a:gd name="connsiteY7" fmla="*/ 14392 h 25763"/>
              <a:gd name="connsiteX8" fmla="*/ 21600 w 21600"/>
              <a:gd name="connsiteY8" fmla="*/ 0 h 25763"/>
              <a:gd name="connsiteX9" fmla="*/ 2972 w 21600"/>
              <a:gd name="connsiteY9" fmla="*/ 0 h 25763"/>
              <a:gd name="connsiteX10" fmla="*/ 2972 w 21600"/>
              <a:gd name="connsiteY10" fmla="*/ 1815 h 25763"/>
              <a:gd name="connsiteX11" fmla="*/ 1532 w 21600"/>
              <a:gd name="connsiteY11" fmla="*/ 1815 h 25763"/>
              <a:gd name="connsiteX12" fmla="*/ 1532 w 21600"/>
              <a:gd name="connsiteY12" fmla="*/ 3675 h 25763"/>
              <a:gd name="connsiteX13" fmla="*/ 0 w 21600"/>
              <a:gd name="connsiteY13" fmla="*/ 3675 h 25763"/>
              <a:gd name="connsiteX14" fmla="*/ 0 w 21600"/>
              <a:gd name="connsiteY14" fmla="*/ 20782 h 257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1600" h="25763" stroke="0" extrusionOk="0">
                <a:moveTo>
                  <a:pt x="0" y="20782"/>
                </a:moveTo>
                <a:cubicBezTo>
                  <a:pt x="9298" y="23542"/>
                  <a:pt x="9298" y="18022"/>
                  <a:pt x="18595" y="18022"/>
                </a:cubicBezTo>
                <a:lnTo>
                  <a:pt x="18595" y="3675"/>
                </a:lnTo>
                <a:lnTo>
                  <a:pt x="0" y="3675"/>
                </a:lnTo>
                <a:lnTo>
                  <a:pt x="0" y="20782"/>
                </a:lnTo>
                <a:close/>
                <a:moveTo>
                  <a:pt x="1532" y="3675"/>
                </a:moveTo>
                <a:lnTo>
                  <a:pt x="1532" y="1815"/>
                </a:lnTo>
                <a:lnTo>
                  <a:pt x="20000" y="1815"/>
                </a:lnTo>
                <a:lnTo>
                  <a:pt x="20000" y="16252"/>
                </a:lnTo>
                <a:cubicBezTo>
                  <a:pt x="19298" y="16252"/>
                  <a:pt x="18595" y="16352"/>
                  <a:pt x="18595" y="16352"/>
                </a:cubicBezTo>
                <a:lnTo>
                  <a:pt x="18595" y="3675"/>
                </a:lnTo>
                <a:lnTo>
                  <a:pt x="1532" y="3675"/>
                </a:lnTo>
                <a:close/>
                <a:moveTo>
                  <a:pt x="2972" y="1815"/>
                </a:moveTo>
                <a:lnTo>
                  <a:pt x="2972" y="0"/>
                </a:lnTo>
                <a:lnTo>
                  <a:pt x="21600" y="0"/>
                </a:lnTo>
                <a:lnTo>
                  <a:pt x="21600" y="14392"/>
                </a:lnTo>
                <a:cubicBezTo>
                  <a:pt x="20800" y="14392"/>
                  <a:pt x="20000" y="14467"/>
                  <a:pt x="20000" y="14467"/>
                </a:cubicBezTo>
                <a:lnTo>
                  <a:pt x="20000" y="1815"/>
                </a:lnTo>
                <a:lnTo>
                  <a:pt x="2972" y="1815"/>
                </a:lnTo>
                <a:close/>
              </a:path>
              <a:path w="21600" h="25763" fill="none" extrusionOk="0">
                <a:moveTo>
                  <a:pt x="0" y="3675"/>
                </a:moveTo>
                <a:lnTo>
                  <a:pt x="18595" y="3675"/>
                </a:lnTo>
                <a:lnTo>
                  <a:pt x="18595" y="18022"/>
                </a:lnTo>
                <a:cubicBezTo>
                  <a:pt x="9298" y="18022"/>
                  <a:pt x="9298" y="23542"/>
                  <a:pt x="0" y="20782"/>
                </a:cubicBezTo>
                <a:lnTo>
                  <a:pt x="0" y="3675"/>
                </a:lnTo>
                <a:close/>
                <a:moveTo>
                  <a:pt x="1532" y="3675"/>
                </a:moveTo>
                <a:lnTo>
                  <a:pt x="1532" y="1815"/>
                </a:lnTo>
                <a:lnTo>
                  <a:pt x="20000" y="1815"/>
                </a:lnTo>
                <a:lnTo>
                  <a:pt x="20000" y="16252"/>
                </a:lnTo>
                <a:cubicBezTo>
                  <a:pt x="19298" y="16252"/>
                  <a:pt x="18595" y="16352"/>
                  <a:pt x="18595" y="16352"/>
                </a:cubicBezTo>
                <a:moveTo>
                  <a:pt x="2972" y="1815"/>
                </a:moveTo>
                <a:lnTo>
                  <a:pt x="2972" y="0"/>
                </a:lnTo>
                <a:lnTo>
                  <a:pt x="21600" y="0"/>
                </a:lnTo>
                <a:lnTo>
                  <a:pt x="21600" y="14392"/>
                </a:lnTo>
                <a:cubicBezTo>
                  <a:pt x="20800" y="14392"/>
                  <a:pt x="20000" y="14467"/>
                  <a:pt x="20000" y="14467"/>
                </a:cubicBezTo>
              </a:path>
              <a:path w="21600" h="25763" fill="none" stroke="0">
                <a:moveTo>
                  <a:pt x="0" y="20782"/>
                </a:moveTo>
                <a:cubicBezTo>
                  <a:pt x="1590" y="23504"/>
                  <a:pt x="7553" y="23356"/>
                  <a:pt x="10652" y="22896"/>
                </a:cubicBezTo>
                <a:cubicBezTo>
                  <a:pt x="13540" y="22406"/>
                  <a:pt x="16841" y="25152"/>
                  <a:pt x="18165" y="24340"/>
                </a:cubicBezTo>
                <a:cubicBezTo>
                  <a:pt x="19489" y="23528"/>
                  <a:pt x="18338" y="16706"/>
                  <a:pt x="18595" y="18022"/>
                </a:cubicBezTo>
                <a:cubicBezTo>
                  <a:pt x="18595" y="17465"/>
                  <a:pt x="18873" y="26295"/>
                  <a:pt x="18873" y="25738"/>
                </a:cubicBezTo>
                <a:cubicBezTo>
                  <a:pt x="18873" y="25738"/>
                  <a:pt x="19298" y="16252"/>
                  <a:pt x="20000" y="16252"/>
                </a:cubicBezTo>
                <a:lnTo>
                  <a:pt x="20000" y="14467"/>
                </a:lnTo>
                <a:cubicBezTo>
                  <a:pt x="20000" y="14467"/>
                  <a:pt x="20800" y="14392"/>
                  <a:pt x="21600" y="14392"/>
                </a:cubicBezTo>
                <a:lnTo>
                  <a:pt x="21600" y="0"/>
                </a:lnTo>
                <a:lnTo>
                  <a:pt x="2972" y="0"/>
                </a:lnTo>
                <a:lnTo>
                  <a:pt x="2972" y="1815"/>
                </a:lnTo>
                <a:lnTo>
                  <a:pt x="1532" y="1815"/>
                </a:lnTo>
                <a:lnTo>
                  <a:pt x="1532" y="3675"/>
                </a:lnTo>
                <a:lnTo>
                  <a:pt x="0" y="3675"/>
                </a:lnTo>
                <a:lnTo>
                  <a:pt x="0" y="20782"/>
                </a:lnTo>
                <a:close/>
              </a:path>
            </a:pathLst>
          </a:custGeom>
          <a:solidFill>
            <a:srgbClr val="A7FFAB"/>
          </a:solidFill>
          <a:ln w="12700">
            <a:solidFill>
              <a:schemeClr val="accent1"/>
            </a:solidFill>
          </a:ln>
          <a:effectLst>
            <a:outerShdw blurRad="40000" dist="20000" dir="5400000" rotWithShape="0">
              <a:srgbClr val="000000">
                <a:alpha val="38000"/>
              </a:srgbClr>
            </a:outerShdw>
            <a:softEdge rad="12700"/>
          </a:effectLst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00"/>
                </a:solidFill>
              </a:rPr>
              <a:t>24t56</a:t>
            </a:r>
          </a:p>
        </p:txBody>
      </p:sp>
      <p:cxnSp>
        <p:nvCxnSpPr>
          <p:cNvPr id="38" name="Shape 200"/>
          <p:cNvCxnSpPr/>
          <p:nvPr/>
        </p:nvCxnSpPr>
        <p:spPr>
          <a:xfrm flipH="1" flipV="1">
            <a:off x="4732802" y="5631052"/>
            <a:ext cx="372598" cy="11474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35" name="Shape 198"/>
          <p:cNvSpPr/>
          <p:nvPr/>
        </p:nvSpPr>
        <p:spPr>
          <a:xfrm>
            <a:off x="5876496" y="489862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345r3</a:t>
            </a:r>
          </a:p>
        </p:txBody>
      </p:sp>
      <p:cxnSp>
        <p:nvCxnSpPr>
          <p:cNvPr id="44" name="Shape 200"/>
          <p:cNvCxnSpPr/>
          <p:nvPr/>
        </p:nvCxnSpPr>
        <p:spPr>
          <a:xfrm flipH="1" flipV="1">
            <a:off x="2426586" y="5053473"/>
            <a:ext cx="3429471" cy="1102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71" name="Shape 204"/>
          <p:cNvSpPr/>
          <p:nvPr/>
        </p:nvSpPr>
        <p:spPr>
          <a:xfrm>
            <a:off x="3897956" y="6142376"/>
            <a:ext cx="917438" cy="2730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working1</a:t>
            </a:r>
          </a:p>
        </p:txBody>
      </p:sp>
      <p:cxnSp>
        <p:nvCxnSpPr>
          <p:cNvPr id="72" name="Shape 205"/>
          <p:cNvCxnSpPr>
            <a:stCxn id="71" idx="0"/>
            <a:endCxn id="39" idx="2"/>
          </p:cNvCxnSpPr>
          <p:nvPr/>
        </p:nvCxnSpPr>
        <p:spPr>
          <a:xfrm flipH="1" flipV="1">
            <a:off x="4345499" y="5763543"/>
            <a:ext cx="11176" cy="378833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92" name="Shape 204"/>
          <p:cNvSpPr/>
          <p:nvPr/>
        </p:nvSpPr>
        <p:spPr>
          <a:xfrm>
            <a:off x="4959058" y="6431769"/>
            <a:ext cx="917438" cy="2730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working2</a:t>
            </a:r>
          </a:p>
        </p:txBody>
      </p:sp>
      <p:cxnSp>
        <p:nvCxnSpPr>
          <p:cNvPr id="93" name="Shape 205"/>
          <p:cNvCxnSpPr>
            <a:endCxn id="2" idx="0"/>
          </p:cNvCxnSpPr>
          <p:nvPr/>
        </p:nvCxnSpPr>
        <p:spPr>
          <a:xfrm flipV="1">
            <a:off x="5105400" y="5795034"/>
            <a:ext cx="0" cy="636735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46" name="Shape 198"/>
          <p:cNvSpPr/>
          <p:nvPr/>
        </p:nvSpPr>
        <p:spPr>
          <a:xfrm>
            <a:off x="5919657" y="2786375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345r3</a:t>
            </a:r>
          </a:p>
        </p:txBody>
      </p:sp>
      <p:cxnSp>
        <p:nvCxnSpPr>
          <p:cNvPr id="47" name="Shape 200"/>
          <p:cNvCxnSpPr>
            <a:stCxn id="46" idx="1"/>
            <a:endCxn id="192" idx="3"/>
          </p:cNvCxnSpPr>
          <p:nvPr/>
        </p:nvCxnSpPr>
        <p:spPr>
          <a:xfrm flipH="1" flipV="1">
            <a:off x="2668425" y="2499250"/>
            <a:ext cx="3251232" cy="464875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49" name="Shape 205"/>
          <p:cNvCxnSpPr>
            <a:stCxn id="55" idx="2"/>
            <a:endCxn id="46" idx="0"/>
          </p:cNvCxnSpPr>
          <p:nvPr/>
        </p:nvCxnSpPr>
        <p:spPr>
          <a:xfrm>
            <a:off x="6294592" y="2470209"/>
            <a:ext cx="12365" cy="316166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20" name="TextBox 19"/>
          <p:cNvSpPr txBox="1"/>
          <p:nvPr/>
        </p:nvSpPr>
        <p:spPr>
          <a:xfrm>
            <a:off x="6922857" y="609600"/>
            <a:ext cx="2221143" cy="5232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Open Merge Request </a:t>
            </a:r>
          </a:p>
          <a:p>
            <a:r>
              <a:rPr lang="en-US" dirty="0">
                <a:solidFill>
                  <a:srgbClr val="000000"/>
                </a:solidFill>
              </a:rPr>
              <a:t>If CI succeeded </a:t>
            </a:r>
            <a:r>
              <a:rPr lang="en-US" b="1" dirty="0">
                <a:solidFill>
                  <a:srgbClr val="000000"/>
                </a:solidFill>
              </a:rPr>
              <a:t>only</a:t>
            </a:r>
          </a:p>
        </p:txBody>
      </p:sp>
      <p:cxnSp>
        <p:nvCxnSpPr>
          <p:cNvPr id="23" name="Elbow Connector 22"/>
          <p:cNvCxnSpPr>
            <a:endCxn id="20" idx="2"/>
          </p:cNvCxnSpPr>
          <p:nvPr/>
        </p:nvCxnSpPr>
        <p:spPr>
          <a:xfrm flipV="1">
            <a:off x="6694257" y="1132820"/>
            <a:ext cx="1339172" cy="1818074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Shape 204"/>
          <p:cNvSpPr/>
          <p:nvPr/>
        </p:nvSpPr>
        <p:spPr>
          <a:xfrm>
            <a:off x="2746238" y="1684576"/>
            <a:ext cx="917438" cy="2730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FTR-8</a:t>
            </a:r>
          </a:p>
        </p:txBody>
      </p:sp>
      <p:cxnSp>
        <p:nvCxnSpPr>
          <p:cNvPr id="51" name="Shape 205"/>
          <p:cNvCxnSpPr>
            <a:stCxn id="50" idx="2"/>
          </p:cNvCxnSpPr>
          <p:nvPr/>
        </p:nvCxnSpPr>
        <p:spPr>
          <a:xfrm flipH="1">
            <a:off x="2276063" y="1957576"/>
            <a:ext cx="928894" cy="344424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52" name="Shape 204"/>
          <p:cNvSpPr/>
          <p:nvPr/>
        </p:nvSpPr>
        <p:spPr>
          <a:xfrm>
            <a:off x="639181" y="1708599"/>
            <a:ext cx="917438" cy="2730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FTR-7</a:t>
            </a:r>
          </a:p>
        </p:txBody>
      </p:sp>
      <p:cxnSp>
        <p:nvCxnSpPr>
          <p:cNvPr id="53" name="Shape 205"/>
          <p:cNvCxnSpPr/>
          <p:nvPr/>
        </p:nvCxnSpPr>
        <p:spPr>
          <a:xfrm flipH="1">
            <a:off x="1086444" y="1981599"/>
            <a:ext cx="10124" cy="344424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54" name="Shape 204"/>
          <p:cNvSpPr/>
          <p:nvPr/>
        </p:nvSpPr>
        <p:spPr>
          <a:xfrm>
            <a:off x="1086444" y="4268738"/>
            <a:ext cx="1531531" cy="2730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origin/fix/FTR-10</a:t>
            </a:r>
          </a:p>
        </p:txBody>
      </p:sp>
      <p:sp>
        <p:nvSpPr>
          <p:cNvPr id="55" name="Shape 204"/>
          <p:cNvSpPr/>
          <p:nvPr/>
        </p:nvSpPr>
        <p:spPr>
          <a:xfrm>
            <a:off x="5681009" y="2136125"/>
            <a:ext cx="1227166" cy="334084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fix/FTR-10</a:t>
            </a:r>
          </a:p>
        </p:txBody>
      </p:sp>
      <p:sp>
        <p:nvSpPr>
          <p:cNvPr id="56" name="Shape 204"/>
          <p:cNvSpPr/>
          <p:nvPr/>
        </p:nvSpPr>
        <p:spPr>
          <a:xfrm>
            <a:off x="5708769" y="4268738"/>
            <a:ext cx="1132775" cy="2547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fix/FTR-10</a:t>
            </a:r>
          </a:p>
        </p:txBody>
      </p:sp>
    </p:spTree>
    <p:extLst>
      <p:ext uri="{BB962C8B-B14F-4D97-AF65-F5344CB8AC3E}">
        <p14:creationId xmlns:p14="http://schemas.microsoft.com/office/powerpoint/2010/main" val="23684863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Shape 190"/>
          <p:cNvSpPr txBox="1">
            <a:spLocks noGrp="1"/>
          </p:cNvSpPr>
          <p:nvPr>
            <p:ph type="sldNum" idx="12"/>
          </p:nvPr>
        </p:nvSpPr>
        <p:spPr>
          <a:xfrm>
            <a:off x="8077200" y="6553200"/>
            <a:ext cx="838200" cy="228600"/>
          </a:xfrm>
          <a:prstGeom prst="rect">
            <a:avLst/>
          </a:prstGeom>
        </p:spPr>
        <p:txBody>
          <a:bodyPr wrap="square" lIns="91425" tIns="45700" rIns="91425" bIns="45700" anchor="t" anchorCtr="0">
            <a:noAutofit/>
          </a:bodyPr>
          <a:lstStyle/>
          <a:p>
            <a:pPr lvl="0" rtl="0">
              <a:spcBef>
                <a:spcPts val="0"/>
              </a:spcBef>
              <a:buClr>
                <a:schemeClr val="lt2"/>
              </a:buClr>
              <a:buSzPct val="25000"/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 lang="en-US"/>
          </a:p>
        </p:txBody>
      </p:sp>
      <p:sp>
        <p:nvSpPr>
          <p:cNvPr id="191" name="Shape 191"/>
          <p:cNvSpPr/>
          <p:nvPr/>
        </p:nvSpPr>
        <p:spPr>
          <a:xfrm>
            <a:off x="710600" y="23215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/>
              <a:t>98ca9</a:t>
            </a:r>
          </a:p>
        </p:txBody>
      </p:sp>
      <p:sp>
        <p:nvSpPr>
          <p:cNvPr id="192" name="Shape 192"/>
          <p:cNvSpPr/>
          <p:nvPr/>
        </p:nvSpPr>
        <p:spPr>
          <a:xfrm>
            <a:off x="1893825" y="23215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/>
              <a:t>34ac2</a:t>
            </a:r>
          </a:p>
        </p:txBody>
      </p:sp>
      <p:cxnSp>
        <p:nvCxnSpPr>
          <p:cNvPr id="194" name="Shape 194"/>
          <p:cNvCxnSpPr>
            <a:stCxn id="192" idx="1"/>
            <a:endCxn id="191" idx="3"/>
          </p:cNvCxnSpPr>
          <p:nvPr/>
        </p:nvCxnSpPr>
        <p:spPr>
          <a:xfrm rot="10800000">
            <a:off x="1485225" y="2499250"/>
            <a:ext cx="4086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196" name="Shape 196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546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Merriweather"/>
              <a:buNone/>
            </a:pPr>
            <a:r>
              <a:rPr lang="en-US" dirty="0">
                <a:latin typeface="Merriweather"/>
                <a:ea typeface="Merriweather"/>
                <a:cs typeface="Merriweather"/>
                <a:sym typeface="Merriweather"/>
              </a:rPr>
              <a:t>Change not approved, need to fix comments</a:t>
            </a:r>
          </a:p>
        </p:txBody>
      </p:sp>
      <p:sp>
        <p:nvSpPr>
          <p:cNvPr id="197" name="Shape 197"/>
          <p:cNvSpPr/>
          <p:nvPr/>
        </p:nvSpPr>
        <p:spPr>
          <a:xfrm>
            <a:off x="489200" y="48876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/>
              <a:t>98ca9</a:t>
            </a:r>
          </a:p>
        </p:txBody>
      </p:sp>
      <p:sp>
        <p:nvSpPr>
          <p:cNvPr id="198" name="Shape 198"/>
          <p:cNvSpPr/>
          <p:nvPr/>
        </p:nvSpPr>
        <p:spPr>
          <a:xfrm>
            <a:off x="1672425" y="48876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34ac2</a:t>
            </a:r>
          </a:p>
        </p:txBody>
      </p:sp>
      <p:cxnSp>
        <p:nvCxnSpPr>
          <p:cNvPr id="200" name="Shape 200"/>
          <p:cNvCxnSpPr>
            <a:stCxn id="198" idx="1"/>
            <a:endCxn id="197" idx="3"/>
          </p:cNvCxnSpPr>
          <p:nvPr/>
        </p:nvCxnSpPr>
        <p:spPr>
          <a:xfrm rot="10800000">
            <a:off x="1263825" y="5065350"/>
            <a:ext cx="4086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202" name="Shape 202"/>
          <p:cNvSpPr txBox="1"/>
          <p:nvPr/>
        </p:nvSpPr>
        <p:spPr>
          <a:xfrm>
            <a:off x="0" y="1150050"/>
            <a:ext cx="2281125" cy="546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-US" sz="1800" dirty="0"/>
              <a:t>Remote Repository</a:t>
            </a:r>
          </a:p>
        </p:txBody>
      </p:sp>
      <p:sp>
        <p:nvSpPr>
          <p:cNvPr id="203" name="Shape 203"/>
          <p:cNvSpPr txBox="1"/>
          <p:nvPr/>
        </p:nvSpPr>
        <p:spPr>
          <a:xfrm>
            <a:off x="65825" y="3822500"/>
            <a:ext cx="2395950" cy="546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-US" sz="1800" dirty="0"/>
              <a:t>Local Repository</a:t>
            </a:r>
          </a:p>
        </p:txBody>
      </p:sp>
      <p:sp>
        <p:nvSpPr>
          <p:cNvPr id="204" name="Shape 204"/>
          <p:cNvSpPr/>
          <p:nvPr/>
        </p:nvSpPr>
        <p:spPr>
          <a:xfrm>
            <a:off x="2694843" y="4268738"/>
            <a:ext cx="1343757" cy="2730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origin/master</a:t>
            </a:r>
          </a:p>
        </p:txBody>
      </p:sp>
      <p:cxnSp>
        <p:nvCxnSpPr>
          <p:cNvPr id="205" name="Shape 205"/>
          <p:cNvCxnSpPr>
            <a:stCxn id="204" idx="2"/>
            <a:endCxn id="198" idx="0"/>
          </p:cNvCxnSpPr>
          <p:nvPr/>
        </p:nvCxnSpPr>
        <p:spPr>
          <a:xfrm flipH="1">
            <a:off x="2059725" y="4541738"/>
            <a:ext cx="1306997" cy="345862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208" name="Shape 208"/>
          <p:cNvSpPr/>
          <p:nvPr/>
        </p:nvSpPr>
        <p:spPr>
          <a:xfrm>
            <a:off x="1849425" y="1696050"/>
            <a:ext cx="863400" cy="2547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master</a:t>
            </a:r>
          </a:p>
        </p:txBody>
      </p:sp>
      <p:cxnSp>
        <p:nvCxnSpPr>
          <p:cNvPr id="209" name="Shape 209"/>
          <p:cNvCxnSpPr>
            <a:stCxn id="208" idx="2"/>
            <a:endCxn id="192" idx="0"/>
          </p:cNvCxnSpPr>
          <p:nvPr/>
        </p:nvCxnSpPr>
        <p:spPr>
          <a:xfrm>
            <a:off x="2281125" y="1950750"/>
            <a:ext cx="0" cy="37075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215" name="Shape 215"/>
          <p:cNvCxnSpPr/>
          <p:nvPr/>
        </p:nvCxnSpPr>
        <p:spPr>
          <a:xfrm>
            <a:off x="32125" y="3822500"/>
            <a:ext cx="5171700" cy="162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37" name="Shape 205"/>
          <p:cNvCxnSpPr>
            <a:endCxn id="198" idx="0"/>
          </p:cNvCxnSpPr>
          <p:nvPr/>
        </p:nvCxnSpPr>
        <p:spPr>
          <a:xfrm>
            <a:off x="2059725" y="4541738"/>
            <a:ext cx="0" cy="345862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62" name="Shape 205"/>
          <p:cNvCxnSpPr>
            <a:endCxn id="35" idx="0"/>
          </p:cNvCxnSpPr>
          <p:nvPr/>
        </p:nvCxnSpPr>
        <p:spPr>
          <a:xfrm flipH="1">
            <a:off x="6263796" y="4582869"/>
            <a:ext cx="7717" cy="315751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31" name="Shape 212"/>
          <p:cNvSpPr/>
          <p:nvPr/>
        </p:nvSpPr>
        <p:spPr>
          <a:xfrm>
            <a:off x="5856057" y="3660950"/>
            <a:ext cx="838200" cy="355500"/>
          </a:xfrm>
          <a:prstGeom prst="rect">
            <a:avLst/>
          </a:prstGeom>
          <a:solidFill>
            <a:srgbClr val="666666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>
                <a:solidFill>
                  <a:srgbClr val="FFFFFF"/>
                </a:solidFill>
              </a:rPr>
              <a:t>HEAD</a:t>
            </a:r>
          </a:p>
        </p:txBody>
      </p:sp>
      <p:cxnSp>
        <p:nvCxnSpPr>
          <p:cNvPr id="34" name="Shape 205"/>
          <p:cNvCxnSpPr>
            <a:stCxn id="31" idx="2"/>
          </p:cNvCxnSpPr>
          <p:nvPr/>
        </p:nvCxnSpPr>
        <p:spPr>
          <a:xfrm flipH="1">
            <a:off x="6271513" y="4016450"/>
            <a:ext cx="3644" cy="26583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41" name="Shape 198"/>
          <p:cNvSpPr/>
          <p:nvPr/>
        </p:nvSpPr>
        <p:spPr>
          <a:xfrm>
            <a:off x="2879962" y="5412739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67def</a:t>
            </a:r>
          </a:p>
        </p:txBody>
      </p:sp>
      <p:cxnSp>
        <p:nvCxnSpPr>
          <p:cNvPr id="42" name="Shape 200"/>
          <p:cNvCxnSpPr>
            <a:stCxn id="41" idx="1"/>
            <a:endCxn id="198" idx="3"/>
          </p:cNvCxnSpPr>
          <p:nvPr/>
        </p:nvCxnSpPr>
        <p:spPr>
          <a:xfrm flipH="1" flipV="1">
            <a:off x="2447025" y="5065350"/>
            <a:ext cx="432937" cy="525139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39" name="Shape 198"/>
          <p:cNvSpPr/>
          <p:nvPr/>
        </p:nvSpPr>
        <p:spPr>
          <a:xfrm>
            <a:off x="3958199" y="5408043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347e4</a:t>
            </a:r>
          </a:p>
        </p:txBody>
      </p:sp>
      <p:cxnSp>
        <p:nvCxnSpPr>
          <p:cNvPr id="40" name="Shape 200"/>
          <p:cNvCxnSpPr>
            <a:endCxn id="41" idx="3"/>
          </p:cNvCxnSpPr>
          <p:nvPr/>
        </p:nvCxnSpPr>
        <p:spPr>
          <a:xfrm flipH="1">
            <a:off x="3654562" y="5590489"/>
            <a:ext cx="269268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2" name="Flowchart: Multidocument 1"/>
          <p:cNvSpPr/>
          <p:nvPr/>
        </p:nvSpPr>
        <p:spPr>
          <a:xfrm>
            <a:off x="5105400" y="5424314"/>
            <a:ext cx="999626" cy="459574"/>
          </a:xfrm>
          <a:custGeom>
            <a:avLst/>
            <a:gdLst>
              <a:gd name="connsiteX0" fmla="*/ 0 w 21600"/>
              <a:gd name="connsiteY0" fmla="*/ 20782 h 21600"/>
              <a:gd name="connsiteX1" fmla="*/ 18595 w 21600"/>
              <a:gd name="connsiteY1" fmla="*/ 18022 h 21600"/>
              <a:gd name="connsiteX2" fmla="*/ 18595 w 21600"/>
              <a:gd name="connsiteY2" fmla="*/ 3675 h 21600"/>
              <a:gd name="connsiteX3" fmla="*/ 0 w 21600"/>
              <a:gd name="connsiteY3" fmla="*/ 3675 h 21600"/>
              <a:gd name="connsiteX4" fmla="*/ 0 w 21600"/>
              <a:gd name="connsiteY4" fmla="*/ 20782 h 21600"/>
              <a:gd name="connsiteX5" fmla="*/ 1532 w 21600"/>
              <a:gd name="connsiteY5" fmla="*/ 3675 h 21600"/>
              <a:gd name="connsiteX6" fmla="*/ 1532 w 21600"/>
              <a:gd name="connsiteY6" fmla="*/ 1815 h 21600"/>
              <a:gd name="connsiteX7" fmla="*/ 20000 w 21600"/>
              <a:gd name="connsiteY7" fmla="*/ 1815 h 21600"/>
              <a:gd name="connsiteX8" fmla="*/ 20000 w 21600"/>
              <a:gd name="connsiteY8" fmla="*/ 16252 h 21600"/>
              <a:gd name="connsiteX9" fmla="*/ 18595 w 21600"/>
              <a:gd name="connsiteY9" fmla="*/ 16352 h 21600"/>
              <a:gd name="connsiteX10" fmla="*/ 18595 w 21600"/>
              <a:gd name="connsiteY10" fmla="*/ 3675 h 21600"/>
              <a:gd name="connsiteX11" fmla="*/ 1532 w 21600"/>
              <a:gd name="connsiteY11" fmla="*/ 3675 h 21600"/>
              <a:gd name="connsiteX12" fmla="*/ 2972 w 21600"/>
              <a:gd name="connsiteY12" fmla="*/ 1815 h 21600"/>
              <a:gd name="connsiteX13" fmla="*/ 2972 w 21600"/>
              <a:gd name="connsiteY13" fmla="*/ 0 h 21600"/>
              <a:gd name="connsiteX14" fmla="*/ 21600 w 21600"/>
              <a:gd name="connsiteY14" fmla="*/ 0 h 21600"/>
              <a:gd name="connsiteX15" fmla="*/ 21600 w 21600"/>
              <a:gd name="connsiteY15" fmla="*/ 14392 h 21600"/>
              <a:gd name="connsiteX16" fmla="*/ 20000 w 21600"/>
              <a:gd name="connsiteY16" fmla="*/ 14467 h 21600"/>
              <a:gd name="connsiteX17" fmla="*/ 20000 w 21600"/>
              <a:gd name="connsiteY17" fmla="*/ 1815 h 21600"/>
              <a:gd name="connsiteX18" fmla="*/ 2972 w 21600"/>
              <a:gd name="connsiteY18" fmla="*/ 1815 h 21600"/>
              <a:gd name="connsiteX0" fmla="*/ 0 w 21600"/>
              <a:gd name="connsiteY0" fmla="*/ 3675 h 21600"/>
              <a:gd name="connsiteX1" fmla="*/ 18595 w 21600"/>
              <a:gd name="connsiteY1" fmla="*/ 3675 h 21600"/>
              <a:gd name="connsiteX2" fmla="*/ 18595 w 21600"/>
              <a:gd name="connsiteY2" fmla="*/ 18022 h 21600"/>
              <a:gd name="connsiteX3" fmla="*/ 0 w 21600"/>
              <a:gd name="connsiteY3" fmla="*/ 20782 h 21600"/>
              <a:gd name="connsiteX4" fmla="*/ 0 w 21600"/>
              <a:gd name="connsiteY4" fmla="*/ 3675 h 21600"/>
              <a:gd name="connsiteX5" fmla="*/ 1532 w 21600"/>
              <a:gd name="connsiteY5" fmla="*/ 3675 h 21600"/>
              <a:gd name="connsiteX6" fmla="*/ 1532 w 21600"/>
              <a:gd name="connsiteY6" fmla="*/ 1815 h 21600"/>
              <a:gd name="connsiteX7" fmla="*/ 20000 w 21600"/>
              <a:gd name="connsiteY7" fmla="*/ 1815 h 21600"/>
              <a:gd name="connsiteX8" fmla="*/ 20000 w 21600"/>
              <a:gd name="connsiteY8" fmla="*/ 16252 h 21600"/>
              <a:gd name="connsiteX9" fmla="*/ 18595 w 21600"/>
              <a:gd name="connsiteY9" fmla="*/ 16352 h 21600"/>
              <a:gd name="connsiteX10" fmla="*/ 2972 w 21600"/>
              <a:gd name="connsiteY10" fmla="*/ 1815 h 21600"/>
              <a:gd name="connsiteX11" fmla="*/ 2972 w 21600"/>
              <a:gd name="connsiteY11" fmla="*/ 0 h 21600"/>
              <a:gd name="connsiteX12" fmla="*/ 21600 w 21600"/>
              <a:gd name="connsiteY12" fmla="*/ 0 h 21600"/>
              <a:gd name="connsiteX13" fmla="*/ 21600 w 21600"/>
              <a:gd name="connsiteY13" fmla="*/ 14392 h 21600"/>
              <a:gd name="connsiteX14" fmla="*/ 20000 w 21600"/>
              <a:gd name="connsiteY14" fmla="*/ 14467 h 21600"/>
              <a:gd name="connsiteX0" fmla="*/ 0 w 21600"/>
              <a:gd name="connsiteY0" fmla="*/ 20782 h 21600"/>
              <a:gd name="connsiteX1" fmla="*/ 18595 w 21600"/>
              <a:gd name="connsiteY1" fmla="*/ 18022 h 21600"/>
              <a:gd name="connsiteX2" fmla="*/ 18595 w 21600"/>
              <a:gd name="connsiteY2" fmla="*/ 16352 h 21600"/>
              <a:gd name="connsiteX3" fmla="*/ 20000 w 21600"/>
              <a:gd name="connsiteY3" fmla="*/ 16252 h 21600"/>
              <a:gd name="connsiteX4" fmla="*/ 20000 w 21600"/>
              <a:gd name="connsiteY4" fmla="*/ 14467 h 21600"/>
              <a:gd name="connsiteX5" fmla="*/ 21600 w 21600"/>
              <a:gd name="connsiteY5" fmla="*/ 14392 h 21600"/>
              <a:gd name="connsiteX6" fmla="*/ 21600 w 21600"/>
              <a:gd name="connsiteY6" fmla="*/ 0 h 21600"/>
              <a:gd name="connsiteX7" fmla="*/ 2972 w 21600"/>
              <a:gd name="connsiteY7" fmla="*/ 0 h 21600"/>
              <a:gd name="connsiteX8" fmla="*/ 2972 w 21600"/>
              <a:gd name="connsiteY8" fmla="*/ 1815 h 21600"/>
              <a:gd name="connsiteX9" fmla="*/ 1532 w 21600"/>
              <a:gd name="connsiteY9" fmla="*/ 1815 h 21600"/>
              <a:gd name="connsiteX10" fmla="*/ 1532 w 21600"/>
              <a:gd name="connsiteY10" fmla="*/ 3675 h 21600"/>
              <a:gd name="connsiteX11" fmla="*/ 0 w 21600"/>
              <a:gd name="connsiteY11" fmla="*/ 3675 h 21600"/>
              <a:gd name="connsiteX12" fmla="*/ 0 w 21600"/>
              <a:gd name="connsiteY12" fmla="*/ 20782 h 21600"/>
              <a:gd name="connsiteX0" fmla="*/ 0 w 21600"/>
              <a:gd name="connsiteY0" fmla="*/ 20782 h 25763"/>
              <a:gd name="connsiteX1" fmla="*/ 18595 w 21600"/>
              <a:gd name="connsiteY1" fmla="*/ 18022 h 25763"/>
              <a:gd name="connsiteX2" fmla="*/ 18595 w 21600"/>
              <a:gd name="connsiteY2" fmla="*/ 3675 h 25763"/>
              <a:gd name="connsiteX3" fmla="*/ 0 w 21600"/>
              <a:gd name="connsiteY3" fmla="*/ 3675 h 25763"/>
              <a:gd name="connsiteX4" fmla="*/ 0 w 21600"/>
              <a:gd name="connsiteY4" fmla="*/ 20782 h 25763"/>
              <a:gd name="connsiteX5" fmla="*/ 1532 w 21600"/>
              <a:gd name="connsiteY5" fmla="*/ 3675 h 25763"/>
              <a:gd name="connsiteX6" fmla="*/ 1532 w 21600"/>
              <a:gd name="connsiteY6" fmla="*/ 1815 h 25763"/>
              <a:gd name="connsiteX7" fmla="*/ 20000 w 21600"/>
              <a:gd name="connsiteY7" fmla="*/ 1815 h 25763"/>
              <a:gd name="connsiteX8" fmla="*/ 20000 w 21600"/>
              <a:gd name="connsiteY8" fmla="*/ 16252 h 25763"/>
              <a:gd name="connsiteX9" fmla="*/ 18595 w 21600"/>
              <a:gd name="connsiteY9" fmla="*/ 16352 h 25763"/>
              <a:gd name="connsiteX10" fmla="*/ 18595 w 21600"/>
              <a:gd name="connsiteY10" fmla="*/ 3675 h 25763"/>
              <a:gd name="connsiteX11" fmla="*/ 1532 w 21600"/>
              <a:gd name="connsiteY11" fmla="*/ 3675 h 25763"/>
              <a:gd name="connsiteX12" fmla="*/ 2972 w 21600"/>
              <a:gd name="connsiteY12" fmla="*/ 1815 h 25763"/>
              <a:gd name="connsiteX13" fmla="*/ 2972 w 21600"/>
              <a:gd name="connsiteY13" fmla="*/ 0 h 25763"/>
              <a:gd name="connsiteX14" fmla="*/ 21600 w 21600"/>
              <a:gd name="connsiteY14" fmla="*/ 0 h 25763"/>
              <a:gd name="connsiteX15" fmla="*/ 21600 w 21600"/>
              <a:gd name="connsiteY15" fmla="*/ 14392 h 25763"/>
              <a:gd name="connsiteX16" fmla="*/ 20000 w 21600"/>
              <a:gd name="connsiteY16" fmla="*/ 14467 h 25763"/>
              <a:gd name="connsiteX17" fmla="*/ 20000 w 21600"/>
              <a:gd name="connsiteY17" fmla="*/ 1815 h 25763"/>
              <a:gd name="connsiteX18" fmla="*/ 2972 w 21600"/>
              <a:gd name="connsiteY18" fmla="*/ 1815 h 25763"/>
              <a:gd name="connsiteX0" fmla="*/ 0 w 21600"/>
              <a:gd name="connsiteY0" fmla="*/ 3675 h 25763"/>
              <a:gd name="connsiteX1" fmla="*/ 18595 w 21600"/>
              <a:gd name="connsiteY1" fmla="*/ 3675 h 25763"/>
              <a:gd name="connsiteX2" fmla="*/ 18595 w 21600"/>
              <a:gd name="connsiteY2" fmla="*/ 18022 h 25763"/>
              <a:gd name="connsiteX3" fmla="*/ 0 w 21600"/>
              <a:gd name="connsiteY3" fmla="*/ 20782 h 25763"/>
              <a:gd name="connsiteX4" fmla="*/ 0 w 21600"/>
              <a:gd name="connsiteY4" fmla="*/ 3675 h 25763"/>
              <a:gd name="connsiteX5" fmla="*/ 1532 w 21600"/>
              <a:gd name="connsiteY5" fmla="*/ 3675 h 25763"/>
              <a:gd name="connsiteX6" fmla="*/ 1532 w 21600"/>
              <a:gd name="connsiteY6" fmla="*/ 1815 h 25763"/>
              <a:gd name="connsiteX7" fmla="*/ 20000 w 21600"/>
              <a:gd name="connsiteY7" fmla="*/ 1815 h 25763"/>
              <a:gd name="connsiteX8" fmla="*/ 20000 w 21600"/>
              <a:gd name="connsiteY8" fmla="*/ 16252 h 25763"/>
              <a:gd name="connsiteX9" fmla="*/ 18595 w 21600"/>
              <a:gd name="connsiteY9" fmla="*/ 16352 h 25763"/>
              <a:gd name="connsiteX10" fmla="*/ 2972 w 21600"/>
              <a:gd name="connsiteY10" fmla="*/ 1815 h 25763"/>
              <a:gd name="connsiteX11" fmla="*/ 2972 w 21600"/>
              <a:gd name="connsiteY11" fmla="*/ 0 h 25763"/>
              <a:gd name="connsiteX12" fmla="*/ 21600 w 21600"/>
              <a:gd name="connsiteY12" fmla="*/ 0 h 25763"/>
              <a:gd name="connsiteX13" fmla="*/ 21600 w 21600"/>
              <a:gd name="connsiteY13" fmla="*/ 14392 h 25763"/>
              <a:gd name="connsiteX14" fmla="*/ 20000 w 21600"/>
              <a:gd name="connsiteY14" fmla="*/ 14467 h 25763"/>
              <a:gd name="connsiteX0" fmla="*/ 0 w 21600"/>
              <a:gd name="connsiteY0" fmla="*/ 20782 h 25763"/>
              <a:gd name="connsiteX1" fmla="*/ 18595 w 21600"/>
              <a:gd name="connsiteY1" fmla="*/ 18022 h 25763"/>
              <a:gd name="connsiteX2" fmla="*/ 18873 w 21600"/>
              <a:gd name="connsiteY2" fmla="*/ 25738 h 25763"/>
              <a:gd name="connsiteX3" fmla="*/ 20000 w 21600"/>
              <a:gd name="connsiteY3" fmla="*/ 16252 h 25763"/>
              <a:gd name="connsiteX4" fmla="*/ 20000 w 21600"/>
              <a:gd name="connsiteY4" fmla="*/ 14467 h 25763"/>
              <a:gd name="connsiteX5" fmla="*/ 21600 w 21600"/>
              <a:gd name="connsiteY5" fmla="*/ 14392 h 25763"/>
              <a:gd name="connsiteX6" fmla="*/ 21600 w 21600"/>
              <a:gd name="connsiteY6" fmla="*/ 0 h 25763"/>
              <a:gd name="connsiteX7" fmla="*/ 2972 w 21600"/>
              <a:gd name="connsiteY7" fmla="*/ 0 h 25763"/>
              <a:gd name="connsiteX8" fmla="*/ 2972 w 21600"/>
              <a:gd name="connsiteY8" fmla="*/ 1815 h 25763"/>
              <a:gd name="connsiteX9" fmla="*/ 1532 w 21600"/>
              <a:gd name="connsiteY9" fmla="*/ 1815 h 25763"/>
              <a:gd name="connsiteX10" fmla="*/ 1532 w 21600"/>
              <a:gd name="connsiteY10" fmla="*/ 3675 h 25763"/>
              <a:gd name="connsiteX11" fmla="*/ 0 w 21600"/>
              <a:gd name="connsiteY11" fmla="*/ 3675 h 25763"/>
              <a:gd name="connsiteX12" fmla="*/ 0 w 21600"/>
              <a:gd name="connsiteY12" fmla="*/ 20782 h 25763"/>
              <a:gd name="connsiteX0" fmla="*/ 0 w 21600"/>
              <a:gd name="connsiteY0" fmla="*/ 20782 h 26547"/>
              <a:gd name="connsiteX1" fmla="*/ 18595 w 21600"/>
              <a:gd name="connsiteY1" fmla="*/ 18022 h 26547"/>
              <a:gd name="connsiteX2" fmla="*/ 18595 w 21600"/>
              <a:gd name="connsiteY2" fmla="*/ 3675 h 26547"/>
              <a:gd name="connsiteX3" fmla="*/ 0 w 21600"/>
              <a:gd name="connsiteY3" fmla="*/ 3675 h 26547"/>
              <a:gd name="connsiteX4" fmla="*/ 0 w 21600"/>
              <a:gd name="connsiteY4" fmla="*/ 20782 h 26547"/>
              <a:gd name="connsiteX5" fmla="*/ 1532 w 21600"/>
              <a:gd name="connsiteY5" fmla="*/ 3675 h 26547"/>
              <a:gd name="connsiteX6" fmla="*/ 1532 w 21600"/>
              <a:gd name="connsiteY6" fmla="*/ 1815 h 26547"/>
              <a:gd name="connsiteX7" fmla="*/ 20000 w 21600"/>
              <a:gd name="connsiteY7" fmla="*/ 1815 h 26547"/>
              <a:gd name="connsiteX8" fmla="*/ 20000 w 21600"/>
              <a:gd name="connsiteY8" fmla="*/ 16252 h 26547"/>
              <a:gd name="connsiteX9" fmla="*/ 18595 w 21600"/>
              <a:gd name="connsiteY9" fmla="*/ 16352 h 26547"/>
              <a:gd name="connsiteX10" fmla="*/ 18595 w 21600"/>
              <a:gd name="connsiteY10" fmla="*/ 3675 h 26547"/>
              <a:gd name="connsiteX11" fmla="*/ 1532 w 21600"/>
              <a:gd name="connsiteY11" fmla="*/ 3675 h 26547"/>
              <a:gd name="connsiteX12" fmla="*/ 2972 w 21600"/>
              <a:gd name="connsiteY12" fmla="*/ 1815 h 26547"/>
              <a:gd name="connsiteX13" fmla="*/ 2972 w 21600"/>
              <a:gd name="connsiteY13" fmla="*/ 0 h 26547"/>
              <a:gd name="connsiteX14" fmla="*/ 21600 w 21600"/>
              <a:gd name="connsiteY14" fmla="*/ 0 h 26547"/>
              <a:gd name="connsiteX15" fmla="*/ 21600 w 21600"/>
              <a:gd name="connsiteY15" fmla="*/ 14392 h 26547"/>
              <a:gd name="connsiteX16" fmla="*/ 20000 w 21600"/>
              <a:gd name="connsiteY16" fmla="*/ 14467 h 26547"/>
              <a:gd name="connsiteX17" fmla="*/ 20000 w 21600"/>
              <a:gd name="connsiteY17" fmla="*/ 1815 h 26547"/>
              <a:gd name="connsiteX18" fmla="*/ 2972 w 21600"/>
              <a:gd name="connsiteY18" fmla="*/ 1815 h 26547"/>
              <a:gd name="connsiteX0" fmla="*/ 0 w 21600"/>
              <a:gd name="connsiteY0" fmla="*/ 3675 h 26547"/>
              <a:gd name="connsiteX1" fmla="*/ 18595 w 21600"/>
              <a:gd name="connsiteY1" fmla="*/ 3675 h 26547"/>
              <a:gd name="connsiteX2" fmla="*/ 18595 w 21600"/>
              <a:gd name="connsiteY2" fmla="*/ 18022 h 26547"/>
              <a:gd name="connsiteX3" fmla="*/ 0 w 21600"/>
              <a:gd name="connsiteY3" fmla="*/ 20782 h 26547"/>
              <a:gd name="connsiteX4" fmla="*/ 0 w 21600"/>
              <a:gd name="connsiteY4" fmla="*/ 3675 h 26547"/>
              <a:gd name="connsiteX5" fmla="*/ 1532 w 21600"/>
              <a:gd name="connsiteY5" fmla="*/ 3675 h 26547"/>
              <a:gd name="connsiteX6" fmla="*/ 1532 w 21600"/>
              <a:gd name="connsiteY6" fmla="*/ 1815 h 26547"/>
              <a:gd name="connsiteX7" fmla="*/ 20000 w 21600"/>
              <a:gd name="connsiteY7" fmla="*/ 1815 h 26547"/>
              <a:gd name="connsiteX8" fmla="*/ 20000 w 21600"/>
              <a:gd name="connsiteY8" fmla="*/ 16252 h 26547"/>
              <a:gd name="connsiteX9" fmla="*/ 18595 w 21600"/>
              <a:gd name="connsiteY9" fmla="*/ 16352 h 26547"/>
              <a:gd name="connsiteX10" fmla="*/ 2972 w 21600"/>
              <a:gd name="connsiteY10" fmla="*/ 1815 h 26547"/>
              <a:gd name="connsiteX11" fmla="*/ 2972 w 21600"/>
              <a:gd name="connsiteY11" fmla="*/ 0 h 26547"/>
              <a:gd name="connsiteX12" fmla="*/ 21600 w 21600"/>
              <a:gd name="connsiteY12" fmla="*/ 0 h 26547"/>
              <a:gd name="connsiteX13" fmla="*/ 21600 w 21600"/>
              <a:gd name="connsiteY13" fmla="*/ 14392 h 26547"/>
              <a:gd name="connsiteX14" fmla="*/ 20000 w 21600"/>
              <a:gd name="connsiteY14" fmla="*/ 14467 h 26547"/>
              <a:gd name="connsiteX0" fmla="*/ 0 w 21600"/>
              <a:gd name="connsiteY0" fmla="*/ 20782 h 26547"/>
              <a:gd name="connsiteX1" fmla="*/ 9817 w 21600"/>
              <a:gd name="connsiteY1" fmla="*/ 26506 h 26547"/>
              <a:gd name="connsiteX2" fmla="*/ 18595 w 21600"/>
              <a:gd name="connsiteY2" fmla="*/ 18022 h 26547"/>
              <a:gd name="connsiteX3" fmla="*/ 18873 w 21600"/>
              <a:gd name="connsiteY3" fmla="*/ 25738 h 26547"/>
              <a:gd name="connsiteX4" fmla="*/ 20000 w 21600"/>
              <a:gd name="connsiteY4" fmla="*/ 16252 h 26547"/>
              <a:gd name="connsiteX5" fmla="*/ 20000 w 21600"/>
              <a:gd name="connsiteY5" fmla="*/ 14467 h 26547"/>
              <a:gd name="connsiteX6" fmla="*/ 21600 w 21600"/>
              <a:gd name="connsiteY6" fmla="*/ 14392 h 26547"/>
              <a:gd name="connsiteX7" fmla="*/ 21600 w 21600"/>
              <a:gd name="connsiteY7" fmla="*/ 0 h 26547"/>
              <a:gd name="connsiteX8" fmla="*/ 2972 w 21600"/>
              <a:gd name="connsiteY8" fmla="*/ 0 h 26547"/>
              <a:gd name="connsiteX9" fmla="*/ 2972 w 21600"/>
              <a:gd name="connsiteY9" fmla="*/ 1815 h 26547"/>
              <a:gd name="connsiteX10" fmla="*/ 1532 w 21600"/>
              <a:gd name="connsiteY10" fmla="*/ 1815 h 26547"/>
              <a:gd name="connsiteX11" fmla="*/ 1532 w 21600"/>
              <a:gd name="connsiteY11" fmla="*/ 3675 h 26547"/>
              <a:gd name="connsiteX12" fmla="*/ 0 w 21600"/>
              <a:gd name="connsiteY12" fmla="*/ 3675 h 26547"/>
              <a:gd name="connsiteX13" fmla="*/ 0 w 21600"/>
              <a:gd name="connsiteY13" fmla="*/ 20782 h 26547"/>
              <a:gd name="connsiteX0" fmla="*/ 0 w 21600"/>
              <a:gd name="connsiteY0" fmla="*/ 20782 h 25763"/>
              <a:gd name="connsiteX1" fmla="*/ 18595 w 21600"/>
              <a:gd name="connsiteY1" fmla="*/ 18022 h 25763"/>
              <a:gd name="connsiteX2" fmla="*/ 18595 w 21600"/>
              <a:gd name="connsiteY2" fmla="*/ 3675 h 25763"/>
              <a:gd name="connsiteX3" fmla="*/ 0 w 21600"/>
              <a:gd name="connsiteY3" fmla="*/ 3675 h 25763"/>
              <a:gd name="connsiteX4" fmla="*/ 0 w 21600"/>
              <a:gd name="connsiteY4" fmla="*/ 20782 h 25763"/>
              <a:gd name="connsiteX5" fmla="*/ 1532 w 21600"/>
              <a:gd name="connsiteY5" fmla="*/ 3675 h 25763"/>
              <a:gd name="connsiteX6" fmla="*/ 1532 w 21600"/>
              <a:gd name="connsiteY6" fmla="*/ 1815 h 25763"/>
              <a:gd name="connsiteX7" fmla="*/ 20000 w 21600"/>
              <a:gd name="connsiteY7" fmla="*/ 1815 h 25763"/>
              <a:gd name="connsiteX8" fmla="*/ 20000 w 21600"/>
              <a:gd name="connsiteY8" fmla="*/ 16252 h 25763"/>
              <a:gd name="connsiteX9" fmla="*/ 18595 w 21600"/>
              <a:gd name="connsiteY9" fmla="*/ 16352 h 25763"/>
              <a:gd name="connsiteX10" fmla="*/ 18595 w 21600"/>
              <a:gd name="connsiteY10" fmla="*/ 3675 h 25763"/>
              <a:gd name="connsiteX11" fmla="*/ 1532 w 21600"/>
              <a:gd name="connsiteY11" fmla="*/ 3675 h 25763"/>
              <a:gd name="connsiteX12" fmla="*/ 2972 w 21600"/>
              <a:gd name="connsiteY12" fmla="*/ 1815 h 25763"/>
              <a:gd name="connsiteX13" fmla="*/ 2972 w 21600"/>
              <a:gd name="connsiteY13" fmla="*/ 0 h 25763"/>
              <a:gd name="connsiteX14" fmla="*/ 21600 w 21600"/>
              <a:gd name="connsiteY14" fmla="*/ 0 h 25763"/>
              <a:gd name="connsiteX15" fmla="*/ 21600 w 21600"/>
              <a:gd name="connsiteY15" fmla="*/ 14392 h 25763"/>
              <a:gd name="connsiteX16" fmla="*/ 20000 w 21600"/>
              <a:gd name="connsiteY16" fmla="*/ 14467 h 25763"/>
              <a:gd name="connsiteX17" fmla="*/ 20000 w 21600"/>
              <a:gd name="connsiteY17" fmla="*/ 1815 h 25763"/>
              <a:gd name="connsiteX18" fmla="*/ 2972 w 21600"/>
              <a:gd name="connsiteY18" fmla="*/ 1815 h 25763"/>
              <a:gd name="connsiteX0" fmla="*/ 0 w 21600"/>
              <a:gd name="connsiteY0" fmla="*/ 3675 h 25763"/>
              <a:gd name="connsiteX1" fmla="*/ 18595 w 21600"/>
              <a:gd name="connsiteY1" fmla="*/ 3675 h 25763"/>
              <a:gd name="connsiteX2" fmla="*/ 18595 w 21600"/>
              <a:gd name="connsiteY2" fmla="*/ 18022 h 25763"/>
              <a:gd name="connsiteX3" fmla="*/ 0 w 21600"/>
              <a:gd name="connsiteY3" fmla="*/ 20782 h 25763"/>
              <a:gd name="connsiteX4" fmla="*/ 0 w 21600"/>
              <a:gd name="connsiteY4" fmla="*/ 3675 h 25763"/>
              <a:gd name="connsiteX5" fmla="*/ 1532 w 21600"/>
              <a:gd name="connsiteY5" fmla="*/ 3675 h 25763"/>
              <a:gd name="connsiteX6" fmla="*/ 1532 w 21600"/>
              <a:gd name="connsiteY6" fmla="*/ 1815 h 25763"/>
              <a:gd name="connsiteX7" fmla="*/ 20000 w 21600"/>
              <a:gd name="connsiteY7" fmla="*/ 1815 h 25763"/>
              <a:gd name="connsiteX8" fmla="*/ 20000 w 21600"/>
              <a:gd name="connsiteY8" fmla="*/ 16252 h 25763"/>
              <a:gd name="connsiteX9" fmla="*/ 18595 w 21600"/>
              <a:gd name="connsiteY9" fmla="*/ 16352 h 25763"/>
              <a:gd name="connsiteX10" fmla="*/ 2972 w 21600"/>
              <a:gd name="connsiteY10" fmla="*/ 1815 h 25763"/>
              <a:gd name="connsiteX11" fmla="*/ 2972 w 21600"/>
              <a:gd name="connsiteY11" fmla="*/ 0 h 25763"/>
              <a:gd name="connsiteX12" fmla="*/ 21600 w 21600"/>
              <a:gd name="connsiteY12" fmla="*/ 0 h 25763"/>
              <a:gd name="connsiteX13" fmla="*/ 21600 w 21600"/>
              <a:gd name="connsiteY13" fmla="*/ 14392 h 25763"/>
              <a:gd name="connsiteX14" fmla="*/ 20000 w 21600"/>
              <a:gd name="connsiteY14" fmla="*/ 14467 h 25763"/>
              <a:gd name="connsiteX0" fmla="*/ 0 w 21600"/>
              <a:gd name="connsiteY0" fmla="*/ 20782 h 25763"/>
              <a:gd name="connsiteX1" fmla="*/ 10652 w 21600"/>
              <a:gd name="connsiteY1" fmla="*/ 22896 h 25763"/>
              <a:gd name="connsiteX2" fmla="*/ 18595 w 21600"/>
              <a:gd name="connsiteY2" fmla="*/ 18022 h 25763"/>
              <a:gd name="connsiteX3" fmla="*/ 18873 w 21600"/>
              <a:gd name="connsiteY3" fmla="*/ 25738 h 25763"/>
              <a:gd name="connsiteX4" fmla="*/ 20000 w 21600"/>
              <a:gd name="connsiteY4" fmla="*/ 16252 h 25763"/>
              <a:gd name="connsiteX5" fmla="*/ 20000 w 21600"/>
              <a:gd name="connsiteY5" fmla="*/ 14467 h 25763"/>
              <a:gd name="connsiteX6" fmla="*/ 21600 w 21600"/>
              <a:gd name="connsiteY6" fmla="*/ 14392 h 25763"/>
              <a:gd name="connsiteX7" fmla="*/ 21600 w 21600"/>
              <a:gd name="connsiteY7" fmla="*/ 0 h 25763"/>
              <a:gd name="connsiteX8" fmla="*/ 2972 w 21600"/>
              <a:gd name="connsiteY8" fmla="*/ 0 h 25763"/>
              <a:gd name="connsiteX9" fmla="*/ 2972 w 21600"/>
              <a:gd name="connsiteY9" fmla="*/ 1815 h 25763"/>
              <a:gd name="connsiteX10" fmla="*/ 1532 w 21600"/>
              <a:gd name="connsiteY10" fmla="*/ 1815 h 25763"/>
              <a:gd name="connsiteX11" fmla="*/ 1532 w 21600"/>
              <a:gd name="connsiteY11" fmla="*/ 3675 h 25763"/>
              <a:gd name="connsiteX12" fmla="*/ 0 w 21600"/>
              <a:gd name="connsiteY12" fmla="*/ 3675 h 25763"/>
              <a:gd name="connsiteX13" fmla="*/ 0 w 21600"/>
              <a:gd name="connsiteY13" fmla="*/ 20782 h 25763"/>
              <a:gd name="connsiteX0" fmla="*/ 0 w 21600"/>
              <a:gd name="connsiteY0" fmla="*/ 20782 h 25763"/>
              <a:gd name="connsiteX1" fmla="*/ 18595 w 21600"/>
              <a:gd name="connsiteY1" fmla="*/ 18022 h 25763"/>
              <a:gd name="connsiteX2" fmla="*/ 18595 w 21600"/>
              <a:gd name="connsiteY2" fmla="*/ 3675 h 25763"/>
              <a:gd name="connsiteX3" fmla="*/ 0 w 21600"/>
              <a:gd name="connsiteY3" fmla="*/ 3675 h 25763"/>
              <a:gd name="connsiteX4" fmla="*/ 0 w 21600"/>
              <a:gd name="connsiteY4" fmla="*/ 20782 h 25763"/>
              <a:gd name="connsiteX5" fmla="*/ 1532 w 21600"/>
              <a:gd name="connsiteY5" fmla="*/ 3675 h 25763"/>
              <a:gd name="connsiteX6" fmla="*/ 1532 w 21600"/>
              <a:gd name="connsiteY6" fmla="*/ 1815 h 25763"/>
              <a:gd name="connsiteX7" fmla="*/ 20000 w 21600"/>
              <a:gd name="connsiteY7" fmla="*/ 1815 h 25763"/>
              <a:gd name="connsiteX8" fmla="*/ 20000 w 21600"/>
              <a:gd name="connsiteY8" fmla="*/ 16252 h 25763"/>
              <a:gd name="connsiteX9" fmla="*/ 18595 w 21600"/>
              <a:gd name="connsiteY9" fmla="*/ 16352 h 25763"/>
              <a:gd name="connsiteX10" fmla="*/ 18595 w 21600"/>
              <a:gd name="connsiteY10" fmla="*/ 3675 h 25763"/>
              <a:gd name="connsiteX11" fmla="*/ 1532 w 21600"/>
              <a:gd name="connsiteY11" fmla="*/ 3675 h 25763"/>
              <a:gd name="connsiteX12" fmla="*/ 2972 w 21600"/>
              <a:gd name="connsiteY12" fmla="*/ 1815 h 25763"/>
              <a:gd name="connsiteX13" fmla="*/ 2972 w 21600"/>
              <a:gd name="connsiteY13" fmla="*/ 0 h 25763"/>
              <a:gd name="connsiteX14" fmla="*/ 21600 w 21600"/>
              <a:gd name="connsiteY14" fmla="*/ 0 h 25763"/>
              <a:gd name="connsiteX15" fmla="*/ 21600 w 21600"/>
              <a:gd name="connsiteY15" fmla="*/ 14392 h 25763"/>
              <a:gd name="connsiteX16" fmla="*/ 20000 w 21600"/>
              <a:gd name="connsiteY16" fmla="*/ 14467 h 25763"/>
              <a:gd name="connsiteX17" fmla="*/ 20000 w 21600"/>
              <a:gd name="connsiteY17" fmla="*/ 1815 h 25763"/>
              <a:gd name="connsiteX18" fmla="*/ 2972 w 21600"/>
              <a:gd name="connsiteY18" fmla="*/ 1815 h 25763"/>
              <a:gd name="connsiteX0" fmla="*/ 0 w 21600"/>
              <a:gd name="connsiteY0" fmla="*/ 3675 h 25763"/>
              <a:gd name="connsiteX1" fmla="*/ 18595 w 21600"/>
              <a:gd name="connsiteY1" fmla="*/ 3675 h 25763"/>
              <a:gd name="connsiteX2" fmla="*/ 18595 w 21600"/>
              <a:gd name="connsiteY2" fmla="*/ 18022 h 25763"/>
              <a:gd name="connsiteX3" fmla="*/ 0 w 21600"/>
              <a:gd name="connsiteY3" fmla="*/ 20782 h 25763"/>
              <a:gd name="connsiteX4" fmla="*/ 0 w 21600"/>
              <a:gd name="connsiteY4" fmla="*/ 3675 h 25763"/>
              <a:gd name="connsiteX5" fmla="*/ 1532 w 21600"/>
              <a:gd name="connsiteY5" fmla="*/ 3675 h 25763"/>
              <a:gd name="connsiteX6" fmla="*/ 1532 w 21600"/>
              <a:gd name="connsiteY6" fmla="*/ 1815 h 25763"/>
              <a:gd name="connsiteX7" fmla="*/ 20000 w 21600"/>
              <a:gd name="connsiteY7" fmla="*/ 1815 h 25763"/>
              <a:gd name="connsiteX8" fmla="*/ 20000 w 21600"/>
              <a:gd name="connsiteY8" fmla="*/ 16252 h 25763"/>
              <a:gd name="connsiteX9" fmla="*/ 18595 w 21600"/>
              <a:gd name="connsiteY9" fmla="*/ 16352 h 25763"/>
              <a:gd name="connsiteX10" fmla="*/ 2972 w 21600"/>
              <a:gd name="connsiteY10" fmla="*/ 1815 h 25763"/>
              <a:gd name="connsiteX11" fmla="*/ 2972 w 21600"/>
              <a:gd name="connsiteY11" fmla="*/ 0 h 25763"/>
              <a:gd name="connsiteX12" fmla="*/ 21600 w 21600"/>
              <a:gd name="connsiteY12" fmla="*/ 0 h 25763"/>
              <a:gd name="connsiteX13" fmla="*/ 21600 w 21600"/>
              <a:gd name="connsiteY13" fmla="*/ 14392 h 25763"/>
              <a:gd name="connsiteX14" fmla="*/ 20000 w 21600"/>
              <a:gd name="connsiteY14" fmla="*/ 14467 h 25763"/>
              <a:gd name="connsiteX0" fmla="*/ 0 w 21600"/>
              <a:gd name="connsiteY0" fmla="*/ 20782 h 25763"/>
              <a:gd name="connsiteX1" fmla="*/ 10652 w 21600"/>
              <a:gd name="connsiteY1" fmla="*/ 22896 h 25763"/>
              <a:gd name="connsiteX2" fmla="*/ 18165 w 21600"/>
              <a:gd name="connsiteY2" fmla="*/ 24340 h 25763"/>
              <a:gd name="connsiteX3" fmla="*/ 18595 w 21600"/>
              <a:gd name="connsiteY3" fmla="*/ 18022 h 25763"/>
              <a:gd name="connsiteX4" fmla="*/ 18873 w 21600"/>
              <a:gd name="connsiteY4" fmla="*/ 25738 h 25763"/>
              <a:gd name="connsiteX5" fmla="*/ 20000 w 21600"/>
              <a:gd name="connsiteY5" fmla="*/ 16252 h 25763"/>
              <a:gd name="connsiteX6" fmla="*/ 20000 w 21600"/>
              <a:gd name="connsiteY6" fmla="*/ 14467 h 25763"/>
              <a:gd name="connsiteX7" fmla="*/ 21600 w 21600"/>
              <a:gd name="connsiteY7" fmla="*/ 14392 h 25763"/>
              <a:gd name="connsiteX8" fmla="*/ 21600 w 21600"/>
              <a:gd name="connsiteY8" fmla="*/ 0 h 25763"/>
              <a:gd name="connsiteX9" fmla="*/ 2972 w 21600"/>
              <a:gd name="connsiteY9" fmla="*/ 0 h 25763"/>
              <a:gd name="connsiteX10" fmla="*/ 2972 w 21600"/>
              <a:gd name="connsiteY10" fmla="*/ 1815 h 25763"/>
              <a:gd name="connsiteX11" fmla="*/ 1532 w 21600"/>
              <a:gd name="connsiteY11" fmla="*/ 1815 h 25763"/>
              <a:gd name="connsiteX12" fmla="*/ 1532 w 21600"/>
              <a:gd name="connsiteY12" fmla="*/ 3675 h 25763"/>
              <a:gd name="connsiteX13" fmla="*/ 0 w 21600"/>
              <a:gd name="connsiteY13" fmla="*/ 3675 h 25763"/>
              <a:gd name="connsiteX14" fmla="*/ 0 w 21600"/>
              <a:gd name="connsiteY14" fmla="*/ 20782 h 257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1600" h="25763" stroke="0" extrusionOk="0">
                <a:moveTo>
                  <a:pt x="0" y="20782"/>
                </a:moveTo>
                <a:cubicBezTo>
                  <a:pt x="9298" y="23542"/>
                  <a:pt x="9298" y="18022"/>
                  <a:pt x="18595" y="18022"/>
                </a:cubicBezTo>
                <a:lnTo>
                  <a:pt x="18595" y="3675"/>
                </a:lnTo>
                <a:lnTo>
                  <a:pt x="0" y="3675"/>
                </a:lnTo>
                <a:lnTo>
                  <a:pt x="0" y="20782"/>
                </a:lnTo>
                <a:close/>
                <a:moveTo>
                  <a:pt x="1532" y="3675"/>
                </a:moveTo>
                <a:lnTo>
                  <a:pt x="1532" y="1815"/>
                </a:lnTo>
                <a:lnTo>
                  <a:pt x="20000" y="1815"/>
                </a:lnTo>
                <a:lnTo>
                  <a:pt x="20000" y="16252"/>
                </a:lnTo>
                <a:cubicBezTo>
                  <a:pt x="19298" y="16252"/>
                  <a:pt x="18595" y="16352"/>
                  <a:pt x="18595" y="16352"/>
                </a:cubicBezTo>
                <a:lnTo>
                  <a:pt x="18595" y="3675"/>
                </a:lnTo>
                <a:lnTo>
                  <a:pt x="1532" y="3675"/>
                </a:lnTo>
                <a:close/>
                <a:moveTo>
                  <a:pt x="2972" y="1815"/>
                </a:moveTo>
                <a:lnTo>
                  <a:pt x="2972" y="0"/>
                </a:lnTo>
                <a:lnTo>
                  <a:pt x="21600" y="0"/>
                </a:lnTo>
                <a:lnTo>
                  <a:pt x="21600" y="14392"/>
                </a:lnTo>
                <a:cubicBezTo>
                  <a:pt x="20800" y="14392"/>
                  <a:pt x="20000" y="14467"/>
                  <a:pt x="20000" y="14467"/>
                </a:cubicBezTo>
                <a:lnTo>
                  <a:pt x="20000" y="1815"/>
                </a:lnTo>
                <a:lnTo>
                  <a:pt x="2972" y="1815"/>
                </a:lnTo>
                <a:close/>
              </a:path>
              <a:path w="21600" h="25763" fill="none" extrusionOk="0">
                <a:moveTo>
                  <a:pt x="0" y="3675"/>
                </a:moveTo>
                <a:lnTo>
                  <a:pt x="18595" y="3675"/>
                </a:lnTo>
                <a:lnTo>
                  <a:pt x="18595" y="18022"/>
                </a:lnTo>
                <a:cubicBezTo>
                  <a:pt x="9298" y="18022"/>
                  <a:pt x="9298" y="23542"/>
                  <a:pt x="0" y="20782"/>
                </a:cubicBezTo>
                <a:lnTo>
                  <a:pt x="0" y="3675"/>
                </a:lnTo>
                <a:close/>
                <a:moveTo>
                  <a:pt x="1532" y="3675"/>
                </a:moveTo>
                <a:lnTo>
                  <a:pt x="1532" y="1815"/>
                </a:lnTo>
                <a:lnTo>
                  <a:pt x="20000" y="1815"/>
                </a:lnTo>
                <a:lnTo>
                  <a:pt x="20000" y="16252"/>
                </a:lnTo>
                <a:cubicBezTo>
                  <a:pt x="19298" y="16252"/>
                  <a:pt x="18595" y="16352"/>
                  <a:pt x="18595" y="16352"/>
                </a:cubicBezTo>
                <a:moveTo>
                  <a:pt x="2972" y="1815"/>
                </a:moveTo>
                <a:lnTo>
                  <a:pt x="2972" y="0"/>
                </a:lnTo>
                <a:lnTo>
                  <a:pt x="21600" y="0"/>
                </a:lnTo>
                <a:lnTo>
                  <a:pt x="21600" y="14392"/>
                </a:lnTo>
                <a:cubicBezTo>
                  <a:pt x="20800" y="14392"/>
                  <a:pt x="20000" y="14467"/>
                  <a:pt x="20000" y="14467"/>
                </a:cubicBezTo>
              </a:path>
              <a:path w="21600" h="25763" fill="none" stroke="0">
                <a:moveTo>
                  <a:pt x="0" y="20782"/>
                </a:moveTo>
                <a:cubicBezTo>
                  <a:pt x="1590" y="23504"/>
                  <a:pt x="7553" y="23356"/>
                  <a:pt x="10652" y="22896"/>
                </a:cubicBezTo>
                <a:cubicBezTo>
                  <a:pt x="13540" y="22406"/>
                  <a:pt x="16841" y="25152"/>
                  <a:pt x="18165" y="24340"/>
                </a:cubicBezTo>
                <a:cubicBezTo>
                  <a:pt x="19489" y="23528"/>
                  <a:pt x="18338" y="16706"/>
                  <a:pt x="18595" y="18022"/>
                </a:cubicBezTo>
                <a:cubicBezTo>
                  <a:pt x="18595" y="17465"/>
                  <a:pt x="18873" y="26295"/>
                  <a:pt x="18873" y="25738"/>
                </a:cubicBezTo>
                <a:cubicBezTo>
                  <a:pt x="18873" y="25738"/>
                  <a:pt x="19298" y="16252"/>
                  <a:pt x="20000" y="16252"/>
                </a:cubicBezTo>
                <a:lnTo>
                  <a:pt x="20000" y="14467"/>
                </a:lnTo>
                <a:cubicBezTo>
                  <a:pt x="20000" y="14467"/>
                  <a:pt x="20800" y="14392"/>
                  <a:pt x="21600" y="14392"/>
                </a:cubicBezTo>
                <a:lnTo>
                  <a:pt x="21600" y="0"/>
                </a:lnTo>
                <a:lnTo>
                  <a:pt x="2972" y="0"/>
                </a:lnTo>
                <a:lnTo>
                  <a:pt x="2972" y="1815"/>
                </a:lnTo>
                <a:lnTo>
                  <a:pt x="1532" y="1815"/>
                </a:lnTo>
                <a:lnTo>
                  <a:pt x="1532" y="3675"/>
                </a:lnTo>
                <a:lnTo>
                  <a:pt x="0" y="3675"/>
                </a:lnTo>
                <a:lnTo>
                  <a:pt x="0" y="20782"/>
                </a:lnTo>
                <a:close/>
              </a:path>
            </a:pathLst>
          </a:custGeom>
          <a:solidFill>
            <a:srgbClr val="A7FFAB"/>
          </a:solidFill>
          <a:ln w="12700">
            <a:solidFill>
              <a:schemeClr val="accent1"/>
            </a:solidFill>
          </a:ln>
          <a:effectLst>
            <a:outerShdw blurRad="40000" dist="20000" dir="5400000" rotWithShape="0">
              <a:srgbClr val="000000">
                <a:alpha val="38000"/>
              </a:srgbClr>
            </a:outerShdw>
            <a:softEdge rad="12700"/>
          </a:effectLst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00"/>
                </a:solidFill>
              </a:rPr>
              <a:t>24t56</a:t>
            </a:r>
          </a:p>
        </p:txBody>
      </p:sp>
      <p:cxnSp>
        <p:nvCxnSpPr>
          <p:cNvPr id="38" name="Shape 200"/>
          <p:cNvCxnSpPr/>
          <p:nvPr/>
        </p:nvCxnSpPr>
        <p:spPr>
          <a:xfrm flipH="1" flipV="1">
            <a:off x="4732802" y="5631052"/>
            <a:ext cx="372598" cy="11474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35" name="Shape 198"/>
          <p:cNvSpPr/>
          <p:nvPr/>
        </p:nvSpPr>
        <p:spPr>
          <a:xfrm>
            <a:off x="5876496" y="489862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345r3</a:t>
            </a:r>
          </a:p>
        </p:txBody>
      </p:sp>
      <p:cxnSp>
        <p:nvCxnSpPr>
          <p:cNvPr id="44" name="Shape 200"/>
          <p:cNvCxnSpPr/>
          <p:nvPr/>
        </p:nvCxnSpPr>
        <p:spPr>
          <a:xfrm flipH="1" flipV="1">
            <a:off x="2426586" y="5053473"/>
            <a:ext cx="3429471" cy="1102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71" name="Shape 204"/>
          <p:cNvSpPr/>
          <p:nvPr/>
        </p:nvSpPr>
        <p:spPr>
          <a:xfrm>
            <a:off x="3897956" y="6142376"/>
            <a:ext cx="917438" cy="2730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working1</a:t>
            </a:r>
          </a:p>
        </p:txBody>
      </p:sp>
      <p:cxnSp>
        <p:nvCxnSpPr>
          <p:cNvPr id="72" name="Shape 205"/>
          <p:cNvCxnSpPr>
            <a:stCxn id="71" idx="0"/>
            <a:endCxn id="39" idx="2"/>
          </p:cNvCxnSpPr>
          <p:nvPr/>
        </p:nvCxnSpPr>
        <p:spPr>
          <a:xfrm flipH="1" flipV="1">
            <a:off x="4345499" y="5763543"/>
            <a:ext cx="11176" cy="378833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92" name="Shape 204"/>
          <p:cNvSpPr/>
          <p:nvPr/>
        </p:nvSpPr>
        <p:spPr>
          <a:xfrm>
            <a:off x="4959058" y="6431769"/>
            <a:ext cx="917438" cy="2730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working2</a:t>
            </a:r>
          </a:p>
        </p:txBody>
      </p:sp>
      <p:cxnSp>
        <p:nvCxnSpPr>
          <p:cNvPr id="93" name="Shape 205"/>
          <p:cNvCxnSpPr>
            <a:endCxn id="2" idx="0"/>
          </p:cNvCxnSpPr>
          <p:nvPr/>
        </p:nvCxnSpPr>
        <p:spPr>
          <a:xfrm flipV="1">
            <a:off x="5105400" y="5795034"/>
            <a:ext cx="0" cy="636735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46" name="Shape 198"/>
          <p:cNvSpPr/>
          <p:nvPr/>
        </p:nvSpPr>
        <p:spPr>
          <a:xfrm>
            <a:off x="5919657" y="2786375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345r3</a:t>
            </a:r>
          </a:p>
        </p:txBody>
      </p:sp>
      <p:cxnSp>
        <p:nvCxnSpPr>
          <p:cNvPr id="47" name="Shape 200"/>
          <p:cNvCxnSpPr>
            <a:stCxn id="46" idx="1"/>
            <a:endCxn id="192" idx="3"/>
          </p:cNvCxnSpPr>
          <p:nvPr/>
        </p:nvCxnSpPr>
        <p:spPr>
          <a:xfrm flipH="1" flipV="1">
            <a:off x="2668425" y="2499250"/>
            <a:ext cx="3251232" cy="464875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49" name="Shape 205"/>
          <p:cNvCxnSpPr>
            <a:endCxn id="46" idx="0"/>
          </p:cNvCxnSpPr>
          <p:nvPr/>
        </p:nvCxnSpPr>
        <p:spPr>
          <a:xfrm>
            <a:off x="6306957" y="2565225"/>
            <a:ext cx="0" cy="22115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20" name="TextBox 19"/>
          <p:cNvSpPr txBox="1"/>
          <p:nvPr/>
        </p:nvSpPr>
        <p:spPr>
          <a:xfrm>
            <a:off x="6477001" y="622831"/>
            <a:ext cx="2667000" cy="5232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Code review not approved</a:t>
            </a:r>
          </a:p>
          <a:p>
            <a:r>
              <a:rPr lang="en-US" dirty="0">
                <a:solidFill>
                  <a:srgbClr val="000000"/>
                </a:solidFill>
              </a:rPr>
              <a:t>No go, need to fix</a:t>
            </a:r>
          </a:p>
        </p:txBody>
      </p:sp>
      <p:cxnSp>
        <p:nvCxnSpPr>
          <p:cNvPr id="23" name="Elbow Connector 22"/>
          <p:cNvCxnSpPr>
            <a:stCxn id="46" idx="3"/>
            <a:endCxn id="20" idx="2"/>
          </p:cNvCxnSpPr>
          <p:nvPr/>
        </p:nvCxnSpPr>
        <p:spPr>
          <a:xfrm flipV="1">
            <a:off x="6694257" y="1146051"/>
            <a:ext cx="1116244" cy="1818074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Shape 204"/>
          <p:cNvSpPr/>
          <p:nvPr/>
        </p:nvSpPr>
        <p:spPr>
          <a:xfrm>
            <a:off x="2746238" y="1684576"/>
            <a:ext cx="917438" cy="2730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FTR-8</a:t>
            </a:r>
          </a:p>
        </p:txBody>
      </p:sp>
      <p:cxnSp>
        <p:nvCxnSpPr>
          <p:cNvPr id="51" name="Shape 205"/>
          <p:cNvCxnSpPr>
            <a:stCxn id="50" idx="2"/>
          </p:cNvCxnSpPr>
          <p:nvPr/>
        </p:nvCxnSpPr>
        <p:spPr>
          <a:xfrm flipH="1">
            <a:off x="2276063" y="1957576"/>
            <a:ext cx="928894" cy="344424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52" name="Shape 204"/>
          <p:cNvSpPr/>
          <p:nvPr/>
        </p:nvSpPr>
        <p:spPr>
          <a:xfrm>
            <a:off x="639181" y="1708599"/>
            <a:ext cx="917438" cy="2730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FTR-7</a:t>
            </a:r>
          </a:p>
        </p:txBody>
      </p:sp>
      <p:cxnSp>
        <p:nvCxnSpPr>
          <p:cNvPr id="53" name="Shape 205"/>
          <p:cNvCxnSpPr/>
          <p:nvPr/>
        </p:nvCxnSpPr>
        <p:spPr>
          <a:xfrm flipH="1">
            <a:off x="1086444" y="1981599"/>
            <a:ext cx="10124" cy="344424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54" name="Shape 204"/>
          <p:cNvSpPr/>
          <p:nvPr/>
        </p:nvSpPr>
        <p:spPr>
          <a:xfrm>
            <a:off x="1086444" y="4268738"/>
            <a:ext cx="1531531" cy="2730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origin/fix/FTR-10</a:t>
            </a:r>
          </a:p>
        </p:txBody>
      </p:sp>
      <p:sp>
        <p:nvSpPr>
          <p:cNvPr id="55" name="Shape 204"/>
          <p:cNvSpPr/>
          <p:nvPr/>
        </p:nvSpPr>
        <p:spPr>
          <a:xfrm>
            <a:off x="5640780" y="2164286"/>
            <a:ext cx="1227166" cy="3543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fix/FTR-10</a:t>
            </a:r>
          </a:p>
        </p:txBody>
      </p:sp>
      <p:sp>
        <p:nvSpPr>
          <p:cNvPr id="56" name="Shape 204"/>
          <p:cNvSpPr/>
          <p:nvPr/>
        </p:nvSpPr>
        <p:spPr>
          <a:xfrm>
            <a:off x="5708769" y="4268738"/>
            <a:ext cx="1132775" cy="2547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fix/FTR-10</a:t>
            </a:r>
          </a:p>
        </p:txBody>
      </p:sp>
    </p:spTree>
    <p:extLst>
      <p:ext uri="{BB962C8B-B14F-4D97-AF65-F5344CB8AC3E}">
        <p14:creationId xmlns:p14="http://schemas.microsoft.com/office/powerpoint/2010/main" val="12131919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Shape 190"/>
          <p:cNvSpPr txBox="1">
            <a:spLocks noGrp="1"/>
          </p:cNvSpPr>
          <p:nvPr>
            <p:ph type="sldNum" idx="12"/>
          </p:nvPr>
        </p:nvSpPr>
        <p:spPr>
          <a:xfrm>
            <a:off x="7983870" y="7003399"/>
            <a:ext cx="838200" cy="228600"/>
          </a:xfrm>
          <a:prstGeom prst="rect">
            <a:avLst/>
          </a:prstGeom>
        </p:spPr>
        <p:txBody>
          <a:bodyPr wrap="square" lIns="91425" tIns="45700" rIns="91425" bIns="45700" anchor="t" anchorCtr="0">
            <a:noAutofit/>
          </a:bodyPr>
          <a:lstStyle/>
          <a:p>
            <a:pPr lvl="0" rtl="0">
              <a:spcBef>
                <a:spcPts val="0"/>
              </a:spcBef>
              <a:buClr>
                <a:schemeClr val="lt2"/>
              </a:buClr>
              <a:buSzPct val="25000"/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 lang="en-US"/>
          </a:p>
        </p:txBody>
      </p:sp>
      <p:sp>
        <p:nvSpPr>
          <p:cNvPr id="191" name="Shape 191"/>
          <p:cNvSpPr/>
          <p:nvPr/>
        </p:nvSpPr>
        <p:spPr>
          <a:xfrm>
            <a:off x="710600" y="23215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/>
              <a:t>98ca9</a:t>
            </a:r>
          </a:p>
        </p:txBody>
      </p:sp>
      <p:sp>
        <p:nvSpPr>
          <p:cNvPr id="192" name="Shape 192"/>
          <p:cNvSpPr/>
          <p:nvPr/>
        </p:nvSpPr>
        <p:spPr>
          <a:xfrm>
            <a:off x="1893825" y="23215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/>
              <a:t>34ac2</a:t>
            </a:r>
          </a:p>
        </p:txBody>
      </p:sp>
      <p:cxnSp>
        <p:nvCxnSpPr>
          <p:cNvPr id="194" name="Shape 194"/>
          <p:cNvCxnSpPr>
            <a:stCxn id="192" idx="1"/>
            <a:endCxn id="191" idx="3"/>
          </p:cNvCxnSpPr>
          <p:nvPr/>
        </p:nvCxnSpPr>
        <p:spPr>
          <a:xfrm rot="10800000">
            <a:off x="1485225" y="2499250"/>
            <a:ext cx="4086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196" name="Shape 196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546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Merriweather"/>
              <a:buNone/>
            </a:pPr>
            <a:r>
              <a:rPr lang="en-US" dirty="0">
                <a:latin typeface="Merriweather"/>
                <a:ea typeface="Merriweather"/>
                <a:cs typeface="Merriweather"/>
                <a:sym typeface="Merriweather"/>
              </a:rPr>
              <a:t>Again checkout lcl-10,save-&gt;</a:t>
            </a:r>
            <a:r>
              <a:rPr lang="en-US" dirty="0" err="1">
                <a:latin typeface="Merriweather"/>
                <a:ea typeface="Merriweather"/>
                <a:cs typeface="Merriweather"/>
                <a:sym typeface="Merriweather"/>
              </a:rPr>
              <a:t>autocommit</a:t>
            </a:r>
            <a:endParaRPr lang="en-US" dirty="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97" name="Shape 197"/>
          <p:cNvSpPr/>
          <p:nvPr/>
        </p:nvSpPr>
        <p:spPr>
          <a:xfrm>
            <a:off x="489200" y="48876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/>
              <a:t>98ca9</a:t>
            </a:r>
          </a:p>
        </p:txBody>
      </p:sp>
      <p:sp>
        <p:nvSpPr>
          <p:cNvPr id="198" name="Shape 198"/>
          <p:cNvSpPr/>
          <p:nvPr/>
        </p:nvSpPr>
        <p:spPr>
          <a:xfrm>
            <a:off x="1672425" y="48876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34ac2</a:t>
            </a:r>
          </a:p>
        </p:txBody>
      </p:sp>
      <p:cxnSp>
        <p:nvCxnSpPr>
          <p:cNvPr id="200" name="Shape 200"/>
          <p:cNvCxnSpPr>
            <a:stCxn id="198" idx="1"/>
            <a:endCxn id="197" idx="3"/>
          </p:cNvCxnSpPr>
          <p:nvPr/>
        </p:nvCxnSpPr>
        <p:spPr>
          <a:xfrm rot="10800000">
            <a:off x="1263825" y="5065350"/>
            <a:ext cx="4086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202" name="Shape 202"/>
          <p:cNvSpPr txBox="1"/>
          <p:nvPr/>
        </p:nvSpPr>
        <p:spPr>
          <a:xfrm>
            <a:off x="0" y="1150050"/>
            <a:ext cx="2281125" cy="546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-US" sz="1800" dirty="0"/>
              <a:t>Remote Repository</a:t>
            </a:r>
          </a:p>
        </p:txBody>
      </p:sp>
      <p:sp>
        <p:nvSpPr>
          <p:cNvPr id="203" name="Shape 203"/>
          <p:cNvSpPr txBox="1"/>
          <p:nvPr/>
        </p:nvSpPr>
        <p:spPr>
          <a:xfrm>
            <a:off x="65825" y="3822500"/>
            <a:ext cx="2395950" cy="546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-US" sz="1800" dirty="0"/>
              <a:t>Local Repository</a:t>
            </a:r>
          </a:p>
        </p:txBody>
      </p:sp>
      <p:sp>
        <p:nvSpPr>
          <p:cNvPr id="204" name="Shape 204"/>
          <p:cNvSpPr/>
          <p:nvPr/>
        </p:nvSpPr>
        <p:spPr>
          <a:xfrm>
            <a:off x="2694843" y="4268738"/>
            <a:ext cx="1343757" cy="2730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origin/master</a:t>
            </a:r>
          </a:p>
        </p:txBody>
      </p:sp>
      <p:cxnSp>
        <p:nvCxnSpPr>
          <p:cNvPr id="205" name="Shape 205"/>
          <p:cNvCxnSpPr>
            <a:stCxn id="204" idx="2"/>
            <a:endCxn id="198" idx="0"/>
          </p:cNvCxnSpPr>
          <p:nvPr/>
        </p:nvCxnSpPr>
        <p:spPr>
          <a:xfrm flipH="1">
            <a:off x="2059725" y="4541738"/>
            <a:ext cx="1306997" cy="345862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208" name="Shape 208"/>
          <p:cNvSpPr/>
          <p:nvPr/>
        </p:nvSpPr>
        <p:spPr>
          <a:xfrm>
            <a:off x="1849425" y="1696050"/>
            <a:ext cx="863400" cy="2547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master</a:t>
            </a:r>
          </a:p>
        </p:txBody>
      </p:sp>
      <p:cxnSp>
        <p:nvCxnSpPr>
          <p:cNvPr id="209" name="Shape 209"/>
          <p:cNvCxnSpPr>
            <a:stCxn id="208" idx="2"/>
            <a:endCxn id="192" idx="0"/>
          </p:cNvCxnSpPr>
          <p:nvPr/>
        </p:nvCxnSpPr>
        <p:spPr>
          <a:xfrm>
            <a:off x="2281125" y="1950750"/>
            <a:ext cx="0" cy="37075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215" name="Shape 215"/>
          <p:cNvCxnSpPr/>
          <p:nvPr/>
        </p:nvCxnSpPr>
        <p:spPr>
          <a:xfrm>
            <a:off x="32125" y="3822500"/>
            <a:ext cx="5171700" cy="162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37" name="Shape 205"/>
          <p:cNvCxnSpPr>
            <a:endCxn id="198" idx="0"/>
          </p:cNvCxnSpPr>
          <p:nvPr/>
        </p:nvCxnSpPr>
        <p:spPr>
          <a:xfrm>
            <a:off x="2059725" y="4541738"/>
            <a:ext cx="0" cy="345862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31" name="Shape 212"/>
          <p:cNvSpPr/>
          <p:nvPr/>
        </p:nvSpPr>
        <p:spPr>
          <a:xfrm>
            <a:off x="8264564" y="4740744"/>
            <a:ext cx="838200" cy="340514"/>
          </a:xfrm>
          <a:prstGeom prst="rect">
            <a:avLst/>
          </a:prstGeom>
          <a:solidFill>
            <a:srgbClr val="666666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>
                <a:solidFill>
                  <a:srgbClr val="FFFFFF"/>
                </a:solidFill>
              </a:rPr>
              <a:t>HEAD</a:t>
            </a:r>
          </a:p>
        </p:txBody>
      </p:sp>
      <p:cxnSp>
        <p:nvCxnSpPr>
          <p:cNvPr id="34" name="Shape 205"/>
          <p:cNvCxnSpPr>
            <a:cxnSpLocks/>
            <a:stCxn id="31" idx="2"/>
          </p:cNvCxnSpPr>
          <p:nvPr/>
        </p:nvCxnSpPr>
        <p:spPr>
          <a:xfrm>
            <a:off x="8683664" y="5081258"/>
            <a:ext cx="1" cy="343056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41" name="Shape 198"/>
          <p:cNvSpPr/>
          <p:nvPr/>
        </p:nvSpPr>
        <p:spPr>
          <a:xfrm>
            <a:off x="2879962" y="5412739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67def</a:t>
            </a:r>
          </a:p>
        </p:txBody>
      </p:sp>
      <p:cxnSp>
        <p:nvCxnSpPr>
          <p:cNvPr id="42" name="Shape 200"/>
          <p:cNvCxnSpPr>
            <a:stCxn id="41" idx="1"/>
            <a:endCxn id="198" idx="3"/>
          </p:cNvCxnSpPr>
          <p:nvPr/>
        </p:nvCxnSpPr>
        <p:spPr>
          <a:xfrm flipH="1" flipV="1">
            <a:off x="2447025" y="5065350"/>
            <a:ext cx="432937" cy="525139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39" name="Shape 198"/>
          <p:cNvSpPr/>
          <p:nvPr/>
        </p:nvSpPr>
        <p:spPr>
          <a:xfrm>
            <a:off x="3958199" y="5408043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347e4</a:t>
            </a:r>
          </a:p>
        </p:txBody>
      </p:sp>
      <p:cxnSp>
        <p:nvCxnSpPr>
          <p:cNvPr id="40" name="Shape 200"/>
          <p:cNvCxnSpPr>
            <a:endCxn id="41" idx="3"/>
          </p:cNvCxnSpPr>
          <p:nvPr/>
        </p:nvCxnSpPr>
        <p:spPr>
          <a:xfrm flipH="1">
            <a:off x="3654562" y="5590489"/>
            <a:ext cx="269268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2" name="Flowchart: Multidocument 1"/>
          <p:cNvSpPr/>
          <p:nvPr/>
        </p:nvSpPr>
        <p:spPr>
          <a:xfrm>
            <a:off x="5105400" y="5424314"/>
            <a:ext cx="999626" cy="459574"/>
          </a:xfrm>
          <a:custGeom>
            <a:avLst/>
            <a:gdLst>
              <a:gd name="connsiteX0" fmla="*/ 0 w 21600"/>
              <a:gd name="connsiteY0" fmla="*/ 20782 h 21600"/>
              <a:gd name="connsiteX1" fmla="*/ 18595 w 21600"/>
              <a:gd name="connsiteY1" fmla="*/ 18022 h 21600"/>
              <a:gd name="connsiteX2" fmla="*/ 18595 w 21600"/>
              <a:gd name="connsiteY2" fmla="*/ 3675 h 21600"/>
              <a:gd name="connsiteX3" fmla="*/ 0 w 21600"/>
              <a:gd name="connsiteY3" fmla="*/ 3675 h 21600"/>
              <a:gd name="connsiteX4" fmla="*/ 0 w 21600"/>
              <a:gd name="connsiteY4" fmla="*/ 20782 h 21600"/>
              <a:gd name="connsiteX5" fmla="*/ 1532 w 21600"/>
              <a:gd name="connsiteY5" fmla="*/ 3675 h 21600"/>
              <a:gd name="connsiteX6" fmla="*/ 1532 w 21600"/>
              <a:gd name="connsiteY6" fmla="*/ 1815 h 21600"/>
              <a:gd name="connsiteX7" fmla="*/ 20000 w 21600"/>
              <a:gd name="connsiteY7" fmla="*/ 1815 h 21600"/>
              <a:gd name="connsiteX8" fmla="*/ 20000 w 21600"/>
              <a:gd name="connsiteY8" fmla="*/ 16252 h 21600"/>
              <a:gd name="connsiteX9" fmla="*/ 18595 w 21600"/>
              <a:gd name="connsiteY9" fmla="*/ 16352 h 21600"/>
              <a:gd name="connsiteX10" fmla="*/ 18595 w 21600"/>
              <a:gd name="connsiteY10" fmla="*/ 3675 h 21600"/>
              <a:gd name="connsiteX11" fmla="*/ 1532 w 21600"/>
              <a:gd name="connsiteY11" fmla="*/ 3675 h 21600"/>
              <a:gd name="connsiteX12" fmla="*/ 2972 w 21600"/>
              <a:gd name="connsiteY12" fmla="*/ 1815 h 21600"/>
              <a:gd name="connsiteX13" fmla="*/ 2972 w 21600"/>
              <a:gd name="connsiteY13" fmla="*/ 0 h 21600"/>
              <a:gd name="connsiteX14" fmla="*/ 21600 w 21600"/>
              <a:gd name="connsiteY14" fmla="*/ 0 h 21600"/>
              <a:gd name="connsiteX15" fmla="*/ 21600 w 21600"/>
              <a:gd name="connsiteY15" fmla="*/ 14392 h 21600"/>
              <a:gd name="connsiteX16" fmla="*/ 20000 w 21600"/>
              <a:gd name="connsiteY16" fmla="*/ 14467 h 21600"/>
              <a:gd name="connsiteX17" fmla="*/ 20000 w 21600"/>
              <a:gd name="connsiteY17" fmla="*/ 1815 h 21600"/>
              <a:gd name="connsiteX18" fmla="*/ 2972 w 21600"/>
              <a:gd name="connsiteY18" fmla="*/ 1815 h 21600"/>
              <a:gd name="connsiteX0" fmla="*/ 0 w 21600"/>
              <a:gd name="connsiteY0" fmla="*/ 3675 h 21600"/>
              <a:gd name="connsiteX1" fmla="*/ 18595 w 21600"/>
              <a:gd name="connsiteY1" fmla="*/ 3675 h 21600"/>
              <a:gd name="connsiteX2" fmla="*/ 18595 w 21600"/>
              <a:gd name="connsiteY2" fmla="*/ 18022 h 21600"/>
              <a:gd name="connsiteX3" fmla="*/ 0 w 21600"/>
              <a:gd name="connsiteY3" fmla="*/ 20782 h 21600"/>
              <a:gd name="connsiteX4" fmla="*/ 0 w 21600"/>
              <a:gd name="connsiteY4" fmla="*/ 3675 h 21600"/>
              <a:gd name="connsiteX5" fmla="*/ 1532 w 21600"/>
              <a:gd name="connsiteY5" fmla="*/ 3675 h 21600"/>
              <a:gd name="connsiteX6" fmla="*/ 1532 w 21600"/>
              <a:gd name="connsiteY6" fmla="*/ 1815 h 21600"/>
              <a:gd name="connsiteX7" fmla="*/ 20000 w 21600"/>
              <a:gd name="connsiteY7" fmla="*/ 1815 h 21600"/>
              <a:gd name="connsiteX8" fmla="*/ 20000 w 21600"/>
              <a:gd name="connsiteY8" fmla="*/ 16252 h 21600"/>
              <a:gd name="connsiteX9" fmla="*/ 18595 w 21600"/>
              <a:gd name="connsiteY9" fmla="*/ 16352 h 21600"/>
              <a:gd name="connsiteX10" fmla="*/ 2972 w 21600"/>
              <a:gd name="connsiteY10" fmla="*/ 1815 h 21600"/>
              <a:gd name="connsiteX11" fmla="*/ 2972 w 21600"/>
              <a:gd name="connsiteY11" fmla="*/ 0 h 21600"/>
              <a:gd name="connsiteX12" fmla="*/ 21600 w 21600"/>
              <a:gd name="connsiteY12" fmla="*/ 0 h 21600"/>
              <a:gd name="connsiteX13" fmla="*/ 21600 w 21600"/>
              <a:gd name="connsiteY13" fmla="*/ 14392 h 21600"/>
              <a:gd name="connsiteX14" fmla="*/ 20000 w 21600"/>
              <a:gd name="connsiteY14" fmla="*/ 14467 h 21600"/>
              <a:gd name="connsiteX0" fmla="*/ 0 w 21600"/>
              <a:gd name="connsiteY0" fmla="*/ 20782 h 21600"/>
              <a:gd name="connsiteX1" fmla="*/ 18595 w 21600"/>
              <a:gd name="connsiteY1" fmla="*/ 18022 h 21600"/>
              <a:gd name="connsiteX2" fmla="*/ 18595 w 21600"/>
              <a:gd name="connsiteY2" fmla="*/ 16352 h 21600"/>
              <a:gd name="connsiteX3" fmla="*/ 20000 w 21600"/>
              <a:gd name="connsiteY3" fmla="*/ 16252 h 21600"/>
              <a:gd name="connsiteX4" fmla="*/ 20000 w 21600"/>
              <a:gd name="connsiteY4" fmla="*/ 14467 h 21600"/>
              <a:gd name="connsiteX5" fmla="*/ 21600 w 21600"/>
              <a:gd name="connsiteY5" fmla="*/ 14392 h 21600"/>
              <a:gd name="connsiteX6" fmla="*/ 21600 w 21600"/>
              <a:gd name="connsiteY6" fmla="*/ 0 h 21600"/>
              <a:gd name="connsiteX7" fmla="*/ 2972 w 21600"/>
              <a:gd name="connsiteY7" fmla="*/ 0 h 21600"/>
              <a:gd name="connsiteX8" fmla="*/ 2972 w 21600"/>
              <a:gd name="connsiteY8" fmla="*/ 1815 h 21600"/>
              <a:gd name="connsiteX9" fmla="*/ 1532 w 21600"/>
              <a:gd name="connsiteY9" fmla="*/ 1815 h 21600"/>
              <a:gd name="connsiteX10" fmla="*/ 1532 w 21600"/>
              <a:gd name="connsiteY10" fmla="*/ 3675 h 21600"/>
              <a:gd name="connsiteX11" fmla="*/ 0 w 21600"/>
              <a:gd name="connsiteY11" fmla="*/ 3675 h 21600"/>
              <a:gd name="connsiteX12" fmla="*/ 0 w 21600"/>
              <a:gd name="connsiteY12" fmla="*/ 20782 h 21600"/>
              <a:gd name="connsiteX0" fmla="*/ 0 w 21600"/>
              <a:gd name="connsiteY0" fmla="*/ 20782 h 25763"/>
              <a:gd name="connsiteX1" fmla="*/ 18595 w 21600"/>
              <a:gd name="connsiteY1" fmla="*/ 18022 h 25763"/>
              <a:gd name="connsiteX2" fmla="*/ 18595 w 21600"/>
              <a:gd name="connsiteY2" fmla="*/ 3675 h 25763"/>
              <a:gd name="connsiteX3" fmla="*/ 0 w 21600"/>
              <a:gd name="connsiteY3" fmla="*/ 3675 h 25763"/>
              <a:gd name="connsiteX4" fmla="*/ 0 w 21600"/>
              <a:gd name="connsiteY4" fmla="*/ 20782 h 25763"/>
              <a:gd name="connsiteX5" fmla="*/ 1532 w 21600"/>
              <a:gd name="connsiteY5" fmla="*/ 3675 h 25763"/>
              <a:gd name="connsiteX6" fmla="*/ 1532 w 21600"/>
              <a:gd name="connsiteY6" fmla="*/ 1815 h 25763"/>
              <a:gd name="connsiteX7" fmla="*/ 20000 w 21600"/>
              <a:gd name="connsiteY7" fmla="*/ 1815 h 25763"/>
              <a:gd name="connsiteX8" fmla="*/ 20000 w 21600"/>
              <a:gd name="connsiteY8" fmla="*/ 16252 h 25763"/>
              <a:gd name="connsiteX9" fmla="*/ 18595 w 21600"/>
              <a:gd name="connsiteY9" fmla="*/ 16352 h 25763"/>
              <a:gd name="connsiteX10" fmla="*/ 18595 w 21600"/>
              <a:gd name="connsiteY10" fmla="*/ 3675 h 25763"/>
              <a:gd name="connsiteX11" fmla="*/ 1532 w 21600"/>
              <a:gd name="connsiteY11" fmla="*/ 3675 h 25763"/>
              <a:gd name="connsiteX12" fmla="*/ 2972 w 21600"/>
              <a:gd name="connsiteY12" fmla="*/ 1815 h 25763"/>
              <a:gd name="connsiteX13" fmla="*/ 2972 w 21600"/>
              <a:gd name="connsiteY13" fmla="*/ 0 h 25763"/>
              <a:gd name="connsiteX14" fmla="*/ 21600 w 21600"/>
              <a:gd name="connsiteY14" fmla="*/ 0 h 25763"/>
              <a:gd name="connsiteX15" fmla="*/ 21600 w 21600"/>
              <a:gd name="connsiteY15" fmla="*/ 14392 h 25763"/>
              <a:gd name="connsiteX16" fmla="*/ 20000 w 21600"/>
              <a:gd name="connsiteY16" fmla="*/ 14467 h 25763"/>
              <a:gd name="connsiteX17" fmla="*/ 20000 w 21600"/>
              <a:gd name="connsiteY17" fmla="*/ 1815 h 25763"/>
              <a:gd name="connsiteX18" fmla="*/ 2972 w 21600"/>
              <a:gd name="connsiteY18" fmla="*/ 1815 h 25763"/>
              <a:gd name="connsiteX0" fmla="*/ 0 w 21600"/>
              <a:gd name="connsiteY0" fmla="*/ 3675 h 25763"/>
              <a:gd name="connsiteX1" fmla="*/ 18595 w 21600"/>
              <a:gd name="connsiteY1" fmla="*/ 3675 h 25763"/>
              <a:gd name="connsiteX2" fmla="*/ 18595 w 21600"/>
              <a:gd name="connsiteY2" fmla="*/ 18022 h 25763"/>
              <a:gd name="connsiteX3" fmla="*/ 0 w 21600"/>
              <a:gd name="connsiteY3" fmla="*/ 20782 h 25763"/>
              <a:gd name="connsiteX4" fmla="*/ 0 w 21600"/>
              <a:gd name="connsiteY4" fmla="*/ 3675 h 25763"/>
              <a:gd name="connsiteX5" fmla="*/ 1532 w 21600"/>
              <a:gd name="connsiteY5" fmla="*/ 3675 h 25763"/>
              <a:gd name="connsiteX6" fmla="*/ 1532 w 21600"/>
              <a:gd name="connsiteY6" fmla="*/ 1815 h 25763"/>
              <a:gd name="connsiteX7" fmla="*/ 20000 w 21600"/>
              <a:gd name="connsiteY7" fmla="*/ 1815 h 25763"/>
              <a:gd name="connsiteX8" fmla="*/ 20000 w 21600"/>
              <a:gd name="connsiteY8" fmla="*/ 16252 h 25763"/>
              <a:gd name="connsiteX9" fmla="*/ 18595 w 21600"/>
              <a:gd name="connsiteY9" fmla="*/ 16352 h 25763"/>
              <a:gd name="connsiteX10" fmla="*/ 2972 w 21600"/>
              <a:gd name="connsiteY10" fmla="*/ 1815 h 25763"/>
              <a:gd name="connsiteX11" fmla="*/ 2972 w 21600"/>
              <a:gd name="connsiteY11" fmla="*/ 0 h 25763"/>
              <a:gd name="connsiteX12" fmla="*/ 21600 w 21600"/>
              <a:gd name="connsiteY12" fmla="*/ 0 h 25763"/>
              <a:gd name="connsiteX13" fmla="*/ 21600 w 21600"/>
              <a:gd name="connsiteY13" fmla="*/ 14392 h 25763"/>
              <a:gd name="connsiteX14" fmla="*/ 20000 w 21600"/>
              <a:gd name="connsiteY14" fmla="*/ 14467 h 25763"/>
              <a:gd name="connsiteX0" fmla="*/ 0 w 21600"/>
              <a:gd name="connsiteY0" fmla="*/ 20782 h 25763"/>
              <a:gd name="connsiteX1" fmla="*/ 18595 w 21600"/>
              <a:gd name="connsiteY1" fmla="*/ 18022 h 25763"/>
              <a:gd name="connsiteX2" fmla="*/ 18873 w 21600"/>
              <a:gd name="connsiteY2" fmla="*/ 25738 h 25763"/>
              <a:gd name="connsiteX3" fmla="*/ 20000 w 21600"/>
              <a:gd name="connsiteY3" fmla="*/ 16252 h 25763"/>
              <a:gd name="connsiteX4" fmla="*/ 20000 w 21600"/>
              <a:gd name="connsiteY4" fmla="*/ 14467 h 25763"/>
              <a:gd name="connsiteX5" fmla="*/ 21600 w 21600"/>
              <a:gd name="connsiteY5" fmla="*/ 14392 h 25763"/>
              <a:gd name="connsiteX6" fmla="*/ 21600 w 21600"/>
              <a:gd name="connsiteY6" fmla="*/ 0 h 25763"/>
              <a:gd name="connsiteX7" fmla="*/ 2972 w 21600"/>
              <a:gd name="connsiteY7" fmla="*/ 0 h 25763"/>
              <a:gd name="connsiteX8" fmla="*/ 2972 w 21600"/>
              <a:gd name="connsiteY8" fmla="*/ 1815 h 25763"/>
              <a:gd name="connsiteX9" fmla="*/ 1532 w 21600"/>
              <a:gd name="connsiteY9" fmla="*/ 1815 h 25763"/>
              <a:gd name="connsiteX10" fmla="*/ 1532 w 21600"/>
              <a:gd name="connsiteY10" fmla="*/ 3675 h 25763"/>
              <a:gd name="connsiteX11" fmla="*/ 0 w 21600"/>
              <a:gd name="connsiteY11" fmla="*/ 3675 h 25763"/>
              <a:gd name="connsiteX12" fmla="*/ 0 w 21600"/>
              <a:gd name="connsiteY12" fmla="*/ 20782 h 25763"/>
              <a:gd name="connsiteX0" fmla="*/ 0 w 21600"/>
              <a:gd name="connsiteY0" fmla="*/ 20782 h 26547"/>
              <a:gd name="connsiteX1" fmla="*/ 18595 w 21600"/>
              <a:gd name="connsiteY1" fmla="*/ 18022 h 26547"/>
              <a:gd name="connsiteX2" fmla="*/ 18595 w 21600"/>
              <a:gd name="connsiteY2" fmla="*/ 3675 h 26547"/>
              <a:gd name="connsiteX3" fmla="*/ 0 w 21600"/>
              <a:gd name="connsiteY3" fmla="*/ 3675 h 26547"/>
              <a:gd name="connsiteX4" fmla="*/ 0 w 21600"/>
              <a:gd name="connsiteY4" fmla="*/ 20782 h 26547"/>
              <a:gd name="connsiteX5" fmla="*/ 1532 w 21600"/>
              <a:gd name="connsiteY5" fmla="*/ 3675 h 26547"/>
              <a:gd name="connsiteX6" fmla="*/ 1532 w 21600"/>
              <a:gd name="connsiteY6" fmla="*/ 1815 h 26547"/>
              <a:gd name="connsiteX7" fmla="*/ 20000 w 21600"/>
              <a:gd name="connsiteY7" fmla="*/ 1815 h 26547"/>
              <a:gd name="connsiteX8" fmla="*/ 20000 w 21600"/>
              <a:gd name="connsiteY8" fmla="*/ 16252 h 26547"/>
              <a:gd name="connsiteX9" fmla="*/ 18595 w 21600"/>
              <a:gd name="connsiteY9" fmla="*/ 16352 h 26547"/>
              <a:gd name="connsiteX10" fmla="*/ 18595 w 21600"/>
              <a:gd name="connsiteY10" fmla="*/ 3675 h 26547"/>
              <a:gd name="connsiteX11" fmla="*/ 1532 w 21600"/>
              <a:gd name="connsiteY11" fmla="*/ 3675 h 26547"/>
              <a:gd name="connsiteX12" fmla="*/ 2972 w 21600"/>
              <a:gd name="connsiteY12" fmla="*/ 1815 h 26547"/>
              <a:gd name="connsiteX13" fmla="*/ 2972 w 21600"/>
              <a:gd name="connsiteY13" fmla="*/ 0 h 26547"/>
              <a:gd name="connsiteX14" fmla="*/ 21600 w 21600"/>
              <a:gd name="connsiteY14" fmla="*/ 0 h 26547"/>
              <a:gd name="connsiteX15" fmla="*/ 21600 w 21600"/>
              <a:gd name="connsiteY15" fmla="*/ 14392 h 26547"/>
              <a:gd name="connsiteX16" fmla="*/ 20000 w 21600"/>
              <a:gd name="connsiteY16" fmla="*/ 14467 h 26547"/>
              <a:gd name="connsiteX17" fmla="*/ 20000 w 21600"/>
              <a:gd name="connsiteY17" fmla="*/ 1815 h 26547"/>
              <a:gd name="connsiteX18" fmla="*/ 2972 w 21600"/>
              <a:gd name="connsiteY18" fmla="*/ 1815 h 26547"/>
              <a:gd name="connsiteX0" fmla="*/ 0 w 21600"/>
              <a:gd name="connsiteY0" fmla="*/ 3675 h 26547"/>
              <a:gd name="connsiteX1" fmla="*/ 18595 w 21600"/>
              <a:gd name="connsiteY1" fmla="*/ 3675 h 26547"/>
              <a:gd name="connsiteX2" fmla="*/ 18595 w 21600"/>
              <a:gd name="connsiteY2" fmla="*/ 18022 h 26547"/>
              <a:gd name="connsiteX3" fmla="*/ 0 w 21600"/>
              <a:gd name="connsiteY3" fmla="*/ 20782 h 26547"/>
              <a:gd name="connsiteX4" fmla="*/ 0 w 21600"/>
              <a:gd name="connsiteY4" fmla="*/ 3675 h 26547"/>
              <a:gd name="connsiteX5" fmla="*/ 1532 w 21600"/>
              <a:gd name="connsiteY5" fmla="*/ 3675 h 26547"/>
              <a:gd name="connsiteX6" fmla="*/ 1532 w 21600"/>
              <a:gd name="connsiteY6" fmla="*/ 1815 h 26547"/>
              <a:gd name="connsiteX7" fmla="*/ 20000 w 21600"/>
              <a:gd name="connsiteY7" fmla="*/ 1815 h 26547"/>
              <a:gd name="connsiteX8" fmla="*/ 20000 w 21600"/>
              <a:gd name="connsiteY8" fmla="*/ 16252 h 26547"/>
              <a:gd name="connsiteX9" fmla="*/ 18595 w 21600"/>
              <a:gd name="connsiteY9" fmla="*/ 16352 h 26547"/>
              <a:gd name="connsiteX10" fmla="*/ 2972 w 21600"/>
              <a:gd name="connsiteY10" fmla="*/ 1815 h 26547"/>
              <a:gd name="connsiteX11" fmla="*/ 2972 w 21600"/>
              <a:gd name="connsiteY11" fmla="*/ 0 h 26547"/>
              <a:gd name="connsiteX12" fmla="*/ 21600 w 21600"/>
              <a:gd name="connsiteY12" fmla="*/ 0 h 26547"/>
              <a:gd name="connsiteX13" fmla="*/ 21600 w 21600"/>
              <a:gd name="connsiteY13" fmla="*/ 14392 h 26547"/>
              <a:gd name="connsiteX14" fmla="*/ 20000 w 21600"/>
              <a:gd name="connsiteY14" fmla="*/ 14467 h 26547"/>
              <a:gd name="connsiteX0" fmla="*/ 0 w 21600"/>
              <a:gd name="connsiteY0" fmla="*/ 20782 h 26547"/>
              <a:gd name="connsiteX1" fmla="*/ 9817 w 21600"/>
              <a:gd name="connsiteY1" fmla="*/ 26506 h 26547"/>
              <a:gd name="connsiteX2" fmla="*/ 18595 w 21600"/>
              <a:gd name="connsiteY2" fmla="*/ 18022 h 26547"/>
              <a:gd name="connsiteX3" fmla="*/ 18873 w 21600"/>
              <a:gd name="connsiteY3" fmla="*/ 25738 h 26547"/>
              <a:gd name="connsiteX4" fmla="*/ 20000 w 21600"/>
              <a:gd name="connsiteY4" fmla="*/ 16252 h 26547"/>
              <a:gd name="connsiteX5" fmla="*/ 20000 w 21600"/>
              <a:gd name="connsiteY5" fmla="*/ 14467 h 26547"/>
              <a:gd name="connsiteX6" fmla="*/ 21600 w 21600"/>
              <a:gd name="connsiteY6" fmla="*/ 14392 h 26547"/>
              <a:gd name="connsiteX7" fmla="*/ 21600 w 21600"/>
              <a:gd name="connsiteY7" fmla="*/ 0 h 26547"/>
              <a:gd name="connsiteX8" fmla="*/ 2972 w 21600"/>
              <a:gd name="connsiteY8" fmla="*/ 0 h 26547"/>
              <a:gd name="connsiteX9" fmla="*/ 2972 w 21600"/>
              <a:gd name="connsiteY9" fmla="*/ 1815 h 26547"/>
              <a:gd name="connsiteX10" fmla="*/ 1532 w 21600"/>
              <a:gd name="connsiteY10" fmla="*/ 1815 h 26547"/>
              <a:gd name="connsiteX11" fmla="*/ 1532 w 21600"/>
              <a:gd name="connsiteY11" fmla="*/ 3675 h 26547"/>
              <a:gd name="connsiteX12" fmla="*/ 0 w 21600"/>
              <a:gd name="connsiteY12" fmla="*/ 3675 h 26547"/>
              <a:gd name="connsiteX13" fmla="*/ 0 w 21600"/>
              <a:gd name="connsiteY13" fmla="*/ 20782 h 26547"/>
              <a:gd name="connsiteX0" fmla="*/ 0 w 21600"/>
              <a:gd name="connsiteY0" fmla="*/ 20782 h 25763"/>
              <a:gd name="connsiteX1" fmla="*/ 18595 w 21600"/>
              <a:gd name="connsiteY1" fmla="*/ 18022 h 25763"/>
              <a:gd name="connsiteX2" fmla="*/ 18595 w 21600"/>
              <a:gd name="connsiteY2" fmla="*/ 3675 h 25763"/>
              <a:gd name="connsiteX3" fmla="*/ 0 w 21600"/>
              <a:gd name="connsiteY3" fmla="*/ 3675 h 25763"/>
              <a:gd name="connsiteX4" fmla="*/ 0 w 21600"/>
              <a:gd name="connsiteY4" fmla="*/ 20782 h 25763"/>
              <a:gd name="connsiteX5" fmla="*/ 1532 w 21600"/>
              <a:gd name="connsiteY5" fmla="*/ 3675 h 25763"/>
              <a:gd name="connsiteX6" fmla="*/ 1532 w 21600"/>
              <a:gd name="connsiteY6" fmla="*/ 1815 h 25763"/>
              <a:gd name="connsiteX7" fmla="*/ 20000 w 21600"/>
              <a:gd name="connsiteY7" fmla="*/ 1815 h 25763"/>
              <a:gd name="connsiteX8" fmla="*/ 20000 w 21600"/>
              <a:gd name="connsiteY8" fmla="*/ 16252 h 25763"/>
              <a:gd name="connsiteX9" fmla="*/ 18595 w 21600"/>
              <a:gd name="connsiteY9" fmla="*/ 16352 h 25763"/>
              <a:gd name="connsiteX10" fmla="*/ 18595 w 21600"/>
              <a:gd name="connsiteY10" fmla="*/ 3675 h 25763"/>
              <a:gd name="connsiteX11" fmla="*/ 1532 w 21600"/>
              <a:gd name="connsiteY11" fmla="*/ 3675 h 25763"/>
              <a:gd name="connsiteX12" fmla="*/ 2972 w 21600"/>
              <a:gd name="connsiteY12" fmla="*/ 1815 h 25763"/>
              <a:gd name="connsiteX13" fmla="*/ 2972 w 21600"/>
              <a:gd name="connsiteY13" fmla="*/ 0 h 25763"/>
              <a:gd name="connsiteX14" fmla="*/ 21600 w 21600"/>
              <a:gd name="connsiteY14" fmla="*/ 0 h 25763"/>
              <a:gd name="connsiteX15" fmla="*/ 21600 w 21600"/>
              <a:gd name="connsiteY15" fmla="*/ 14392 h 25763"/>
              <a:gd name="connsiteX16" fmla="*/ 20000 w 21600"/>
              <a:gd name="connsiteY16" fmla="*/ 14467 h 25763"/>
              <a:gd name="connsiteX17" fmla="*/ 20000 w 21600"/>
              <a:gd name="connsiteY17" fmla="*/ 1815 h 25763"/>
              <a:gd name="connsiteX18" fmla="*/ 2972 w 21600"/>
              <a:gd name="connsiteY18" fmla="*/ 1815 h 25763"/>
              <a:gd name="connsiteX0" fmla="*/ 0 w 21600"/>
              <a:gd name="connsiteY0" fmla="*/ 3675 h 25763"/>
              <a:gd name="connsiteX1" fmla="*/ 18595 w 21600"/>
              <a:gd name="connsiteY1" fmla="*/ 3675 h 25763"/>
              <a:gd name="connsiteX2" fmla="*/ 18595 w 21600"/>
              <a:gd name="connsiteY2" fmla="*/ 18022 h 25763"/>
              <a:gd name="connsiteX3" fmla="*/ 0 w 21600"/>
              <a:gd name="connsiteY3" fmla="*/ 20782 h 25763"/>
              <a:gd name="connsiteX4" fmla="*/ 0 w 21600"/>
              <a:gd name="connsiteY4" fmla="*/ 3675 h 25763"/>
              <a:gd name="connsiteX5" fmla="*/ 1532 w 21600"/>
              <a:gd name="connsiteY5" fmla="*/ 3675 h 25763"/>
              <a:gd name="connsiteX6" fmla="*/ 1532 w 21600"/>
              <a:gd name="connsiteY6" fmla="*/ 1815 h 25763"/>
              <a:gd name="connsiteX7" fmla="*/ 20000 w 21600"/>
              <a:gd name="connsiteY7" fmla="*/ 1815 h 25763"/>
              <a:gd name="connsiteX8" fmla="*/ 20000 w 21600"/>
              <a:gd name="connsiteY8" fmla="*/ 16252 h 25763"/>
              <a:gd name="connsiteX9" fmla="*/ 18595 w 21600"/>
              <a:gd name="connsiteY9" fmla="*/ 16352 h 25763"/>
              <a:gd name="connsiteX10" fmla="*/ 2972 w 21600"/>
              <a:gd name="connsiteY10" fmla="*/ 1815 h 25763"/>
              <a:gd name="connsiteX11" fmla="*/ 2972 w 21600"/>
              <a:gd name="connsiteY11" fmla="*/ 0 h 25763"/>
              <a:gd name="connsiteX12" fmla="*/ 21600 w 21600"/>
              <a:gd name="connsiteY12" fmla="*/ 0 h 25763"/>
              <a:gd name="connsiteX13" fmla="*/ 21600 w 21600"/>
              <a:gd name="connsiteY13" fmla="*/ 14392 h 25763"/>
              <a:gd name="connsiteX14" fmla="*/ 20000 w 21600"/>
              <a:gd name="connsiteY14" fmla="*/ 14467 h 25763"/>
              <a:gd name="connsiteX0" fmla="*/ 0 w 21600"/>
              <a:gd name="connsiteY0" fmla="*/ 20782 h 25763"/>
              <a:gd name="connsiteX1" fmla="*/ 10652 w 21600"/>
              <a:gd name="connsiteY1" fmla="*/ 22896 h 25763"/>
              <a:gd name="connsiteX2" fmla="*/ 18595 w 21600"/>
              <a:gd name="connsiteY2" fmla="*/ 18022 h 25763"/>
              <a:gd name="connsiteX3" fmla="*/ 18873 w 21600"/>
              <a:gd name="connsiteY3" fmla="*/ 25738 h 25763"/>
              <a:gd name="connsiteX4" fmla="*/ 20000 w 21600"/>
              <a:gd name="connsiteY4" fmla="*/ 16252 h 25763"/>
              <a:gd name="connsiteX5" fmla="*/ 20000 w 21600"/>
              <a:gd name="connsiteY5" fmla="*/ 14467 h 25763"/>
              <a:gd name="connsiteX6" fmla="*/ 21600 w 21600"/>
              <a:gd name="connsiteY6" fmla="*/ 14392 h 25763"/>
              <a:gd name="connsiteX7" fmla="*/ 21600 w 21600"/>
              <a:gd name="connsiteY7" fmla="*/ 0 h 25763"/>
              <a:gd name="connsiteX8" fmla="*/ 2972 w 21600"/>
              <a:gd name="connsiteY8" fmla="*/ 0 h 25763"/>
              <a:gd name="connsiteX9" fmla="*/ 2972 w 21600"/>
              <a:gd name="connsiteY9" fmla="*/ 1815 h 25763"/>
              <a:gd name="connsiteX10" fmla="*/ 1532 w 21600"/>
              <a:gd name="connsiteY10" fmla="*/ 1815 h 25763"/>
              <a:gd name="connsiteX11" fmla="*/ 1532 w 21600"/>
              <a:gd name="connsiteY11" fmla="*/ 3675 h 25763"/>
              <a:gd name="connsiteX12" fmla="*/ 0 w 21600"/>
              <a:gd name="connsiteY12" fmla="*/ 3675 h 25763"/>
              <a:gd name="connsiteX13" fmla="*/ 0 w 21600"/>
              <a:gd name="connsiteY13" fmla="*/ 20782 h 25763"/>
              <a:gd name="connsiteX0" fmla="*/ 0 w 21600"/>
              <a:gd name="connsiteY0" fmla="*/ 20782 h 25763"/>
              <a:gd name="connsiteX1" fmla="*/ 18595 w 21600"/>
              <a:gd name="connsiteY1" fmla="*/ 18022 h 25763"/>
              <a:gd name="connsiteX2" fmla="*/ 18595 w 21600"/>
              <a:gd name="connsiteY2" fmla="*/ 3675 h 25763"/>
              <a:gd name="connsiteX3" fmla="*/ 0 w 21600"/>
              <a:gd name="connsiteY3" fmla="*/ 3675 h 25763"/>
              <a:gd name="connsiteX4" fmla="*/ 0 w 21600"/>
              <a:gd name="connsiteY4" fmla="*/ 20782 h 25763"/>
              <a:gd name="connsiteX5" fmla="*/ 1532 w 21600"/>
              <a:gd name="connsiteY5" fmla="*/ 3675 h 25763"/>
              <a:gd name="connsiteX6" fmla="*/ 1532 w 21600"/>
              <a:gd name="connsiteY6" fmla="*/ 1815 h 25763"/>
              <a:gd name="connsiteX7" fmla="*/ 20000 w 21600"/>
              <a:gd name="connsiteY7" fmla="*/ 1815 h 25763"/>
              <a:gd name="connsiteX8" fmla="*/ 20000 w 21600"/>
              <a:gd name="connsiteY8" fmla="*/ 16252 h 25763"/>
              <a:gd name="connsiteX9" fmla="*/ 18595 w 21600"/>
              <a:gd name="connsiteY9" fmla="*/ 16352 h 25763"/>
              <a:gd name="connsiteX10" fmla="*/ 18595 w 21600"/>
              <a:gd name="connsiteY10" fmla="*/ 3675 h 25763"/>
              <a:gd name="connsiteX11" fmla="*/ 1532 w 21600"/>
              <a:gd name="connsiteY11" fmla="*/ 3675 h 25763"/>
              <a:gd name="connsiteX12" fmla="*/ 2972 w 21600"/>
              <a:gd name="connsiteY12" fmla="*/ 1815 h 25763"/>
              <a:gd name="connsiteX13" fmla="*/ 2972 w 21600"/>
              <a:gd name="connsiteY13" fmla="*/ 0 h 25763"/>
              <a:gd name="connsiteX14" fmla="*/ 21600 w 21600"/>
              <a:gd name="connsiteY14" fmla="*/ 0 h 25763"/>
              <a:gd name="connsiteX15" fmla="*/ 21600 w 21600"/>
              <a:gd name="connsiteY15" fmla="*/ 14392 h 25763"/>
              <a:gd name="connsiteX16" fmla="*/ 20000 w 21600"/>
              <a:gd name="connsiteY16" fmla="*/ 14467 h 25763"/>
              <a:gd name="connsiteX17" fmla="*/ 20000 w 21600"/>
              <a:gd name="connsiteY17" fmla="*/ 1815 h 25763"/>
              <a:gd name="connsiteX18" fmla="*/ 2972 w 21600"/>
              <a:gd name="connsiteY18" fmla="*/ 1815 h 25763"/>
              <a:gd name="connsiteX0" fmla="*/ 0 w 21600"/>
              <a:gd name="connsiteY0" fmla="*/ 3675 h 25763"/>
              <a:gd name="connsiteX1" fmla="*/ 18595 w 21600"/>
              <a:gd name="connsiteY1" fmla="*/ 3675 h 25763"/>
              <a:gd name="connsiteX2" fmla="*/ 18595 w 21600"/>
              <a:gd name="connsiteY2" fmla="*/ 18022 h 25763"/>
              <a:gd name="connsiteX3" fmla="*/ 0 w 21600"/>
              <a:gd name="connsiteY3" fmla="*/ 20782 h 25763"/>
              <a:gd name="connsiteX4" fmla="*/ 0 w 21600"/>
              <a:gd name="connsiteY4" fmla="*/ 3675 h 25763"/>
              <a:gd name="connsiteX5" fmla="*/ 1532 w 21600"/>
              <a:gd name="connsiteY5" fmla="*/ 3675 h 25763"/>
              <a:gd name="connsiteX6" fmla="*/ 1532 w 21600"/>
              <a:gd name="connsiteY6" fmla="*/ 1815 h 25763"/>
              <a:gd name="connsiteX7" fmla="*/ 20000 w 21600"/>
              <a:gd name="connsiteY7" fmla="*/ 1815 h 25763"/>
              <a:gd name="connsiteX8" fmla="*/ 20000 w 21600"/>
              <a:gd name="connsiteY8" fmla="*/ 16252 h 25763"/>
              <a:gd name="connsiteX9" fmla="*/ 18595 w 21600"/>
              <a:gd name="connsiteY9" fmla="*/ 16352 h 25763"/>
              <a:gd name="connsiteX10" fmla="*/ 2972 w 21600"/>
              <a:gd name="connsiteY10" fmla="*/ 1815 h 25763"/>
              <a:gd name="connsiteX11" fmla="*/ 2972 w 21600"/>
              <a:gd name="connsiteY11" fmla="*/ 0 h 25763"/>
              <a:gd name="connsiteX12" fmla="*/ 21600 w 21600"/>
              <a:gd name="connsiteY12" fmla="*/ 0 h 25763"/>
              <a:gd name="connsiteX13" fmla="*/ 21600 w 21600"/>
              <a:gd name="connsiteY13" fmla="*/ 14392 h 25763"/>
              <a:gd name="connsiteX14" fmla="*/ 20000 w 21600"/>
              <a:gd name="connsiteY14" fmla="*/ 14467 h 25763"/>
              <a:gd name="connsiteX0" fmla="*/ 0 w 21600"/>
              <a:gd name="connsiteY0" fmla="*/ 20782 h 25763"/>
              <a:gd name="connsiteX1" fmla="*/ 10652 w 21600"/>
              <a:gd name="connsiteY1" fmla="*/ 22896 h 25763"/>
              <a:gd name="connsiteX2" fmla="*/ 18165 w 21600"/>
              <a:gd name="connsiteY2" fmla="*/ 24340 h 25763"/>
              <a:gd name="connsiteX3" fmla="*/ 18595 w 21600"/>
              <a:gd name="connsiteY3" fmla="*/ 18022 h 25763"/>
              <a:gd name="connsiteX4" fmla="*/ 18873 w 21600"/>
              <a:gd name="connsiteY4" fmla="*/ 25738 h 25763"/>
              <a:gd name="connsiteX5" fmla="*/ 20000 w 21600"/>
              <a:gd name="connsiteY5" fmla="*/ 16252 h 25763"/>
              <a:gd name="connsiteX6" fmla="*/ 20000 w 21600"/>
              <a:gd name="connsiteY6" fmla="*/ 14467 h 25763"/>
              <a:gd name="connsiteX7" fmla="*/ 21600 w 21600"/>
              <a:gd name="connsiteY7" fmla="*/ 14392 h 25763"/>
              <a:gd name="connsiteX8" fmla="*/ 21600 w 21600"/>
              <a:gd name="connsiteY8" fmla="*/ 0 h 25763"/>
              <a:gd name="connsiteX9" fmla="*/ 2972 w 21600"/>
              <a:gd name="connsiteY9" fmla="*/ 0 h 25763"/>
              <a:gd name="connsiteX10" fmla="*/ 2972 w 21600"/>
              <a:gd name="connsiteY10" fmla="*/ 1815 h 25763"/>
              <a:gd name="connsiteX11" fmla="*/ 1532 w 21600"/>
              <a:gd name="connsiteY11" fmla="*/ 1815 h 25763"/>
              <a:gd name="connsiteX12" fmla="*/ 1532 w 21600"/>
              <a:gd name="connsiteY12" fmla="*/ 3675 h 25763"/>
              <a:gd name="connsiteX13" fmla="*/ 0 w 21600"/>
              <a:gd name="connsiteY13" fmla="*/ 3675 h 25763"/>
              <a:gd name="connsiteX14" fmla="*/ 0 w 21600"/>
              <a:gd name="connsiteY14" fmla="*/ 20782 h 257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1600" h="25763" stroke="0" extrusionOk="0">
                <a:moveTo>
                  <a:pt x="0" y="20782"/>
                </a:moveTo>
                <a:cubicBezTo>
                  <a:pt x="9298" y="23542"/>
                  <a:pt x="9298" y="18022"/>
                  <a:pt x="18595" y="18022"/>
                </a:cubicBezTo>
                <a:lnTo>
                  <a:pt x="18595" y="3675"/>
                </a:lnTo>
                <a:lnTo>
                  <a:pt x="0" y="3675"/>
                </a:lnTo>
                <a:lnTo>
                  <a:pt x="0" y="20782"/>
                </a:lnTo>
                <a:close/>
                <a:moveTo>
                  <a:pt x="1532" y="3675"/>
                </a:moveTo>
                <a:lnTo>
                  <a:pt x="1532" y="1815"/>
                </a:lnTo>
                <a:lnTo>
                  <a:pt x="20000" y="1815"/>
                </a:lnTo>
                <a:lnTo>
                  <a:pt x="20000" y="16252"/>
                </a:lnTo>
                <a:cubicBezTo>
                  <a:pt x="19298" y="16252"/>
                  <a:pt x="18595" y="16352"/>
                  <a:pt x="18595" y="16352"/>
                </a:cubicBezTo>
                <a:lnTo>
                  <a:pt x="18595" y="3675"/>
                </a:lnTo>
                <a:lnTo>
                  <a:pt x="1532" y="3675"/>
                </a:lnTo>
                <a:close/>
                <a:moveTo>
                  <a:pt x="2972" y="1815"/>
                </a:moveTo>
                <a:lnTo>
                  <a:pt x="2972" y="0"/>
                </a:lnTo>
                <a:lnTo>
                  <a:pt x="21600" y="0"/>
                </a:lnTo>
                <a:lnTo>
                  <a:pt x="21600" y="14392"/>
                </a:lnTo>
                <a:cubicBezTo>
                  <a:pt x="20800" y="14392"/>
                  <a:pt x="20000" y="14467"/>
                  <a:pt x="20000" y="14467"/>
                </a:cubicBezTo>
                <a:lnTo>
                  <a:pt x="20000" y="1815"/>
                </a:lnTo>
                <a:lnTo>
                  <a:pt x="2972" y="1815"/>
                </a:lnTo>
                <a:close/>
              </a:path>
              <a:path w="21600" h="25763" fill="none" extrusionOk="0">
                <a:moveTo>
                  <a:pt x="0" y="3675"/>
                </a:moveTo>
                <a:lnTo>
                  <a:pt x="18595" y="3675"/>
                </a:lnTo>
                <a:lnTo>
                  <a:pt x="18595" y="18022"/>
                </a:lnTo>
                <a:cubicBezTo>
                  <a:pt x="9298" y="18022"/>
                  <a:pt x="9298" y="23542"/>
                  <a:pt x="0" y="20782"/>
                </a:cubicBezTo>
                <a:lnTo>
                  <a:pt x="0" y="3675"/>
                </a:lnTo>
                <a:close/>
                <a:moveTo>
                  <a:pt x="1532" y="3675"/>
                </a:moveTo>
                <a:lnTo>
                  <a:pt x="1532" y="1815"/>
                </a:lnTo>
                <a:lnTo>
                  <a:pt x="20000" y="1815"/>
                </a:lnTo>
                <a:lnTo>
                  <a:pt x="20000" y="16252"/>
                </a:lnTo>
                <a:cubicBezTo>
                  <a:pt x="19298" y="16252"/>
                  <a:pt x="18595" y="16352"/>
                  <a:pt x="18595" y="16352"/>
                </a:cubicBezTo>
                <a:moveTo>
                  <a:pt x="2972" y="1815"/>
                </a:moveTo>
                <a:lnTo>
                  <a:pt x="2972" y="0"/>
                </a:lnTo>
                <a:lnTo>
                  <a:pt x="21600" y="0"/>
                </a:lnTo>
                <a:lnTo>
                  <a:pt x="21600" y="14392"/>
                </a:lnTo>
                <a:cubicBezTo>
                  <a:pt x="20800" y="14392"/>
                  <a:pt x="20000" y="14467"/>
                  <a:pt x="20000" y="14467"/>
                </a:cubicBezTo>
              </a:path>
              <a:path w="21600" h="25763" fill="none" stroke="0">
                <a:moveTo>
                  <a:pt x="0" y="20782"/>
                </a:moveTo>
                <a:cubicBezTo>
                  <a:pt x="1590" y="23504"/>
                  <a:pt x="7553" y="23356"/>
                  <a:pt x="10652" y="22896"/>
                </a:cubicBezTo>
                <a:cubicBezTo>
                  <a:pt x="13540" y="22406"/>
                  <a:pt x="16841" y="25152"/>
                  <a:pt x="18165" y="24340"/>
                </a:cubicBezTo>
                <a:cubicBezTo>
                  <a:pt x="19489" y="23528"/>
                  <a:pt x="18338" y="16706"/>
                  <a:pt x="18595" y="18022"/>
                </a:cubicBezTo>
                <a:cubicBezTo>
                  <a:pt x="18595" y="17465"/>
                  <a:pt x="18873" y="26295"/>
                  <a:pt x="18873" y="25738"/>
                </a:cubicBezTo>
                <a:cubicBezTo>
                  <a:pt x="18873" y="25738"/>
                  <a:pt x="19298" y="16252"/>
                  <a:pt x="20000" y="16252"/>
                </a:cubicBezTo>
                <a:lnTo>
                  <a:pt x="20000" y="14467"/>
                </a:lnTo>
                <a:cubicBezTo>
                  <a:pt x="20000" y="14467"/>
                  <a:pt x="20800" y="14392"/>
                  <a:pt x="21600" y="14392"/>
                </a:cubicBezTo>
                <a:lnTo>
                  <a:pt x="21600" y="0"/>
                </a:lnTo>
                <a:lnTo>
                  <a:pt x="2972" y="0"/>
                </a:lnTo>
                <a:lnTo>
                  <a:pt x="2972" y="1815"/>
                </a:lnTo>
                <a:lnTo>
                  <a:pt x="1532" y="1815"/>
                </a:lnTo>
                <a:lnTo>
                  <a:pt x="1532" y="3675"/>
                </a:lnTo>
                <a:lnTo>
                  <a:pt x="0" y="3675"/>
                </a:lnTo>
                <a:lnTo>
                  <a:pt x="0" y="20782"/>
                </a:lnTo>
                <a:close/>
              </a:path>
            </a:pathLst>
          </a:custGeom>
          <a:solidFill>
            <a:srgbClr val="A7FFAB"/>
          </a:solidFill>
          <a:ln w="12700">
            <a:solidFill>
              <a:schemeClr val="accent1"/>
            </a:solidFill>
          </a:ln>
          <a:effectLst>
            <a:outerShdw blurRad="40000" dist="20000" dir="5400000" rotWithShape="0">
              <a:srgbClr val="000000">
                <a:alpha val="38000"/>
              </a:srgbClr>
            </a:outerShdw>
            <a:softEdge rad="12700"/>
          </a:effectLst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00"/>
                </a:solidFill>
              </a:rPr>
              <a:t>24t56</a:t>
            </a:r>
          </a:p>
        </p:txBody>
      </p:sp>
      <p:cxnSp>
        <p:nvCxnSpPr>
          <p:cNvPr id="38" name="Shape 200"/>
          <p:cNvCxnSpPr/>
          <p:nvPr/>
        </p:nvCxnSpPr>
        <p:spPr>
          <a:xfrm flipH="1" flipV="1">
            <a:off x="4732802" y="5631052"/>
            <a:ext cx="372598" cy="11474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35" name="Shape 198"/>
          <p:cNvSpPr/>
          <p:nvPr/>
        </p:nvSpPr>
        <p:spPr>
          <a:xfrm>
            <a:off x="5876496" y="489862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345r3</a:t>
            </a:r>
          </a:p>
        </p:txBody>
      </p:sp>
      <p:cxnSp>
        <p:nvCxnSpPr>
          <p:cNvPr id="44" name="Shape 200"/>
          <p:cNvCxnSpPr/>
          <p:nvPr/>
        </p:nvCxnSpPr>
        <p:spPr>
          <a:xfrm flipH="1" flipV="1">
            <a:off x="2426586" y="5053473"/>
            <a:ext cx="3429471" cy="1102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71" name="Shape 204"/>
          <p:cNvSpPr/>
          <p:nvPr/>
        </p:nvSpPr>
        <p:spPr>
          <a:xfrm>
            <a:off x="3897956" y="6142376"/>
            <a:ext cx="917438" cy="2730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working1</a:t>
            </a:r>
          </a:p>
        </p:txBody>
      </p:sp>
      <p:cxnSp>
        <p:nvCxnSpPr>
          <p:cNvPr id="72" name="Shape 205"/>
          <p:cNvCxnSpPr>
            <a:stCxn id="71" idx="0"/>
            <a:endCxn id="39" idx="2"/>
          </p:cNvCxnSpPr>
          <p:nvPr/>
        </p:nvCxnSpPr>
        <p:spPr>
          <a:xfrm flipH="1" flipV="1">
            <a:off x="4345499" y="5763543"/>
            <a:ext cx="11176" cy="378833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92" name="Shape 204"/>
          <p:cNvSpPr/>
          <p:nvPr/>
        </p:nvSpPr>
        <p:spPr>
          <a:xfrm>
            <a:off x="4959058" y="6431769"/>
            <a:ext cx="917438" cy="2730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working2</a:t>
            </a:r>
          </a:p>
        </p:txBody>
      </p:sp>
      <p:cxnSp>
        <p:nvCxnSpPr>
          <p:cNvPr id="93" name="Shape 205"/>
          <p:cNvCxnSpPr>
            <a:endCxn id="2" idx="0"/>
          </p:cNvCxnSpPr>
          <p:nvPr/>
        </p:nvCxnSpPr>
        <p:spPr>
          <a:xfrm flipV="1">
            <a:off x="5105400" y="5795034"/>
            <a:ext cx="0" cy="636735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46" name="Shape 198"/>
          <p:cNvSpPr/>
          <p:nvPr/>
        </p:nvSpPr>
        <p:spPr>
          <a:xfrm>
            <a:off x="5919657" y="2786375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345r3</a:t>
            </a:r>
          </a:p>
        </p:txBody>
      </p:sp>
      <p:cxnSp>
        <p:nvCxnSpPr>
          <p:cNvPr id="47" name="Shape 200"/>
          <p:cNvCxnSpPr>
            <a:stCxn id="46" idx="1"/>
            <a:endCxn id="192" idx="3"/>
          </p:cNvCxnSpPr>
          <p:nvPr/>
        </p:nvCxnSpPr>
        <p:spPr>
          <a:xfrm flipH="1" flipV="1">
            <a:off x="2668425" y="2499250"/>
            <a:ext cx="3251232" cy="464875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49" name="Shape 205"/>
          <p:cNvCxnSpPr>
            <a:endCxn id="46" idx="0"/>
          </p:cNvCxnSpPr>
          <p:nvPr/>
        </p:nvCxnSpPr>
        <p:spPr>
          <a:xfrm>
            <a:off x="6306957" y="2565225"/>
            <a:ext cx="0" cy="22115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20" name="TextBox 19"/>
          <p:cNvSpPr txBox="1"/>
          <p:nvPr/>
        </p:nvSpPr>
        <p:spPr>
          <a:xfrm>
            <a:off x="6922857" y="622831"/>
            <a:ext cx="2221143" cy="5232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Code review -2</a:t>
            </a:r>
          </a:p>
          <a:p>
            <a:r>
              <a:rPr lang="en-US" dirty="0">
                <a:solidFill>
                  <a:srgbClr val="000000"/>
                </a:solidFill>
              </a:rPr>
              <a:t>No go, need to fix</a:t>
            </a:r>
          </a:p>
        </p:txBody>
      </p:sp>
      <p:cxnSp>
        <p:nvCxnSpPr>
          <p:cNvPr id="23" name="Elbow Connector 22"/>
          <p:cNvCxnSpPr>
            <a:stCxn id="46" idx="3"/>
            <a:endCxn id="20" idx="2"/>
          </p:cNvCxnSpPr>
          <p:nvPr/>
        </p:nvCxnSpPr>
        <p:spPr>
          <a:xfrm flipV="1">
            <a:off x="6694257" y="1146051"/>
            <a:ext cx="1339172" cy="1818074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Shape 198"/>
          <p:cNvSpPr/>
          <p:nvPr/>
        </p:nvSpPr>
        <p:spPr>
          <a:xfrm rot="10800000" flipV="1">
            <a:off x="6118744" y="5941059"/>
            <a:ext cx="774600" cy="310525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567r4</a:t>
            </a:r>
          </a:p>
        </p:txBody>
      </p:sp>
      <p:sp>
        <p:nvSpPr>
          <p:cNvPr id="51" name="Shape 198"/>
          <p:cNvSpPr/>
          <p:nvPr/>
        </p:nvSpPr>
        <p:spPr>
          <a:xfrm>
            <a:off x="7135592" y="5896085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e3rf5</a:t>
            </a:r>
          </a:p>
        </p:txBody>
      </p:sp>
      <p:cxnSp>
        <p:nvCxnSpPr>
          <p:cNvPr id="52" name="Shape 200"/>
          <p:cNvCxnSpPr>
            <a:stCxn id="50" idx="0"/>
            <a:endCxn id="35" idx="2"/>
          </p:cNvCxnSpPr>
          <p:nvPr/>
        </p:nvCxnSpPr>
        <p:spPr>
          <a:xfrm flipH="1" flipV="1">
            <a:off x="6263796" y="5254120"/>
            <a:ext cx="242248" cy="686939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53" name="Flowchart: Multidocument 1"/>
          <p:cNvSpPr/>
          <p:nvPr/>
        </p:nvSpPr>
        <p:spPr>
          <a:xfrm>
            <a:off x="8196718" y="5867519"/>
            <a:ext cx="795711" cy="411357"/>
          </a:xfrm>
          <a:custGeom>
            <a:avLst/>
            <a:gdLst>
              <a:gd name="connsiteX0" fmla="*/ 0 w 21600"/>
              <a:gd name="connsiteY0" fmla="*/ 20782 h 21600"/>
              <a:gd name="connsiteX1" fmla="*/ 18595 w 21600"/>
              <a:gd name="connsiteY1" fmla="*/ 18022 h 21600"/>
              <a:gd name="connsiteX2" fmla="*/ 18595 w 21600"/>
              <a:gd name="connsiteY2" fmla="*/ 3675 h 21600"/>
              <a:gd name="connsiteX3" fmla="*/ 0 w 21600"/>
              <a:gd name="connsiteY3" fmla="*/ 3675 h 21600"/>
              <a:gd name="connsiteX4" fmla="*/ 0 w 21600"/>
              <a:gd name="connsiteY4" fmla="*/ 20782 h 21600"/>
              <a:gd name="connsiteX5" fmla="*/ 1532 w 21600"/>
              <a:gd name="connsiteY5" fmla="*/ 3675 h 21600"/>
              <a:gd name="connsiteX6" fmla="*/ 1532 w 21600"/>
              <a:gd name="connsiteY6" fmla="*/ 1815 h 21600"/>
              <a:gd name="connsiteX7" fmla="*/ 20000 w 21600"/>
              <a:gd name="connsiteY7" fmla="*/ 1815 h 21600"/>
              <a:gd name="connsiteX8" fmla="*/ 20000 w 21600"/>
              <a:gd name="connsiteY8" fmla="*/ 16252 h 21600"/>
              <a:gd name="connsiteX9" fmla="*/ 18595 w 21600"/>
              <a:gd name="connsiteY9" fmla="*/ 16352 h 21600"/>
              <a:gd name="connsiteX10" fmla="*/ 18595 w 21600"/>
              <a:gd name="connsiteY10" fmla="*/ 3675 h 21600"/>
              <a:gd name="connsiteX11" fmla="*/ 1532 w 21600"/>
              <a:gd name="connsiteY11" fmla="*/ 3675 h 21600"/>
              <a:gd name="connsiteX12" fmla="*/ 2972 w 21600"/>
              <a:gd name="connsiteY12" fmla="*/ 1815 h 21600"/>
              <a:gd name="connsiteX13" fmla="*/ 2972 w 21600"/>
              <a:gd name="connsiteY13" fmla="*/ 0 h 21600"/>
              <a:gd name="connsiteX14" fmla="*/ 21600 w 21600"/>
              <a:gd name="connsiteY14" fmla="*/ 0 h 21600"/>
              <a:gd name="connsiteX15" fmla="*/ 21600 w 21600"/>
              <a:gd name="connsiteY15" fmla="*/ 14392 h 21600"/>
              <a:gd name="connsiteX16" fmla="*/ 20000 w 21600"/>
              <a:gd name="connsiteY16" fmla="*/ 14467 h 21600"/>
              <a:gd name="connsiteX17" fmla="*/ 20000 w 21600"/>
              <a:gd name="connsiteY17" fmla="*/ 1815 h 21600"/>
              <a:gd name="connsiteX18" fmla="*/ 2972 w 21600"/>
              <a:gd name="connsiteY18" fmla="*/ 1815 h 21600"/>
              <a:gd name="connsiteX0" fmla="*/ 0 w 21600"/>
              <a:gd name="connsiteY0" fmla="*/ 3675 h 21600"/>
              <a:gd name="connsiteX1" fmla="*/ 18595 w 21600"/>
              <a:gd name="connsiteY1" fmla="*/ 3675 h 21600"/>
              <a:gd name="connsiteX2" fmla="*/ 18595 w 21600"/>
              <a:gd name="connsiteY2" fmla="*/ 18022 h 21600"/>
              <a:gd name="connsiteX3" fmla="*/ 0 w 21600"/>
              <a:gd name="connsiteY3" fmla="*/ 20782 h 21600"/>
              <a:gd name="connsiteX4" fmla="*/ 0 w 21600"/>
              <a:gd name="connsiteY4" fmla="*/ 3675 h 21600"/>
              <a:gd name="connsiteX5" fmla="*/ 1532 w 21600"/>
              <a:gd name="connsiteY5" fmla="*/ 3675 h 21600"/>
              <a:gd name="connsiteX6" fmla="*/ 1532 w 21600"/>
              <a:gd name="connsiteY6" fmla="*/ 1815 h 21600"/>
              <a:gd name="connsiteX7" fmla="*/ 20000 w 21600"/>
              <a:gd name="connsiteY7" fmla="*/ 1815 h 21600"/>
              <a:gd name="connsiteX8" fmla="*/ 20000 w 21600"/>
              <a:gd name="connsiteY8" fmla="*/ 16252 h 21600"/>
              <a:gd name="connsiteX9" fmla="*/ 18595 w 21600"/>
              <a:gd name="connsiteY9" fmla="*/ 16352 h 21600"/>
              <a:gd name="connsiteX10" fmla="*/ 2972 w 21600"/>
              <a:gd name="connsiteY10" fmla="*/ 1815 h 21600"/>
              <a:gd name="connsiteX11" fmla="*/ 2972 w 21600"/>
              <a:gd name="connsiteY11" fmla="*/ 0 h 21600"/>
              <a:gd name="connsiteX12" fmla="*/ 21600 w 21600"/>
              <a:gd name="connsiteY12" fmla="*/ 0 h 21600"/>
              <a:gd name="connsiteX13" fmla="*/ 21600 w 21600"/>
              <a:gd name="connsiteY13" fmla="*/ 14392 h 21600"/>
              <a:gd name="connsiteX14" fmla="*/ 20000 w 21600"/>
              <a:gd name="connsiteY14" fmla="*/ 14467 h 21600"/>
              <a:gd name="connsiteX0" fmla="*/ 0 w 21600"/>
              <a:gd name="connsiteY0" fmla="*/ 20782 h 21600"/>
              <a:gd name="connsiteX1" fmla="*/ 18595 w 21600"/>
              <a:gd name="connsiteY1" fmla="*/ 18022 h 21600"/>
              <a:gd name="connsiteX2" fmla="*/ 18595 w 21600"/>
              <a:gd name="connsiteY2" fmla="*/ 16352 h 21600"/>
              <a:gd name="connsiteX3" fmla="*/ 20000 w 21600"/>
              <a:gd name="connsiteY3" fmla="*/ 16252 h 21600"/>
              <a:gd name="connsiteX4" fmla="*/ 20000 w 21600"/>
              <a:gd name="connsiteY4" fmla="*/ 14467 h 21600"/>
              <a:gd name="connsiteX5" fmla="*/ 21600 w 21600"/>
              <a:gd name="connsiteY5" fmla="*/ 14392 h 21600"/>
              <a:gd name="connsiteX6" fmla="*/ 21600 w 21600"/>
              <a:gd name="connsiteY6" fmla="*/ 0 h 21600"/>
              <a:gd name="connsiteX7" fmla="*/ 2972 w 21600"/>
              <a:gd name="connsiteY7" fmla="*/ 0 h 21600"/>
              <a:gd name="connsiteX8" fmla="*/ 2972 w 21600"/>
              <a:gd name="connsiteY8" fmla="*/ 1815 h 21600"/>
              <a:gd name="connsiteX9" fmla="*/ 1532 w 21600"/>
              <a:gd name="connsiteY9" fmla="*/ 1815 h 21600"/>
              <a:gd name="connsiteX10" fmla="*/ 1532 w 21600"/>
              <a:gd name="connsiteY10" fmla="*/ 3675 h 21600"/>
              <a:gd name="connsiteX11" fmla="*/ 0 w 21600"/>
              <a:gd name="connsiteY11" fmla="*/ 3675 h 21600"/>
              <a:gd name="connsiteX12" fmla="*/ 0 w 21600"/>
              <a:gd name="connsiteY12" fmla="*/ 20782 h 21600"/>
              <a:gd name="connsiteX0" fmla="*/ 0 w 21600"/>
              <a:gd name="connsiteY0" fmla="*/ 20782 h 25763"/>
              <a:gd name="connsiteX1" fmla="*/ 18595 w 21600"/>
              <a:gd name="connsiteY1" fmla="*/ 18022 h 25763"/>
              <a:gd name="connsiteX2" fmla="*/ 18595 w 21600"/>
              <a:gd name="connsiteY2" fmla="*/ 3675 h 25763"/>
              <a:gd name="connsiteX3" fmla="*/ 0 w 21600"/>
              <a:gd name="connsiteY3" fmla="*/ 3675 h 25763"/>
              <a:gd name="connsiteX4" fmla="*/ 0 w 21600"/>
              <a:gd name="connsiteY4" fmla="*/ 20782 h 25763"/>
              <a:gd name="connsiteX5" fmla="*/ 1532 w 21600"/>
              <a:gd name="connsiteY5" fmla="*/ 3675 h 25763"/>
              <a:gd name="connsiteX6" fmla="*/ 1532 w 21600"/>
              <a:gd name="connsiteY6" fmla="*/ 1815 h 25763"/>
              <a:gd name="connsiteX7" fmla="*/ 20000 w 21600"/>
              <a:gd name="connsiteY7" fmla="*/ 1815 h 25763"/>
              <a:gd name="connsiteX8" fmla="*/ 20000 w 21600"/>
              <a:gd name="connsiteY8" fmla="*/ 16252 h 25763"/>
              <a:gd name="connsiteX9" fmla="*/ 18595 w 21600"/>
              <a:gd name="connsiteY9" fmla="*/ 16352 h 25763"/>
              <a:gd name="connsiteX10" fmla="*/ 18595 w 21600"/>
              <a:gd name="connsiteY10" fmla="*/ 3675 h 25763"/>
              <a:gd name="connsiteX11" fmla="*/ 1532 w 21600"/>
              <a:gd name="connsiteY11" fmla="*/ 3675 h 25763"/>
              <a:gd name="connsiteX12" fmla="*/ 2972 w 21600"/>
              <a:gd name="connsiteY12" fmla="*/ 1815 h 25763"/>
              <a:gd name="connsiteX13" fmla="*/ 2972 w 21600"/>
              <a:gd name="connsiteY13" fmla="*/ 0 h 25763"/>
              <a:gd name="connsiteX14" fmla="*/ 21600 w 21600"/>
              <a:gd name="connsiteY14" fmla="*/ 0 h 25763"/>
              <a:gd name="connsiteX15" fmla="*/ 21600 w 21600"/>
              <a:gd name="connsiteY15" fmla="*/ 14392 h 25763"/>
              <a:gd name="connsiteX16" fmla="*/ 20000 w 21600"/>
              <a:gd name="connsiteY16" fmla="*/ 14467 h 25763"/>
              <a:gd name="connsiteX17" fmla="*/ 20000 w 21600"/>
              <a:gd name="connsiteY17" fmla="*/ 1815 h 25763"/>
              <a:gd name="connsiteX18" fmla="*/ 2972 w 21600"/>
              <a:gd name="connsiteY18" fmla="*/ 1815 h 25763"/>
              <a:gd name="connsiteX0" fmla="*/ 0 w 21600"/>
              <a:gd name="connsiteY0" fmla="*/ 3675 h 25763"/>
              <a:gd name="connsiteX1" fmla="*/ 18595 w 21600"/>
              <a:gd name="connsiteY1" fmla="*/ 3675 h 25763"/>
              <a:gd name="connsiteX2" fmla="*/ 18595 w 21600"/>
              <a:gd name="connsiteY2" fmla="*/ 18022 h 25763"/>
              <a:gd name="connsiteX3" fmla="*/ 0 w 21600"/>
              <a:gd name="connsiteY3" fmla="*/ 20782 h 25763"/>
              <a:gd name="connsiteX4" fmla="*/ 0 w 21600"/>
              <a:gd name="connsiteY4" fmla="*/ 3675 h 25763"/>
              <a:gd name="connsiteX5" fmla="*/ 1532 w 21600"/>
              <a:gd name="connsiteY5" fmla="*/ 3675 h 25763"/>
              <a:gd name="connsiteX6" fmla="*/ 1532 w 21600"/>
              <a:gd name="connsiteY6" fmla="*/ 1815 h 25763"/>
              <a:gd name="connsiteX7" fmla="*/ 20000 w 21600"/>
              <a:gd name="connsiteY7" fmla="*/ 1815 h 25763"/>
              <a:gd name="connsiteX8" fmla="*/ 20000 w 21600"/>
              <a:gd name="connsiteY8" fmla="*/ 16252 h 25763"/>
              <a:gd name="connsiteX9" fmla="*/ 18595 w 21600"/>
              <a:gd name="connsiteY9" fmla="*/ 16352 h 25763"/>
              <a:gd name="connsiteX10" fmla="*/ 2972 w 21600"/>
              <a:gd name="connsiteY10" fmla="*/ 1815 h 25763"/>
              <a:gd name="connsiteX11" fmla="*/ 2972 w 21600"/>
              <a:gd name="connsiteY11" fmla="*/ 0 h 25763"/>
              <a:gd name="connsiteX12" fmla="*/ 21600 w 21600"/>
              <a:gd name="connsiteY12" fmla="*/ 0 h 25763"/>
              <a:gd name="connsiteX13" fmla="*/ 21600 w 21600"/>
              <a:gd name="connsiteY13" fmla="*/ 14392 h 25763"/>
              <a:gd name="connsiteX14" fmla="*/ 20000 w 21600"/>
              <a:gd name="connsiteY14" fmla="*/ 14467 h 25763"/>
              <a:gd name="connsiteX0" fmla="*/ 0 w 21600"/>
              <a:gd name="connsiteY0" fmla="*/ 20782 h 25763"/>
              <a:gd name="connsiteX1" fmla="*/ 18595 w 21600"/>
              <a:gd name="connsiteY1" fmla="*/ 18022 h 25763"/>
              <a:gd name="connsiteX2" fmla="*/ 18873 w 21600"/>
              <a:gd name="connsiteY2" fmla="*/ 25738 h 25763"/>
              <a:gd name="connsiteX3" fmla="*/ 20000 w 21600"/>
              <a:gd name="connsiteY3" fmla="*/ 16252 h 25763"/>
              <a:gd name="connsiteX4" fmla="*/ 20000 w 21600"/>
              <a:gd name="connsiteY4" fmla="*/ 14467 h 25763"/>
              <a:gd name="connsiteX5" fmla="*/ 21600 w 21600"/>
              <a:gd name="connsiteY5" fmla="*/ 14392 h 25763"/>
              <a:gd name="connsiteX6" fmla="*/ 21600 w 21600"/>
              <a:gd name="connsiteY6" fmla="*/ 0 h 25763"/>
              <a:gd name="connsiteX7" fmla="*/ 2972 w 21600"/>
              <a:gd name="connsiteY7" fmla="*/ 0 h 25763"/>
              <a:gd name="connsiteX8" fmla="*/ 2972 w 21600"/>
              <a:gd name="connsiteY8" fmla="*/ 1815 h 25763"/>
              <a:gd name="connsiteX9" fmla="*/ 1532 w 21600"/>
              <a:gd name="connsiteY9" fmla="*/ 1815 h 25763"/>
              <a:gd name="connsiteX10" fmla="*/ 1532 w 21600"/>
              <a:gd name="connsiteY10" fmla="*/ 3675 h 25763"/>
              <a:gd name="connsiteX11" fmla="*/ 0 w 21600"/>
              <a:gd name="connsiteY11" fmla="*/ 3675 h 25763"/>
              <a:gd name="connsiteX12" fmla="*/ 0 w 21600"/>
              <a:gd name="connsiteY12" fmla="*/ 20782 h 25763"/>
              <a:gd name="connsiteX0" fmla="*/ 0 w 21600"/>
              <a:gd name="connsiteY0" fmla="*/ 20782 h 26547"/>
              <a:gd name="connsiteX1" fmla="*/ 18595 w 21600"/>
              <a:gd name="connsiteY1" fmla="*/ 18022 h 26547"/>
              <a:gd name="connsiteX2" fmla="*/ 18595 w 21600"/>
              <a:gd name="connsiteY2" fmla="*/ 3675 h 26547"/>
              <a:gd name="connsiteX3" fmla="*/ 0 w 21600"/>
              <a:gd name="connsiteY3" fmla="*/ 3675 h 26547"/>
              <a:gd name="connsiteX4" fmla="*/ 0 w 21600"/>
              <a:gd name="connsiteY4" fmla="*/ 20782 h 26547"/>
              <a:gd name="connsiteX5" fmla="*/ 1532 w 21600"/>
              <a:gd name="connsiteY5" fmla="*/ 3675 h 26547"/>
              <a:gd name="connsiteX6" fmla="*/ 1532 w 21600"/>
              <a:gd name="connsiteY6" fmla="*/ 1815 h 26547"/>
              <a:gd name="connsiteX7" fmla="*/ 20000 w 21600"/>
              <a:gd name="connsiteY7" fmla="*/ 1815 h 26547"/>
              <a:gd name="connsiteX8" fmla="*/ 20000 w 21600"/>
              <a:gd name="connsiteY8" fmla="*/ 16252 h 26547"/>
              <a:gd name="connsiteX9" fmla="*/ 18595 w 21600"/>
              <a:gd name="connsiteY9" fmla="*/ 16352 h 26547"/>
              <a:gd name="connsiteX10" fmla="*/ 18595 w 21600"/>
              <a:gd name="connsiteY10" fmla="*/ 3675 h 26547"/>
              <a:gd name="connsiteX11" fmla="*/ 1532 w 21600"/>
              <a:gd name="connsiteY11" fmla="*/ 3675 h 26547"/>
              <a:gd name="connsiteX12" fmla="*/ 2972 w 21600"/>
              <a:gd name="connsiteY12" fmla="*/ 1815 h 26547"/>
              <a:gd name="connsiteX13" fmla="*/ 2972 w 21600"/>
              <a:gd name="connsiteY13" fmla="*/ 0 h 26547"/>
              <a:gd name="connsiteX14" fmla="*/ 21600 w 21600"/>
              <a:gd name="connsiteY14" fmla="*/ 0 h 26547"/>
              <a:gd name="connsiteX15" fmla="*/ 21600 w 21600"/>
              <a:gd name="connsiteY15" fmla="*/ 14392 h 26547"/>
              <a:gd name="connsiteX16" fmla="*/ 20000 w 21600"/>
              <a:gd name="connsiteY16" fmla="*/ 14467 h 26547"/>
              <a:gd name="connsiteX17" fmla="*/ 20000 w 21600"/>
              <a:gd name="connsiteY17" fmla="*/ 1815 h 26547"/>
              <a:gd name="connsiteX18" fmla="*/ 2972 w 21600"/>
              <a:gd name="connsiteY18" fmla="*/ 1815 h 26547"/>
              <a:gd name="connsiteX0" fmla="*/ 0 w 21600"/>
              <a:gd name="connsiteY0" fmla="*/ 3675 h 26547"/>
              <a:gd name="connsiteX1" fmla="*/ 18595 w 21600"/>
              <a:gd name="connsiteY1" fmla="*/ 3675 h 26547"/>
              <a:gd name="connsiteX2" fmla="*/ 18595 w 21600"/>
              <a:gd name="connsiteY2" fmla="*/ 18022 h 26547"/>
              <a:gd name="connsiteX3" fmla="*/ 0 w 21600"/>
              <a:gd name="connsiteY3" fmla="*/ 20782 h 26547"/>
              <a:gd name="connsiteX4" fmla="*/ 0 w 21600"/>
              <a:gd name="connsiteY4" fmla="*/ 3675 h 26547"/>
              <a:gd name="connsiteX5" fmla="*/ 1532 w 21600"/>
              <a:gd name="connsiteY5" fmla="*/ 3675 h 26547"/>
              <a:gd name="connsiteX6" fmla="*/ 1532 w 21600"/>
              <a:gd name="connsiteY6" fmla="*/ 1815 h 26547"/>
              <a:gd name="connsiteX7" fmla="*/ 20000 w 21600"/>
              <a:gd name="connsiteY7" fmla="*/ 1815 h 26547"/>
              <a:gd name="connsiteX8" fmla="*/ 20000 w 21600"/>
              <a:gd name="connsiteY8" fmla="*/ 16252 h 26547"/>
              <a:gd name="connsiteX9" fmla="*/ 18595 w 21600"/>
              <a:gd name="connsiteY9" fmla="*/ 16352 h 26547"/>
              <a:gd name="connsiteX10" fmla="*/ 2972 w 21600"/>
              <a:gd name="connsiteY10" fmla="*/ 1815 h 26547"/>
              <a:gd name="connsiteX11" fmla="*/ 2972 w 21600"/>
              <a:gd name="connsiteY11" fmla="*/ 0 h 26547"/>
              <a:gd name="connsiteX12" fmla="*/ 21600 w 21600"/>
              <a:gd name="connsiteY12" fmla="*/ 0 h 26547"/>
              <a:gd name="connsiteX13" fmla="*/ 21600 w 21600"/>
              <a:gd name="connsiteY13" fmla="*/ 14392 h 26547"/>
              <a:gd name="connsiteX14" fmla="*/ 20000 w 21600"/>
              <a:gd name="connsiteY14" fmla="*/ 14467 h 26547"/>
              <a:gd name="connsiteX0" fmla="*/ 0 w 21600"/>
              <a:gd name="connsiteY0" fmla="*/ 20782 h 26547"/>
              <a:gd name="connsiteX1" fmla="*/ 9817 w 21600"/>
              <a:gd name="connsiteY1" fmla="*/ 26506 h 26547"/>
              <a:gd name="connsiteX2" fmla="*/ 18595 w 21600"/>
              <a:gd name="connsiteY2" fmla="*/ 18022 h 26547"/>
              <a:gd name="connsiteX3" fmla="*/ 18873 w 21600"/>
              <a:gd name="connsiteY3" fmla="*/ 25738 h 26547"/>
              <a:gd name="connsiteX4" fmla="*/ 20000 w 21600"/>
              <a:gd name="connsiteY4" fmla="*/ 16252 h 26547"/>
              <a:gd name="connsiteX5" fmla="*/ 20000 w 21600"/>
              <a:gd name="connsiteY5" fmla="*/ 14467 h 26547"/>
              <a:gd name="connsiteX6" fmla="*/ 21600 w 21600"/>
              <a:gd name="connsiteY6" fmla="*/ 14392 h 26547"/>
              <a:gd name="connsiteX7" fmla="*/ 21600 w 21600"/>
              <a:gd name="connsiteY7" fmla="*/ 0 h 26547"/>
              <a:gd name="connsiteX8" fmla="*/ 2972 w 21600"/>
              <a:gd name="connsiteY8" fmla="*/ 0 h 26547"/>
              <a:gd name="connsiteX9" fmla="*/ 2972 w 21600"/>
              <a:gd name="connsiteY9" fmla="*/ 1815 h 26547"/>
              <a:gd name="connsiteX10" fmla="*/ 1532 w 21600"/>
              <a:gd name="connsiteY10" fmla="*/ 1815 h 26547"/>
              <a:gd name="connsiteX11" fmla="*/ 1532 w 21600"/>
              <a:gd name="connsiteY11" fmla="*/ 3675 h 26547"/>
              <a:gd name="connsiteX12" fmla="*/ 0 w 21600"/>
              <a:gd name="connsiteY12" fmla="*/ 3675 h 26547"/>
              <a:gd name="connsiteX13" fmla="*/ 0 w 21600"/>
              <a:gd name="connsiteY13" fmla="*/ 20782 h 26547"/>
              <a:gd name="connsiteX0" fmla="*/ 0 w 21600"/>
              <a:gd name="connsiteY0" fmla="*/ 20782 h 25763"/>
              <a:gd name="connsiteX1" fmla="*/ 18595 w 21600"/>
              <a:gd name="connsiteY1" fmla="*/ 18022 h 25763"/>
              <a:gd name="connsiteX2" fmla="*/ 18595 w 21600"/>
              <a:gd name="connsiteY2" fmla="*/ 3675 h 25763"/>
              <a:gd name="connsiteX3" fmla="*/ 0 w 21600"/>
              <a:gd name="connsiteY3" fmla="*/ 3675 h 25763"/>
              <a:gd name="connsiteX4" fmla="*/ 0 w 21600"/>
              <a:gd name="connsiteY4" fmla="*/ 20782 h 25763"/>
              <a:gd name="connsiteX5" fmla="*/ 1532 w 21600"/>
              <a:gd name="connsiteY5" fmla="*/ 3675 h 25763"/>
              <a:gd name="connsiteX6" fmla="*/ 1532 w 21600"/>
              <a:gd name="connsiteY6" fmla="*/ 1815 h 25763"/>
              <a:gd name="connsiteX7" fmla="*/ 20000 w 21600"/>
              <a:gd name="connsiteY7" fmla="*/ 1815 h 25763"/>
              <a:gd name="connsiteX8" fmla="*/ 20000 w 21600"/>
              <a:gd name="connsiteY8" fmla="*/ 16252 h 25763"/>
              <a:gd name="connsiteX9" fmla="*/ 18595 w 21600"/>
              <a:gd name="connsiteY9" fmla="*/ 16352 h 25763"/>
              <a:gd name="connsiteX10" fmla="*/ 18595 w 21600"/>
              <a:gd name="connsiteY10" fmla="*/ 3675 h 25763"/>
              <a:gd name="connsiteX11" fmla="*/ 1532 w 21600"/>
              <a:gd name="connsiteY11" fmla="*/ 3675 h 25763"/>
              <a:gd name="connsiteX12" fmla="*/ 2972 w 21600"/>
              <a:gd name="connsiteY12" fmla="*/ 1815 h 25763"/>
              <a:gd name="connsiteX13" fmla="*/ 2972 w 21600"/>
              <a:gd name="connsiteY13" fmla="*/ 0 h 25763"/>
              <a:gd name="connsiteX14" fmla="*/ 21600 w 21600"/>
              <a:gd name="connsiteY14" fmla="*/ 0 h 25763"/>
              <a:gd name="connsiteX15" fmla="*/ 21600 w 21600"/>
              <a:gd name="connsiteY15" fmla="*/ 14392 h 25763"/>
              <a:gd name="connsiteX16" fmla="*/ 20000 w 21600"/>
              <a:gd name="connsiteY16" fmla="*/ 14467 h 25763"/>
              <a:gd name="connsiteX17" fmla="*/ 20000 w 21600"/>
              <a:gd name="connsiteY17" fmla="*/ 1815 h 25763"/>
              <a:gd name="connsiteX18" fmla="*/ 2972 w 21600"/>
              <a:gd name="connsiteY18" fmla="*/ 1815 h 25763"/>
              <a:gd name="connsiteX0" fmla="*/ 0 w 21600"/>
              <a:gd name="connsiteY0" fmla="*/ 3675 h 25763"/>
              <a:gd name="connsiteX1" fmla="*/ 18595 w 21600"/>
              <a:gd name="connsiteY1" fmla="*/ 3675 h 25763"/>
              <a:gd name="connsiteX2" fmla="*/ 18595 w 21600"/>
              <a:gd name="connsiteY2" fmla="*/ 18022 h 25763"/>
              <a:gd name="connsiteX3" fmla="*/ 0 w 21600"/>
              <a:gd name="connsiteY3" fmla="*/ 20782 h 25763"/>
              <a:gd name="connsiteX4" fmla="*/ 0 w 21600"/>
              <a:gd name="connsiteY4" fmla="*/ 3675 h 25763"/>
              <a:gd name="connsiteX5" fmla="*/ 1532 w 21600"/>
              <a:gd name="connsiteY5" fmla="*/ 3675 h 25763"/>
              <a:gd name="connsiteX6" fmla="*/ 1532 w 21600"/>
              <a:gd name="connsiteY6" fmla="*/ 1815 h 25763"/>
              <a:gd name="connsiteX7" fmla="*/ 20000 w 21600"/>
              <a:gd name="connsiteY7" fmla="*/ 1815 h 25763"/>
              <a:gd name="connsiteX8" fmla="*/ 20000 w 21600"/>
              <a:gd name="connsiteY8" fmla="*/ 16252 h 25763"/>
              <a:gd name="connsiteX9" fmla="*/ 18595 w 21600"/>
              <a:gd name="connsiteY9" fmla="*/ 16352 h 25763"/>
              <a:gd name="connsiteX10" fmla="*/ 2972 w 21600"/>
              <a:gd name="connsiteY10" fmla="*/ 1815 h 25763"/>
              <a:gd name="connsiteX11" fmla="*/ 2972 w 21600"/>
              <a:gd name="connsiteY11" fmla="*/ 0 h 25763"/>
              <a:gd name="connsiteX12" fmla="*/ 21600 w 21600"/>
              <a:gd name="connsiteY12" fmla="*/ 0 h 25763"/>
              <a:gd name="connsiteX13" fmla="*/ 21600 w 21600"/>
              <a:gd name="connsiteY13" fmla="*/ 14392 h 25763"/>
              <a:gd name="connsiteX14" fmla="*/ 20000 w 21600"/>
              <a:gd name="connsiteY14" fmla="*/ 14467 h 25763"/>
              <a:gd name="connsiteX0" fmla="*/ 0 w 21600"/>
              <a:gd name="connsiteY0" fmla="*/ 20782 h 25763"/>
              <a:gd name="connsiteX1" fmla="*/ 10652 w 21600"/>
              <a:gd name="connsiteY1" fmla="*/ 22896 h 25763"/>
              <a:gd name="connsiteX2" fmla="*/ 18595 w 21600"/>
              <a:gd name="connsiteY2" fmla="*/ 18022 h 25763"/>
              <a:gd name="connsiteX3" fmla="*/ 18873 w 21600"/>
              <a:gd name="connsiteY3" fmla="*/ 25738 h 25763"/>
              <a:gd name="connsiteX4" fmla="*/ 20000 w 21600"/>
              <a:gd name="connsiteY4" fmla="*/ 16252 h 25763"/>
              <a:gd name="connsiteX5" fmla="*/ 20000 w 21600"/>
              <a:gd name="connsiteY5" fmla="*/ 14467 h 25763"/>
              <a:gd name="connsiteX6" fmla="*/ 21600 w 21600"/>
              <a:gd name="connsiteY6" fmla="*/ 14392 h 25763"/>
              <a:gd name="connsiteX7" fmla="*/ 21600 w 21600"/>
              <a:gd name="connsiteY7" fmla="*/ 0 h 25763"/>
              <a:gd name="connsiteX8" fmla="*/ 2972 w 21600"/>
              <a:gd name="connsiteY8" fmla="*/ 0 h 25763"/>
              <a:gd name="connsiteX9" fmla="*/ 2972 w 21600"/>
              <a:gd name="connsiteY9" fmla="*/ 1815 h 25763"/>
              <a:gd name="connsiteX10" fmla="*/ 1532 w 21600"/>
              <a:gd name="connsiteY10" fmla="*/ 1815 h 25763"/>
              <a:gd name="connsiteX11" fmla="*/ 1532 w 21600"/>
              <a:gd name="connsiteY11" fmla="*/ 3675 h 25763"/>
              <a:gd name="connsiteX12" fmla="*/ 0 w 21600"/>
              <a:gd name="connsiteY12" fmla="*/ 3675 h 25763"/>
              <a:gd name="connsiteX13" fmla="*/ 0 w 21600"/>
              <a:gd name="connsiteY13" fmla="*/ 20782 h 25763"/>
              <a:gd name="connsiteX0" fmla="*/ 0 w 21600"/>
              <a:gd name="connsiteY0" fmla="*/ 20782 h 25763"/>
              <a:gd name="connsiteX1" fmla="*/ 18595 w 21600"/>
              <a:gd name="connsiteY1" fmla="*/ 18022 h 25763"/>
              <a:gd name="connsiteX2" fmla="*/ 18595 w 21600"/>
              <a:gd name="connsiteY2" fmla="*/ 3675 h 25763"/>
              <a:gd name="connsiteX3" fmla="*/ 0 w 21600"/>
              <a:gd name="connsiteY3" fmla="*/ 3675 h 25763"/>
              <a:gd name="connsiteX4" fmla="*/ 0 w 21600"/>
              <a:gd name="connsiteY4" fmla="*/ 20782 h 25763"/>
              <a:gd name="connsiteX5" fmla="*/ 1532 w 21600"/>
              <a:gd name="connsiteY5" fmla="*/ 3675 h 25763"/>
              <a:gd name="connsiteX6" fmla="*/ 1532 w 21600"/>
              <a:gd name="connsiteY6" fmla="*/ 1815 h 25763"/>
              <a:gd name="connsiteX7" fmla="*/ 20000 w 21600"/>
              <a:gd name="connsiteY7" fmla="*/ 1815 h 25763"/>
              <a:gd name="connsiteX8" fmla="*/ 20000 w 21600"/>
              <a:gd name="connsiteY8" fmla="*/ 16252 h 25763"/>
              <a:gd name="connsiteX9" fmla="*/ 18595 w 21600"/>
              <a:gd name="connsiteY9" fmla="*/ 16352 h 25763"/>
              <a:gd name="connsiteX10" fmla="*/ 18595 w 21600"/>
              <a:gd name="connsiteY10" fmla="*/ 3675 h 25763"/>
              <a:gd name="connsiteX11" fmla="*/ 1532 w 21600"/>
              <a:gd name="connsiteY11" fmla="*/ 3675 h 25763"/>
              <a:gd name="connsiteX12" fmla="*/ 2972 w 21600"/>
              <a:gd name="connsiteY12" fmla="*/ 1815 h 25763"/>
              <a:gd name="connsiteX13" fmla="*/ 2972 w 21600"/>
              <a:gd name="connsiteY13" fmla="*/ 0 h 25763"/>
              <a:gd name="connsiteX14" fmla="*/ 21600 w 21600"/>
              <a:gd name="connsiteY14" fmla="*/ 0 h 25763"/>
              <a:gd name="connsiteX15" fmla="*/ 21600 w 21600"/>
              <a:gd name="connsiteY15" fmla="*/ 14392 h 25763"/>
              <a:gd name="connsiteX16" fmla="*/ 20000 w 21600"/>
              <a:gd name="connsiteY16" fmla="*/ 14467 h 25763"/>
              <a:gd name="connsiteX17" fmla="*/ 20000 w 21600"/>
              <a:gd name="connsiteY17" fmla="*/ 1815 h 25763"/>
              <a:gd name="connsiteX18" fmla="*/ 2972 w 21600"/>
              <a:gd name="connsiteY18" fmla="*/ 1815 h 25763"/>
              <a:gd name="connsiteX0" fmla="*/ 0 w 21600"/>
              <a:gd name="connsiteY0" fmla="*/ 3675 h 25763"/>
              <a:gd name="connsiteX1" fmla="*/ 18595 w 21600"/>
              <a:gd name="connsiteY1" fmla="*/ 3675 h 25763"/>
              <a:gd name="connsiteX2" fmla="*/ 18595 w 21600"/>
              <a:gd name="connsiteY2" fmla="*/ 18022 h 25763"/>
              <a:gd name="connsiteX3" fmla="*/ 0 w 21600"/>
              <a:gd name="connsiteY3" fmla="*/ 20782 h 25763"/>
              <a:gd name="connsiteX4" fmla="*/ 0 w 21600"/>
              <a:gd name="connsiteY4" fmla="*/ 3675 h 25763"/>
              <a:gd name="connsiteX5" fmla="*/ 1532 w 21600"/>
              <a:gd name="connsiteY5" fmla="*/ 3675 h 25763"/>
              <a:gd name="connsiteX6" fmla="*/ 1532 w 21600"/>
              <a:gd name="connsiteY6" fmla="*/ 1815 h 25763"/>
              <a:gd name="connsiteX7" fmla="*/ 20000 w 21600"/>
              <a:gd name="connsiteY7" fmla="*/ 1815 h 25763"/>
              <a:gd name="connsiteX8" fmla="*/ 20000 w 21600"/>
              <a:gd name="connsiteY8" fmla="*/ 16252 h 25763"/>
              <a:gd name="connsiteX9" fmla="*/ 18595 w 21600"/>
              <a:gd name="connsiteY9" fmla="*/ 16352 h 25763"/>
              <a:gd name="connsiteX10" fmla="*/ 2972 w 21600"/>
              <a:gd name="connsiteY10" fmla="*/ 1815 h 25763"/>
              <a:gd name="connsiteX11" fmla="*/ 2972 w 21600"/>
              <a:gd name="connsiteY11" fmla="*/ 0 h 25763"/>
              <a:gd name="connsiteX12" fmla="*/ 21600 w 21600"/>
              <a:gd name="connsiteY12" fmla="*/ 0 h 25763"/>
              <a:gd name="connsiteX13" fmla="*/ 21600 w 21600"/>
              <a:gd name="connsiteY13" fmla="*/ 14392 h 25763"/>
              <a:gd name="connsiteX14" fmla="*/ 20000 w 21600"/>
              <a:gd name="connsiteY14" fmla="*/ 14467 h 25763"/>
              <a:gd name="connsiteX0" fmla="*/ 0 w 21600"/>
              <a:gd name="connsiteY0" fmla="*/ 20782 h 25763"/>
              <a:gd name="connsiteX1" fmla="*/ 10652 w 21600"/>
              <a:gd name="connsiteY1" fmla="*/ 22896 h 25763"/>
              <a:gd name="connsiteX2" fmla="*/ 18165 w 21600"/>
              <a:gd name="connsiteY2" fmla="*/ 24340 h 25763"/>
              <a:gd name="connsiteX3" fmla="*/ 18595 w 21600"/>
              <a:gd name="connsiteY3" fmla="*/ 18022 h 25763"/>
              <a:gd name="connsiteX4" fmla="*/ 18873 w 21600"/>
              <a:gd name="connsiteY4" fmla="*/ 25738 h 25763"/>
              <a:gd name="connsiteX5" fmla="*/ 20000 w 21600"/>
              <a:gd name="connsiteY5" fmla="*/ 16252 h 25763"/>
              <a:gd name="connsiteX6" fmla="*/ 20000 w 21600"/>
              <a:gd name="connsiteY6" fmla="*/ 14467 h 25763"/>
              <a:gd name="connsiteX7" fmla="*/ 21600 w 21600"/>
              <a:gd name="connsiteY7" fmla="*/ 14392 h 25763"/>
              <a:gd name="connsiteX8" fmla="*/ 21600 w 21600"/>
              <a:gd name="connsiteY8" fmla="*/ 0 h 25763"/>
              <a:gd name="connsiteX9" fmla="*/ 2972 w 21600"/>
              <a:gd name="connsiteY9" fmla="*/ 0 h 25763"/>
              <a:gd name="connsiteX10" fmla="*/ 2972 w 21600"/>
              <a:gd name="connsiteY10" fmla="*/ 1815 h 25763"/>
              <a:gd name="connsiteX11" fmla="*/ 1532 w 21600"/>
              <a:gd name="connsiteY11" fmla="*/ 1815 h 25763"/>
              <a:gd name="connsiteX12" fmla="*/ 1532 w 21600"/>
              <a:gd name="connsiteY12" fmla="*/ 3675 h 25763"/>
              <a:gd name="connsiteX13" fmla="*/ 0 w 21600"/>
              <a:gd name="connsiteY13" fmla="*/ 3675 h 25763"/>
              <a:gd name="connsiteX14" fmla="*/ 0 w 21600"/>
              <a:gd name="connsiteY14" fmla="*/ 20782 h 257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1600" h="25763" stroke="0" extrusionOk="0">
                <a:moveTo>
                  <a:pt x="0" y="20782"/>
                </a:moveTo>
                <a:cubicBezTo>
                  <a:pt x="9298" y="23542"/>
                  <a:pt x="9298" y="18022"/>
                  <a:pt x="18595" y="18022"/>
                </a:cubicBezTo>
                <a:lnTo>
                  <a:pt x="18595" y="3675"/>
                </a:lnTo>
                <a:lnTo>
                  <a:pt x="0" y="3675"/>
                </a:lnTo>
                <a:lnTo>
                  <a:pt x="0" y="20782"/>
                </a:lnTo>
                <a:close/>
                <a:moveTo>
                  <a:pt x="1532" y="3675"/>
                </a:moveTo>
                <a:lnTo>
                  <a:pt x="1532" y="1815"/>
                </a:lnTo>
                <a:lnTo>
                  <a:pt x="20000" y="1815"/>
                </a:lnTo>
                <a:lnTo>
                  <a:pt x="20000" y="16252"/>
                </a:lnTo>
                <a:cubicBezTo>
                  <a:pt x="19298" y="16252"/>
                  <a:pt x="18595" y="16352"/>
                  <a:pt x="18595" y="16352"/>
                </a:cubicBezTo>
                <a:lnTo>
                  <a:pt x="18595" y="3675"/>
                </a:lnTo>
                <a:lnTo>
                  <a:pt x="1532" y="3675"/>
                </a:lnTo>
                <a:close/>
                <a:moveTo>
                  <a:pt x="2972" y="1815"/>
                </a:moveTo>
                <a:lnTo>
                  <a:pt x="2972" y="0"/>
                </a:lnTo>
                <a:lnTo>
                  <a:pt x="21600" y="0"/>
                </a:lnTo>
                <a:lnTo>
                  <a:pt x="21600" y="14392"/>
                </a:lnTo>
                <a:cubicBezTo>
                  <a:pt x="20800" y="14392"/>
                  <a:pt x="20000" y="14467"/>
                  <a:pt x="20000" y="14467"/>
                </a:cubicBezTo>
                <a:lnTo>
                  <a:pt x="20000" y="1815"/>
                </a:lnTo>
                <a:lnTo>
                  <a:pt x="2972" y="1815"/>
                </a:lnTo>
                <a:close/>
              </a:path>
              <a:path w="21600" h="25763" fill="none" extrusionOk="0">
                <a:moveTo>
                  <a:pt x="0" y="3675"/>
                </a:moveTo>
                <a:lnTo>
                  <a:pt x="18595" y="3675"/>
                </a:lnTo>
                <a:lnTo>
                  <a:pt x="18595" y="18022"/>
                </a:lnTo>
                <a:cubicBezTo>
                  <a:pt x="9298" y="18022"/>
                  <a:pt x="9298" y="23542"/>
                  <a:pt x="0" y="20782"/>
                </a:cubicBezTo>
                <a:lnTo>
                  <a:pt x="0" y="3675"/>
                </a:lnTo>
                <a:close/>
                <a:moveTo>
                  <a:pt x="1532" y="3675"/>
                </a:moveTo>
                <a:lnTo>
                  <a:pt x="1532" y="1815"/>
                </a:lnTo>
                <a:lnTo>
                  <a:pt x="20000" y="1815"/>
                </a:lnTo>
                <a:lnTo>
                  <a:pt x="20000" y="16252"/>
                </a:lnTo>
                <a:cubicBezTo>
                  <a:pt x="19298" y="16252"/>
                  <a:pt x="18595" y="16352"/>
                  <a:pt x="18595" y="16352"/>
                </a:cubicBezTo>
                <a:moveTo>
                  <a:pt x="2972" y="1815"/>
                </a:moveTo>
                <a:lnTo>
                  <a:pt x="2972" y="0"/>
                </a:lnTo>
                <a:lnTo>
                  <a:pt x="21600" y="0"/>
                </a:lnTo>
                <a:lnTo>
                  <a:pt x="21600" y="14392"/>
                </a:lnTo>
                <a:cubicBezTo>
                  <a:pt x="20800" y="14392"/>
                  <a:pt x="20000" y="14467"/>
                  <a:pt x="20000" y="14467"/>
                </a:cubicBezTo>
              </a:path>
              <a:path w="21600" h="25763" fill="none" stroke="0">
                <a:moveTo>
                  <a:pt x="0" y="20782"/>
                </a:moveTo>
                <a:cubicBezTo>
                  <a:pt x="1590" y="23504"/>
                  <a:pt x="7553" y="23356"/>
                  <a:pt x="10652" y="22896"/>
                </a:cubicBezTo>
                <a:cubicBezTo>
                  <a:pt x="13540" y="22406"/>
                  <a:pt x="16841" y="25152"/>
                  <a:pt x="18165" y="24340"/>
                </a:cubicBezTo>
                <a:cubicBezTo>
                  <a:pt x="19489" y="23528"/>
                  <a:pt x="18338" y="16706"/>
                  <a:pt x="18595" y="18022"/>
                </a:cubicBezTo>
                <a:cubicBezTo>
                  <a:pt x="18595" y="17465"/>
                  <a:pt x="18873" y="26295"/>
                  <a:pt x="18873" y="25738"/>
                </a:cubicBezTo>
                <a:cubicBezTo>
                  <a:pt x="18873" y="25738"/>
                  <a:pt x="19298" y="16252"/>
                  <a:pt x="20000" y="16252"/>
                </a:cubicBezTo>
                <a:lnTo>
                  <a:pt x="20000" y="14467"/>
                </a:lnTo>
                <a:cubicBezTo>
                  <a:pt x="20000" y="14467"/>
                  <a:pt x="20800" y="14392"/>
                  <a:pt x="21600" y="14392"/>
                </a:cubicBezTo>
                <a:lnTo>
                  <a:pt x="21600" y="0"/>
                </a:lnTo>
                <a:lnTo>
                  <a:pt x="2972" y="0"/>
                </a:lnTo>
                <a:lnTo>
                  <a:pt x="2972" y="1815"/>
                </a:lnTo>
                <a:lnTo>
                  <a:pt x="1532" y="1815"/>
                </a:lnTo>
                <a:lnTo>
                  <a:pt x="1532" y="3675"/>
                </a:lnTo>
                <a:lnTo>
                  <a:pt x="0" y="3675"/>
                </a:lnTo>
                <a:lnTo>
                  <a:pt x="0" y="20782"/>
                </a:lnTo>
                <a:close/>
              </a:path>
            </a:pathLst>
          </a:custGeom>
          <a:solidFill>
            <a:srgbClr val="A7FFAB"/>
          </a:solidFill>
          <a:ln w="12700">
            <a:solidFill>
              <a:schemeClr val="accent1"/>
            </a:solidFill>
          </a:ln>
          <a:effectLst>
            <a:outerShdw blurRad="40000" dist="20000" dir="5400000" rotWithShape="0">
              <a:srgbClr val="000000">
                <a:alpha val="38000"/>
              </a:srgbClr>
            </a:outerShdw>
            <a:softEdge rad="12700"/>
          </a:effectLst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00"/>
                </a:solidFill>
              </a:rPr>
              <a:t>45t19</a:t>
            </a:r>
          </a:p>
        </p:txBody>
      </p:sp>
      <p:cxnSp>
        <p:nvCxnSpPr>
          <p:cNvPr id="54" name="Shape 200"/>
          <p:cNvCxnSpPr>
            <a:endCxn id="51" idx="3"/>
          </p:cNvCxnSpPr>
          <p:nvPr/>
        </p:nvCxnSpPr>
        <p:spPr>
          <a:xfrm flipH="1">
            <a:off x="7910192" y="6073197"/>
            <a:ext cx="286526" cy="638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55" name="Shape 204"/>
          <p:cNvSpPr/>
          <p:nvPr/>
        </p:nvSpPr>
        <p:spPr>
          <a:xfrm>
            <a:off x="6931162" y="6472896"/>
            <a:ext cx="917438" cy="2730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working3</a:t>
            </a:r>
          </a:p>
        </p:txBody>
      </p:sp>
      <p:cxnSp>
        <p:nvCxnSpPr>
          <p:cNvPr id="56" name="Shape 205"/>
          <p:cNvCxnSpPr>
            <a:endCxn id="51" idx="2"/>
          </p:cNvCxnSpPr>
          <p:nvPr/>
        </p:nvCxnSpPr>
        <p:spPr>
          <a:xfrm flipV="1">
            <a:off x="7522892" y="6251585"/>
            <a:ext cx="0" cy="221311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57" name="Shape 204"/>
          <p:cNvSpPr/>
          <p:nvPr/>
        </p:nvSpPr>
        <p:spPr>
          <a:xfrm>
            <a:off x="8074991" y="6491832"/>
            <a:ext cx="917438" cy="2730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working4</a:t>
            </a:r>
          </a:p>
        </p:txBody>
      </p:sp>
      <p:cxnSp>
        <p:nvCxnSpPr>
          <p:cNvPr id="58" name="Shape 205"/>
          <p:cNvCxnSpPr>
            <a:endCxn id="53" idx="0"/>
          </p:cNvCxnSpPr>
          <p:nvPr/>
        </p:nvCxnSpPr>
        <p:spPr>
          <a:xfrm flipV="1">
            <a:off x="8196718" y="6199345"/>
            <a:ext cx="0" cy="273551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65" name="Shape 200"/>
          <p:cNvCxnSpPr>
            <a:stCxn id="51" idx="1"/>
            <a:endCxn id="50" idx="1"/>
          </p:cNvCxnSpPr>
          <p:nvPr/>
        </p:nvCxnSpPr>
        <p:spPr>
          <a:xfrm flipH="1">
            <a:off x="6893344" y="6073835"/>
            <a:ext cx="242248" cy="22487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73" name="Shape 205"/>
          <p:cNvCxnSpPr/>
          <p:nvPr/>
        </p:nvCxnSpPr>
        <p:spPr>
          <a:xfrm>
            <a:off x="8536053" y="5679014"/>
            <a:ext cx="0" cy="217071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24" name="TextBox 23"/>
          <p:cNvSpPr txBox="1"/>
          <p:nvPr/>
        </p:nvSpPr>
        <p:spPr>
          <a:xfrm>
            <a:off x="6526027" y="3587639"/>
            <a:ext cx="26179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Each save-&gt;auto commit</a:t>
            </a:r>
            <a:br>
              <a:rPr lang="en-US" dirty="0"/>
            </a:br>
            <a:r>
              <a:rPr lang="en-US" dirty="0"/>
              <a:t>in the same feature branch</a:t>
            </a:r>
          </a:p>
        </p:txBody>
      </p:sp>
      <p:sp>
        <p:nvSpPr>
          <p:cNvPr id="59" name="Shape 204"/>
          <p:cNvSpPr/>
          <p:nvPr/>
        </p:nvSpPr>
        <p:spPr>
          <a:xfrm>
            <a:off x="2746238" y="1684576"/>
            <a:ext cx="917438" cy="2730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FTR-8</a:t>
            </a:r>
          </a:p>
        </p:txBody>
      </p:sp>
      <p:cxnSp>
        <p:nvCxnSpPr>
          <p:cNvPr id="60" name="Shape 205"/>
          <p:cNvCxnSpPr>
            <a:stCxn id="59" idx="2"/>
          </p:cNvCxnSpPr>
          <p:nvPr/>
        </p:nvCxnSpPr>
        <p:spPr>
          <a:xfrm flipH="1">
            <a:off x="2276063" y="1957576"/>
            <a:ext cx="928894" cy="344424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66" name="Shape 204"/>
          <p:cNvSpPr/>
          <p:nvPr/>
        </p:nvSpPr>
        <p:spPr>
          <a:xfrm>
            <a:off x="639181" y="1708599"/>
            <a:ext cx="917438" cy="2730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FTR-7</a:t>
            </a:r>
          </a:p>
        </p:txBody>
      </p:sp>
      <p:cxnSp>
        <p:nvCxnSpPr>
          <p:cNvPr id="67" name="Shape 205"/>
          <p:cNvCxnSpPr/>
          <p:nvPr/>
        </p:nvCxnSpPr>
        <p:spPr>
          <a:xfrm flipH="1">
            <a:off x="1086444" y="1981599"/>
            <a:ext cx="10124" cy="344424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63" name="Shape 204"/>
          <p:cNvSpPr/>
          <p:nvPr/>
        </p:nvSpPr>
        <p:spPr>
          <a:xfrm>
            <a:off x="1086444" y="4268738"/>
            <a:ext cx="1531531" cy="2730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origin/fix/FTR-10</a:t>
            </a:r>
          </a:p>
        </p:txBody>
      </p:sp>
      <p:sp>
        <p:nvSpPr>
          <p:cNvPr id="64" name="Shape 204"/>
          <p:cNvSpPr/>
          <p:nvPr/>
        </p:nvSpPr>
        <p:spPr>
          <a:xfrm>
            <a:off x="5640780" y="2164286"/>
            <a:ext cx="1227166" cy="3543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fix/FTR-10</a:t>
            </a:r>
          </a:p>
        </p:txBody>
      </p:sp>
      <p:sp>
        <p:nvSpPr>
          <p:cNvPr id="68" name="Shape 204"/>
          <p:cNvSpPr/>
          <p:nvPr/>
        </p:nvSpPr>
        <p:spPr>
          <a:xfrm>
            <a:off x="8079414" y="5437270"/>
            <a:ext cx="1132775" cy="2547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fix/FTR-10</a:t>
            </a:r>
          </a:p>
        </p:txBody>
      </p:sp>
    </p:spTree>
    <p:extLst>
      <p:ext uri="{BB962C8B-B14F-4D97-AF65-F5344CB8AC3E}">
        <p14:creationId xmlns:p14="http://schemas.microsoft.com/office/powerpoint/2010/main" val="25188445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Shape 190"/>
          <p:cNvSpPr txBox="1">
            <a:spLocks noGrp="1"/>
          </p:cNvSpPr>
          <p:nvPr>
            <p:ph type="sldNum" idx="12"/>
          </p:nvPr>
        </p:nvSpPr>
        <p:spPr>
          <a:xfrm>
            <a:off x="7983870" y="7003399"/>
            <a:ext cx="838200" cy="228600"/>
          </a:xfrm>
          <a:prstGeom prst="rect">
            <a:avLst/>
          </a:prstGeom>
        </p:spPr>
        <p:txBody>
          <a:bodyPr wrap="square" lIns="91425" tIns="45700" rIns="91425" bIns="45700" anchor="t" anchorCtr="0">
            <a:noAutofit/>
          </a:bodyPr>
          <a:lstStyle/>
          <a:p>
            <a:pPr lvl="0" rtl="0">
              <a:spcBef>
                <a:spcPts val="0"/>
              </a:spcBef>
              <a:buClr>
                <a:schemeClr val="lt2"/>
              </a:buClr>
              <a:buSzPct val="25000"/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 lang="en-US"/>
          </a:p>
        </p:txBody>
      </p:sp>
      <p:sp>
        <p:nvSpPr>
          <p:cNvPr id="191" name="Shape 191"/>
          <p:cNvSpPr/>
          <p:nvPr/>
        </p:nvSpPr>
        <p:spPr>
          <a:xfrm>
            <a:off x="710600" y="23215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/>
              <a:t>98ca9</a:t>
            </a:r>
          </a:p>
        </p:txBody>
      </p:sp>
      <p:sp>
        <p:nvSpPr>
          <p:cNvPr id="192" name="Shape 192"/>
          <p:cNvSpPr/>
          <p:nvPr/>
        </p:nvSpPr>
        <p:spPr>
          <a:xfrm>
            <a:off x="1893825" y="23215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/>
              <a:t>34ac2</a:t>
            </a:r>
          </a:p>
        </p:txBody>
      </p:sp>
      <p:cxnSp>
        <p:nvCxnSpPr>
          <p:cNvPr id="194" name="Shape 194"/>
          <p:cNvCxnSpPr>
            <a:stCxn id="192" idx="1"/>
            <a:endCxn id="191" idx="3"/>
          </p:cNvCxnSpPr>
          <p:nvPr/>
        </p:nvCxnSpPr>
        <p:spPr>
          <a:xfrm rot="10800000">
            <a:off x="1485225" y="2499250"/>
            <a:ext cx="4086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196" name="Shape 196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Merriweather"/>
              <a:buNone/>
            </a:pPr>
            <a:r>
              <a:rPr lang="en-US" dirty="0">
                <a:latin typeface="Merriweather"/>
                <a:ea typeface="Merriweather"/>
                <a:cs typeface="Merriweather"/>
                <a:sym typeface="Merriweather"/>
              </a:rPr>
              <a:t>Squash merge to FTR-10 </a:t>
            </a:r>
          </a:p>
        </p:txBody>
      </p:sp>
      <p:sp>
        <p:nvSpPr>
          <p:cNvPr id="197" name="Shape 197"/>
          <p:cNvSpPr/>
          <p:nvPr/>
        </p:nvSpPr>
        <p:spPr>
          <a:xfrm>
            <a:off x="489200" y="48876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/>
              <a:t>98ca9</a:t>
            </a:r>
          </a:p>
        </p:txBody>
      </p:sp>
      <p:sp>
        <p:nvSpPr>
          <p:cNvPr id="198" name="Shape 198"/>
          <p:cNvSpPr/>
          <p:nvPr/>
        </p:nvSpPr>
        <p:spPr>
          <a:xfrm>
            <a:off x="1672425" y="48876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34ac2</a:t>
            </a:r>
          </a:p>
        </p:txBody>
      </p:sp>
      <p:cxnSp>
        <p:nvCxnSpPr>
          <p:cNvPr id="200" name="Shape 200"/>
          <p:cNvCxnSpPr>
            <a:stCxn id="198" idx="1"/>
            <a:endCxn id="197" idx="3"/>
          </p:cNvCxnSpPr>
          <p:nvPr/>
        </p:nvCxnSpPr>
        <p:spPr>
          <a:xfrm rot="10800000">
            <a:off x="1263825" y="5065350"/>
            <a:ext cx="4086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202" name="Shape 202"/>
          <p:cNvSpPr txBox="1"/>
          <p:nvPr/>
        </p:nvSpPr>
        <p:spPr>
          <a:xfrm>
            <a:off x="0" y="1150050"/>
            <a:ext cx="2281125" cy="546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-US" sz="1800" dirty="0"/>
              <a:t>Remote Repository</a:t>
            </a:r>
          </a:p>
        </p:txBody>
      </p:sp>
      <p:sp>
        <p:nvSpPr>
          <p:cNvPr id="203" name="Shape 203"/>
          <p:cNvSpPr txBox="1"/>
          <p:nvPr/>
        </p:nvSpPr>
        <p:spPr>
          <a:xfrm>
            <a:off x="65825" y="3822500"/>
            <a:ext cx="2395950" cy="546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-US" sz="1800" dirty="0"/>
              <a:t>Local Repository</a:t>
            </a:r>
          </a:p>
        </p:txBody>
      </p:sp>
      <p:sp>
        <p:nvSpPr>
          <p:cNvPr id="204" name="Shape 204"/>
          <p:cNvSpPr/>
          <p:nvPr/>
        </p:nvSpPr>
        <p:spPr>
          <a:xfrm>
            <a:off x="2694843" y="4268738"/>
            <a:ext cx="1343757" cy="2730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origin/master</a:t>
            </a:r>
          </a:p>
        </p:txBody>
      </p:sp>
      <p:cxnSp>
        <p:nvCxnSpPr>
          <p:cNvPr id="205" name="Shape 205"/>
          <p:cNvCxnSpPr>
            <a:stCxn id="204" idx="2"/>
            <a:endCxn id="198" idx="0"/>
          </p:cNvCxnSpPr>
          <p:nvPr/>
        </p:nvCxnSpPr>
        <p:spPr>
          <a:xfrm flipH="1">
            <a:off x="2059725" y="4541738"/>
            <a:ext cx="1306997" cy="345862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208" name="Shape 208"/>
          <p:cNvSpPr/>
          <p:nvPr/>
        </p:nvSpPr>
        <p:spPr>
          <a:xfrm>
            <a:off x="1849425" y="1696050"/>
            <a:ext cx="863400" cy="2547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master</a:t>
            </a:r>
          </a:p>
        </p:txBody>
      </p:sp>
      <p:cxnSp>
        <p:nvCxnSpPr>
          <p:cNvPr id="209" name="Shape 209"/>
          <p:cNvCxnSpPr>
            <a:stCxn id="208" idx="2"/>
            <a:endCxn id="192" idx="0"/>
          </p:cNvCxnSpPr>
          <p:nvPr/>
        </p:nvCxnSpPr>
        <p:spPr>
          <a:xfrm>
            <a:off x="2281125" y="1950750"/>
            <a:ext cx="0" cy="37075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215" name="Shape 215"/>
          <p:cNvCxnSpPr/>
          <p:nvPr/>
        </p:nvCxnSpPr>
        <p:spPr>
          <a:xfrm>
            <a:off x="32125" y="3822500"/>
            <a:ext cx="5171700" cy="162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37" name="Shape 205"/>
          <p:cNvCxnSpPr>
            <a:endCxn id="198" idx="0"/>
          </p:cNvCxnSpPr>
          <p:nvPr/>
        </p:nvCxnSpPr>
        <p:spPr>
          <a:xfrm>
            <a:off x="2059725" y="4541738"/>
            <a:ext cx="0" cy="345862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62" name="Shape 205"/>
          <p:cNvCxnSpPr>
            <a:stCxn id="90" idx="1"/>
            <a:endCxn id="35" idx="3"/>
          </p:cNvCxnSpPr>
          <p:nvPr/>
        </p:nvCxnSpPr>
        <p:spPr>
          <a:xfrm flipH="1">
            <a:off x="6651096" y="5076370"/>
            <a:ext cx="1636333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41" name="Shape 198"/>
          <p:cNvSpPr/>
          <p:nvPr/>
        </p:nvSpPr>
        <p:spPr>
          <a:xfrm>
            <a:off x="2879962" y="5412739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67def</a:t>
            </a:r>
          </a:p>
        </p:txBody>
      </p:sp>
      <p:cxnSp>
        <p:nvCxnSpPr>
          <p:cNvPr id="42" name="Shape 200"/>
          <p:cNvCxnSpPr>
            <a:stCxn id="41" idx="1"/>
            <a:endCxn id="198" idx="3"/>
          </p:cNvCxnSpPr>
          <p:nvPr/>
        </p:nvCxnSpPr>
        <p:spPr>
          <a:xfrm flipH="1" flipV="1">
            <a:off x="2447025" y="5065350"/>
            <a:ext cx="432937" cy="525139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39" name="Shape 198"/>
          <p:cNvSpPr/>
          <p:nvPr/>
        </p:nvSpPr>
        <p:spPr>
          <a:xfrm>
            <a:off x="3958199" y="5408043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347e4</a:t>
            </a:r>
          </a:p>
        </p:txBody>
      </p:sp>
      <p:cxnSp>
        <p:nvCxnSpPr>
          <p:cNvPr id="40" name="Shape 200"/>
          <p:cNvCxnSpPr>
            <a:endCxn id="41" idx="3"/>
          </p:cNvCxnSpPr>
          <p:nvPr/>
        </p:nvCxnSpPr>
        <p:spPr>
          <a:xfrm flipH="1">
            <a:off x="3654562" y="5590489"/>
            <a:ext cx="269268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2" name="Flowchart: Multidocument 1"/>
          <p:cNvSpPr/>
          <p:nvPr/>
        </p:nvSpPr>
        <p:spPr>
          <a:xfrm>
            <a:off x="5105400" y="5424314"/>
            <a:ext cx="999626" cy="459574"/>
          </a:xfrm>
          <a:custGeom>
            <a:avLst/>
            <a:gdLst>
              <a:gd name="connsiteX0" fmla="*/ 0 w 21600"/>
              <a:gd name="connsiteY0" fmla="*/ 20782 h 21600"/>
              <a:gd name="connsiteX1" fmla="*/ 18595 w 21600"/>
              <a:gd name="connsiteY1" fmla="*/ 18022 h 21600"/>
              <a:gd name="connsiteX2" fmla="*/ 18595 w 21600"/>
              <a:gd name="connsiteY2" fmla="*/ 3675 h 21600"/>
              <a:gd name="connsiteX3" fmla="*/ 0 w 21600"/>
              <a:gd name="connsiteY3" fmla="*/ 3675 h 21600"/>
              <a:gd name="connsiteX4" fmla="*/ 0 w 21600"/>
              <a:gd name="connsiteY4" fmla="*/ 20782 h 21600"/>
              <a:gd name="connsiteX5" fmla="*/ 1532 w 21600"/>
              <a:gd name="connsiteY5" fmla="*/ 3675 h 21600"/>
              <a:gd name="connsiteX6" fmla="*/ 1532 w 21600"/>
              <a:gd name="connsiteY6" fmla="*/ 1815 h 21600"/>
              <a:gd name="connsiteX7" fmla="*/ 20000 w 21600"/>
              <a:gd name="connsiteY7" fmla="*/ 1815 h 21600"/>
              <a:gd name="connsiteX8" fmla="*/ 20000 w 21600"/>
              <a:gd name="connsiteY8" fmla="*/ 16252 h 21600"/>
              <a:gd name="connsiteX9" fmla="*/ 18595 w 21600"/>
              <a:gd name="connsiteY9" fmla="*/ 16352 h 21600"/>
              <a:gd name="connsiteX10" fmla="*/ 18595 w 21600"/>
              <a:gd name="connsiteY10" fmla="*/ 3675 h 21600"/>
              <a:gd name="connsiteX11" fmla="*/ 1532 w 21600"/>
              <a:gd name="connsiteY11" fmla="*/ 3675 h 21600"/>
              <a:gd name="connsiteX12" fmla="*/ 2972 w 21600"/>
              <a:gd name="connsiteY12" fmla="*/ 1815 h 21600"/>
              <a:gd name="connsiteX13" fmla="*/ 2972 w 21600"/>
              <a:gd name="connsiteY13" fmla="*/ 0 h 21600"/>
              <a:gd name="connsiteX14" fmla="*/ 21600 w 21600"/>
              <a:gd name="connsiteY14" fmla="*/ 0 h 21600"/>
              <a:gd name="connsiteX15" fmla="*/ 21600 w 21600"/>
              <a:gd name="connsiteY15" fmla="*/ 14392 h 21600"/>
              <a:gd name="connsiteX16" fmla="*/ 20000 w 21600"/>
              <a:gd name="connsiteY16" fmla="*/ 14467 h 21600"/>
              <a:gd name="connsiteX17" fmla="*/ 20000 w 21600"/>
              <a:gd name="connsiteY17" fmla="*/ 1815 h 21600"/>
              <a:gd name="connsiteX18" fmla="*/ 2972 w 21600"/>
              <a:gd name="connsiteY18" fmla="*/ 1815 h 21600"/>
              <a:gd name="connsiteX0" fmla="*/ 0 w 21600"/>
              <a:gd name="connsiteY0" fmla="*/ 3675 h 21600"/>
              <a:gd name="connsiteX1" fmla="*/ 18595 w 21600"/>
              <a:gd name="connsiteY1" fmla="*/ 3675 h 21600"/>
              <a:gd name="connsiteX2" fmla="*/ 18595 w 21600"/>
              <a:gd name="connsiteY2" fmla="*/ 18022 h 21600"/>
              <a:gd name="connsiteX3" fmla="*/ 0 w 21600"/>
              <a:gd name="connsiteY3" fmla="*/ 20782 h 21600"/>
              <a:gd name="connsiteX4" fmla="*/ 0 w 21600"/>
              <a:gd name="connsiteY4" fmla="*/ 3675 h 21600"/>
              <a:gd name="connsiteX5" fmla="*/ 1532 w 21600"/>
              <a:gd name="connsiteY5" fmla="*/ 3675 h 21600"/>
              <a:gd name="connsiteX6" fmla="*/ 1532 w 21600"/>
              <a:gd name="connsiteY6" fmla="*/ 1815 h 21600"/>
              <a:gd name="connsiteX7" fmla="*/ 20000 w 21600"/>
              <a:gd name="connsiteY7" fmla="*/ 1815 h 21600"/>
              <a:gd name="connsiteX8" fmla="*/ 20000 w 21600"/>
              <a:gd name="connsiteY8" fmla="*/ 16252 h 21600"/>
              <a:gd name="connsiteX9" fmla="*/ 18595 w 21600"/>
              <a:gd name="connsiteY9" fmla="*/ 16352 h 21600"/>
              <a:gd name="connsiteX10" fmla="*/ 2972 w 21600"/>
              <a:gd name="connsiteY10" fmla="*/ 1815 h 21600"/>
              <a:gd name="connsiteX11" fmla="*/ 2972 w 21600"/>
              <a:gd name="connsiteY11" fmla="*/ 0 h 21600"/>
              <a:gd name="connsiteX12" fmla="*/ 21600 w 21600"/>
              <a:gd name="connsiteY12" fmla="*/ 0 h 21600"/>
              <a:gd name="connsiteX13" fmla="*/ 21600 w 21600"/>
              <a:gd name="connsiteY13" fmla="*/ 14392 h 21600"/>
              <a:gd name="connsiteX14" fmla="*/ 20000 w 21600"/>
              <a:gd name="connsiteY14" fmla="*/ 14467 h 21600"/>
              <a:gd name="connsiteX0" fmla="*/ 0 w 21600"/>
              <a:gd name="connsiteY0" fmla="*/ 20782 h 21600"/>
              <a:gd name="connsiteX1" fmla="*/ 18595 w 21600"/>
              <a:gd name="connsiteY1" fmla="*/ 18022 h 21600"/>
              <a:gd name="connsiteX2" fmla="*/ 18595 w 21600"/>
              <a:gd name="connsiteY2" fmla="*/ 16352 h 21600"/>
              <a:gd name="connsiteX3" fmla="*/ 20000 w 21600"/>
              <a:gd name="connsiteY3" fmla="*/ 16252 h 21600"/>
              <a:gd name="connsiteX4" fmla="*/ 20000 w 21600"/>
              <a:gd name="connsiteY4" fmla="*/ 14467 h 21600"/>
              <a:gd name="connsiteX5" fmla="*/ 21600 w 21600"/>
              <a:gd name="connsiteY5" fmla="*/ 14392 h 21600"/>
              <a:gd name="connsiteX6" fmla="*/ 21600 w 21600"/>
              <a:gd name="connsiteY6" fmla="*/ 0 h 21600"/>
              <a:gd name="connsiteX7" fmla="*/ 2972 w 21600"/>
              <a:gd name="connsiteY7" fmla="*/ 0 h 21600"/>
              <a:gd name="connsiteX8" fmla="*/ 2972 w 21600"/>
              <a:gd name="connsiteY8" fmla="*/ 1815 h 21600"/>
              <a:gd name="connsiteX9" fmla="*/ 1532 w 21600"/>
              <a:gd name="connsiteY9" fmla="*/ 1815 h 21600"/>
              <a:gd name="connsiteX10" fmla="*/ 1532 w 21600"/>
              <a:gd name="connsiteY10" fmla="*/ 3675 h 21600"/>
              <a:gd name="connsiteX11" fmla="*/ 0 w 21600"/>
              <a:gd name="connsiteY11" fmla="*/ 3675 h 21600"/>
              <a:gd name="connsiteX12" fmla="*/ 0 w 21600"/>
              <a:gd name="connsiteY12" fmla="*/ 20782 h 21600"/>
              <a:gd name="connsiteX0" fmla="*/ 0 w 21600"/>
              <a:gd name="connsiteY0" fmla="*/ 20782 h 25763"/>
              <a:gd name="connsiteX1" fmla="*/ 18595 w 21600"/>
              <a:gd name="connsiteY1" fmla="*/ 18022 h 25763"/>
              <a:gd name="connsiteX2" fmla="*/ 18595 w 21600"/>
              <a:gd name="connsiteY2" fmla="*/ 3675 h 25763"/>
              <a:gd name="connsiteX3" fmla="*/ 0 w 21600"/>
              <a:gd name="connsiteY3" fmla="*/ 3675 h 25763"/>
              <a:gd name="connsiteX4" fmla="*/ 0 w 21600"/>
              <a:gd name="connsiteY4" fmla="*/ 20782 h 25763"/>
              <a:gd name="connsiteX5" fmla="*/ 1532 w 21600"/>
              <a:gd name="connsiteY5" fmla="*/ 3675 h 25763"/>
              <a:gd name="connsiteX6" fmla="*/ 1532 w 21600"/>
              <a:gd name="connsiteY6" fmla="*/ 1815 h 25763"/>
              <a:gd name="connsiteX7" fmla="*/ 20000 w 21600"/>
              <a:gd name="connsiteY7" fmla="*/ 1815 h 25763"/>
              <a:gd name="connsiteX8" fmla="*/ 20000 w 21600"/>
              <a:gd name="connsiteY8" fmla="*/ 16252 h 25763"/>
              <a:gd name="connsiteX9" fmla="*/ 18595 w 21600"/>
              <a:gd name="connsiteY9" fmla="*/ 16352 h 25763"/>
              <a:gd name="connsiteX10" fmla="*/ 18595 w 21600"/>
              <a:gd name="connsiteY10" fmla="*/ 3675 h 25763"/>
              <a:gd name="connsiteX11" fmla="*/ 1532 w 21600"/>
              <a:gd name="connsiteY11" fmla="*/ 3675 h 25763"/>
              <a:gd name="connsiteX12" fmla="*/ 2972 w 21600"/>
              <a:gd name="connsiteY12" fmla="*/ 1815 h 25763"/>
              <a:gd name="connsiteX13" fmla="*/ 2972 w 21600"/>
              <a:gd name="connsiteY13" fmla="*/ 0 h 25763"/>
              <a:gd name="connsiteX14" fmla="*/ 21600 w 21600"/>
              <a:gd name="connsiteY14" fmla="*/ 0 h 25763"/>
              <a:gd name="connsiteX15" fmla="*/ 21600 w 21600"/>
              <a:gd name="connsiteY15" fmla="*/ 14392 h 25763"/>
              <a:gd name="connsiteX16" fmla="*/ 20000 w 21600"/>
              <a:gd name="connsiteY16" fmla="*/ 14467 h 25763"/>
              <a:gd name="connsiteX17" fmla="*/ 20000 w 21600"/>
              <a:gd name="connsiteY17" fmla="*/ 1815 h 25763"/>
              <a:gd name="connsiteX18" fmla="*/ 2972 w 21600"/>
              <a:gd name="connsiteY18" fmla="*/ 1815 h 25763"/>
              <a:gd name="connsiteX0" fmla="*/ 0 w 21600"/>
              <a:gd name="connsiteY0" fmla="*/ 3675 h 25763"/>
              <a:gd name="connsiteX1" fmla="*/ 18595 w 21600"/>
              <a:gd name="connsiteY1" fmla="*/ 3675 h 25763"/>
              <a:gd name="connsiteX2" fmla="*/ 18595 w 21600"/>
              <a:gd name="connsiteY2" fmla="*/ 18022 h 25763"/>
              <a:gd name="connsiteX3" fmla="*/ 0 w 21600"/>
              <a:gd name="connsiteY3" fmla="*/ 20782 h 25763"/>
              <a:gd name="connsiteX4" fmla="*/ 0 w 21600"/>
              <a:gd name="connsiteY4" fmla="*/ 3675 h 25763"/>
              <a:gd name="connsiteX5" fmla="*/ 1532 w 21600"/>
              <a:gd name="connsiteY5" fmla="*/ 3675 h 25763"/>
              <a:gd name="connsiteX6" fmla="*/ 1532 w 21600"/>
              <a:gd name="connsiteY6" fmla="*/ 1815 h 25763"/>
              <a:gd name="connsiteX7" fmla="*/ 20000 w 21600"/>
              <a:gd name="connsiteY7" fmla="*/ 1815 h 25763"/>
              <a:gd name="connsiteX8" fmla="*/ 20000 w 21600"/>
              <a:gd name="connsiteY8" fmla="*/ 16252 h 25763"/>
              <a:gd name="connsiteX9" fmla="*/ 18595 w 21600"/>
              <a:gd name="connsiteY9" fmla="*/ 16352 h 25763"/>
              <a:gd name="connsiteX10" fmla="*/ 2972 w 21600"/>
              <a:gd name="connsiteY10" fmla="*/ 1815 h 25763"/>
              <a:gd name="connsiteX11" fmla="*/ 2972 w 21600"/>
              <a:gd name="connsiteY11" fmla="*/ 0 h 25763"/>
              <a:gd name="connsiteX12" fmla="*/ 21600 w 21600"/>
              <a:gd name="connsiteY12" fmla="*/ 0 h 25763"/>
              <a:gd name="connsiteX13" fmla="*/ 21600 w 21600"/>
              <a:gd name="connsiteY13" fmla="*/ 14392 h 25763"/>
              <a:gd name="connsiteX14" fmla="*/ 20000 w 21600"/>
              <a:gd name="connsiteY14" fmla="*/ 14467 h 25763"/>
              <a:gd name="connsiteX0" fmla="*/ 0 w 21600"/>
              <a:gd name="connsiteY0" fmla="*/ 20782 h 25763"/>
              <a:gd name="connsiteX1" fmla="*/ 18595 w 21600"/>
              <a:gd name="connsiteY1" fmla="*/ 18022 h 25763"/>
              <a:gd name="connsiteX2" fmla="*/ 18873 w 21600"/>
              <a:gd name="connsiteY2" fmla="*/ 25738 h 25763"/>
              <a:gd name="connsiteX3" fmla="*/ 20000 w 21600"/>
              <a:gd name="connsiteY3" fmla="*/ 16252 h 25763"/>
              <a:gd name="connsiteX4" fmla="*/ 20000 w 21600"/>
              <a:gd name="connsiteY4" fmla="*/ 14467 h 25763"/>
              <a:gd name="connsiteX5" fmla="*/ 21600 w 21600"/>
              <a:gd name="connsiteY5" fmla="*/ 14392 h 25763"/>
              <a:gd name="connsiteX6" fmla="*/ 21600 w 21600"/>
              <a:gd name="connsiteY6" fmla="*/ 0 h 25763"/>
              <a:gd name="connsiteX7" fmla="*/ 2972 w 21600"/>
              <a:gd name="connsiteY7" fmla="*/ 0 h 25763"/>
              <a:gd name="connsiteX8" fmla="*/ 2972 w 21600"/>
              <a:gd name="connsiteY8" fmla="*/ 1815 h 25763"/>
              <a:gd name="connsiteX9" fmla="*/ 1532 w 21600"/>
              <a:gd name="connsiteY9" fmla="*/ 1815 h 25763"/>
              <a:gd name="connsiteX10" fmla="*/ 1532 w 21600"/>
              <a:gd name="connsiteY10" fmla="*/ 3675 h 25763"/>
              <a:gd name="connsiteX11" fmla="*/ 0 w 21600"/>
              <a:gd name="connsiteY11" fmla="*/ 3675 h 25763"/>
              <a:gd name="connsiteX12" fmla="*/ 0 w 21600"/>
              <a:gd name="connsiteY12" fmla="*/ 20782 h 25763"/>
              <a:gd name="connsiteX0" fmla="*/ 0 w 21600"/>
              <a:gd name="connsiteY0" fmla="*/ 20782 h 26547"/>
              <a:gd name="connsiteX1" fmla="*/ 18595 w 21600"/>
              <a:gd name="connsiteY1" fmla="*/ 18022 h 26547"/>
              <a:gd name="connsiteX2" fmla="*/ 18595 w 21600"/>
              <a:gd name="connsiteY2" fmla="*/ 3675 h 26547"/>
              <a:gd name="connsiteX3" fmla="*/ 0 w 21600"/>
              <a:gd name="connsiteY3" fmla="*/ 3675 h 26547"/>
              <a:gd name="connsiteX4" fmla="*/ 0 w 21600"/>
              <a:gd name="connsiteY4" fmla="*/ 20782 h 26547"/>
              <a:gd name="connsiteX5" fmla="*/ 1532 w 21600"/>
              <a:gd name="connsiteY5" fmla="*/ 3675 h 26547"/>
              <a:gd name="connsiteX6" fmla="*/ 1532 w 21600"/>
              <a:gd name="connsiteY6" fmla="*/ 1815 h 26547"/>
              <a:gd name="connsiteX7" fmla="*/ 20000 w 21600"/>
              <a:gd name="connsiteY7" fmla="*/ 1815 h 26547"/>
              <a:gd name="connsiteX8" fmla="*/ 20000 w 21600"/>
              <a:gd name="connsiteY8" fmla="*/ 16252 h 26547"/>
              <a:gd name="connsiteX9" fmla="*/ 18595 w 21600"/>
              <a:gd name="connsiteY9" fmla="*/ 16352 h 26547"/>
              <a:gd name="connsiteX10" fmla="*/ 18595 w 21600"/>
              <a:gd name="connsiteY10" fmla="*/ 3675 h 26547"/>
              <a:gd name="connsiteX11" fmla="*/ 1532 w 21600"/>
              <a:gd name="connsiteY11" fmla="*/ 3675 h 26547"/>
              <a:gd name="connsiteX12" fmla="*/ 2972 w 21600"/>
              <a:gd name="connsiteY12" fmla="*/ 1815 h 26547"/>
              <a:gd name="connsiteX13" fmla="*/ 2972 w 21600"/>
              <a:gd name="connsiteY13" fmla="*/ 0 h 26547"/>
              <a:gd name="connsiteX14" fmla="*/ 21600 w 21600"/>
              <a:gd name="connsiteY14" fmla="*/ 0 h 26547"/>
              <a:gd name="connsiteX15" fmla="*/ 21600 w 21600"/>
              <a:gd name="connsiteY15" fmla="*/ 14392 h 26547"/>
              <a:gd name="connsiteX16" fmla="*/ 20000 w 21600"/>
              <a:gd name="connsiteY16" fmla="*/ 14467 h 26547"/>
              <a:gd name="connsiteX17" fmla="*/ 20000 w 21600"/>
              <a:gd name="connsiteY17" fmla="*/ 1815 h 26547"/>
              <a:gd name="connsiteX18" fmla="*/ 2972 w 21600"/>
              <a:gd name="connsiteY18" fmla="*/ 1815 h 26547"/>
              <a:gd name="connsiteX0" fmla="*/ 0 w 21600"/>
              <a:gd name="connsiteY0" fmla="*/ 3675 h 26547"/>
              <a:gd name="connsiteX1" fmla="*/ 18595 w 21600"/>
              <a:gd name="connsiteY1" fmla="*/ 3675 h 26547"/>
              <a:gd name="connsiteX2" fmla="*/ 18595 w 21600"/>
              <a:gd name="connsiteY2" fmla="*/ 18022 h 26547"/>
              <a:gd name="connsiteX3" fmla="*/ 0 w 21600"/>
              <a:gd name="connsiteY3" fmla="*/ 20782 h 26547"/>
              <a:gd name="connsiteX4" fmla="*/ 0 w 21600"/>
              <a:gd name="connsiteY4" fmla="*/ 3675 h 26547"/>
              <a:gd name="connsiteX5" fmla="*/ 1532 w 21600"/>
              <a:gd name="connsiteY5" fmla="*/ 3675 h 26547"/>
              <a:gd name="connsiteX6" fmla="*/ 1532 w 21600"/>
              <a:gd name="connsiteY6" fmla="*/ 1815 h 26547"/>
              <a:gd name="connsiteX7" fmla="*/ 20000 w 21600"/>
              <a:gd name="connsiteY7" fmla="*/ 1815 h 26547"/>
              <a:gd name="connsiteX8" fmla="*/ 20000 w 21600"/>
              <a:gd name="connsiteY8" fmla="*/ 16252 h 26547"/>
              <a:gd name="connsiteX9" fmla="*/ 18595 w 21600"/>
              <a:gd name="connsiteY9" fmla="*/ 16352 h 26547"/>
              <a:gd name="connsiteX10" fmla="*/ 2972 w 21600"/>
              <a:gd name="connsiteY10" fmla="*/ 1815 h 26547"/>
              <a:gd name="connsiteX11" fmla="*/ 2972 w 21600"/>
              <a:gd name="connsiteY11" fmla="*/ 0 h 26547"/>
              <a:gd name="connsiteX12" fmla="*/ 21600 w 21600"/>
              <a:gd name="connsiteY12" fmla="*/ 0 h 26547"/>
              <a:gd name="connsiteX13" fmla="*/ 21600 w 21600"/>
              <a:gd name="connsiteY13" fmla="*/ 14392 h 26547"/>
              <a:gd name="connsiteX14" fmla="*/ 20000 w 21600"/>
              <a:gd name="connsiteY14" fmla="*/ 14467 h 26547"/>
              <a:gd name="connsiteX0" fmla="*/ 0 w 21600"/>
              <a:gd name="connsiteY0" fmla="*/ 20782 h 26547"/>
              <a:gd name="connsiteX1" fmla="*/ 9817 w 21600"/>
              <a:gd name="connsiteY1" fmla="*/ 26506 h 26547"/>
              <a:gd name="connsiteX2" fmla="*/ 18595 w 21600"/>
              <a:gd name="connsiteY2" fmla="*/ 18022 h 26547"/>
              <a:gd name="connsiteX3" fmla="*/ 18873 w 21600"/>
              <a:gd name="connsiteY3" fmla="*/ 25738 h 26547"/>
              <a:gd name="connsiteX4" fmla="*/ 20000 w 21600"/>
              <a:gd name="connsiteY4" fmla="*/ 16252 h 26547"/>
              <a:gd name="connsiteX5" fmla="*/ 20000 w 21600"/>
              <a:gd name="connsiteY5" fmla="*/ 14467 h 26547"/>
              <a:gd name="connsiteX6" fmla="*/ 21600 w 21600"/>
              <a:gd name="connsiteY6" fmla="*/ 14392 h 26547"/>
              <a:gd name="connsiteX7" fmla="*/ 21600 w 21600"/>
              <a:gd name="connsiteY7" fmla="*/ 0 h 26547"/>
              <a:gd name="connsiteX8" fmla="*/ 2972 w 21600"/>
              <a:gd name="connsiteY8" fmla="*/ 0 h 26547"/>
              <a:gd name="connsiteX9" fmla="*/ 2972 w 21600"/>
              <a:gd name="connsiteY9" fmla="*/ 1815 h 26547"/>
              <a:gd name="connsiteX10" fmla="*/ 1532 w 21600"/>
              <a:gd name="connsiteY10" fmla="*/ 1815 h 26547"/>
              <a:gd name="connsiteX11" fmla="*/ 1532 w 21600"/>
              <a:gd name="connsiteY11" fmla="*/ 3675 h 26547"/>
              <a:gd name="connsiteX12" fmla="*/ 0 w 21600"/>
              <a:gd name="connsiteY12" fmla="*/ 3675 h 26547"/>
              <a:gd name="connsiteX13" fmla="*/ 0 w 21600"/>
              <a:gd name="connsiteY13" fmla="*/ 20782 h 26547"/>
              <a:gd name="connsiteX0" fmla="*/ 0 w 21600"/>
              <a:gd name="connsiteY0" fmla="*/ 20782 h 25763"/>
              <a:gd name="connsiteX1" fmla="*/ 18595 w 21600"/>
              <a:gd name="connsiteY1" fmla="*/ 18022 h 25763"/>
              <a:gd name="connsiteX2" fmla="*/ 18595 w 21600"/>
              <a:gd name="connsiteY2" fmla="*/ 3675 h 25763"/>
              <a:gd name="connsiteX3" fmla="*/ 0 w 21600"/>
              <a:gd name="connsiteY3" fmla="*/ 3675 h 25763"/>
              <a:gd name="connsiteX4" fmla="*/ 0 w 21600"/>
              <a:gd name="connsiteY4" fmla="*/ 20782 h 25763"/>
              <a:gd name="connsiteX5" fmla="*/ 1532 w 21600"/>
              <a:gd name="connsiteY5" fmla="*/ 3675 h 25763"/>
              <a:gd name="connsiteX6" fmla="*/ 1532 w 21600"/>
              <a:gd name="connsiteY6" fmla="*/ 1815 h 25763"/>
              <a:gd name="connsiteX7" fmla="*/ 20000 w 21600"/>
              <a:gd name="connsiteY7" fmla="*/ 1815 h 25763"/>
              <a:gd name="connsiteX8" fmla="*/ 20000 w 21600"/>
              <a:gd name="connsiteY8" fmla="*/ 16252 h 25763"/>
              <a:gd name="connsiteX9" fmla="*/ 18595 w 21600"/>
              <a:gd name="connsiteY9" fmla="*/ 16352 h 25763"/>
              <a:gd name="connsiteX10" fmla="*/ 18595 w 21600"/>
              <a:gd name="connsiteY10" fmla="*/ 3675 h 25763"/>
              <a:gd name="connsiteX11" fmla="*/ 1532 w 21600"/>
              <a:gd name="connsiteY11" fmla="*/ 3675 h 25763"/>
              <a:gd name="connsiteX12" fmla="*/ 2972 w 21600"/>
              <a:gd name="connsiteY12" fmla="*/ 1815 h 25763"/>
              <a:gd name="connsiteX13" fmla="*/ 2972 w 21600"/>
              <a:gd name="connsiteY13" fmla="*/ 0 h 25763"/>
              <a:gd name="connsiteX14" fmla="*/ 21600 w 21600"/>
              <a:gd name="connsiteY14" fmla="*/ 0 h 25763"/>
              <a:gd name="connsiteX15" fmla="*/ 21600 w 21600"/>
              <a:gd name="connsiteY15" fmla="*/ 14392 h 25763"/>
              <a:gd name="connsiteX16" fmla="*/ 20000 w 21600"/>
              <a:gd name="connsiteY16" fmla="*/ 14467 h 25763"/>
              <a:gd name="connsiteX17" fmla="*/ 20000 w 21600"/>
              <a:gd name="connsiteY17" fmla="*/ 1815 h 25763"/>
              <a:gd name="connsiteX18" fmla="*/ 2972 w 21600"/>
              <a:gd name="connsiteY18" fmla="*/ 1815 h 25763"/>
              <a:gd name="connsiteX0" fmla="*/ 0 w 21600"/>
              <a:gd name="connsiteY0" fmla="*/ 3675 h 25763"/>
              <a:gd name="connsiteX1" fmla="*/ 18595 w 21600"/>
              <a:gd name="connsiteY1" fmla="*/ 3675 h 25763"/>
              <a:gd name="connsiteX2" fmla="*/ 18595 w 21600"/>
              <a:gd name="connsiteY2" fmla="*/ 18022 h 25763"/>
              <a:gd name="connsiteX3" fmla="*/ 0 w 21600"/>
              <a:gd name="connsiteY3" fmla="*/ 20782 h 25763"/>
              <a:gd name="connsiteX4" fmla="*/ 0 w 21600"/>
              <a:gd name="connsiteY4" fmla="*/ 3675 h 25763"/>
              <a:gd name="connsiteX5" fmla="*/ 1532 w 21600"/>
              <a:gd name="connsiteY5" fmla="*/ 3675 h 25763"/>
              <a:gd name="connsiteX6" fmla="*/ 1532 w 21600"/>
              <a:gd name="connsiteY6" fmla="*/ 1815 h 25763"/>
              <a:gd name="connsiteX7" fmla="*/ 20000 w 21600"/>
              <a:gd name="connsiteY7" fmla="*/ 1815 h 25763"/>
              <a:gd name="connsiteX8" fmla="*/ 20000 w 21600"/>
              <a:gd name="connsiteY8" fmla="*/ 16252 h 25763"/>
              <a:gd name="connsiteX9" fmla="*/ 18595 w 21600"/>
              <a:gd name="connsiteY9" fmla="*/ 16352 h 25763"/>
              <a:gd name="connsiteX10" fmla="*/ 2972 w 21600"/>
              <a:gd name="connsiteY10" fmla="*/ 1815 h 25763"/>
              <a:gd name="connsiteX11" fmla="*/ 2972 w 21600"/>
              <a:gd name="connsiteY11" fmla="*/ 0 h 25763"/>
              <a:gd name="connsiteX12" fmla="*/ 21600 w 21600"/>
              <a:gd name="connsiteY12" fmla="*/ 0 h 25763"/>
              <a:gd name="connsiteX13" fmla="*/ 21600 w 21600"/>
              <a:gd name="connsiteY13" fmla="*/ 14392 h 25763"/>
              <a:gd name="connsiteX14" fmla="*/ 20000 w 21600"/>
              <a:gd name="connsiteY14" fmla="*/ 14467 h 25763"/>
              <a:gd name="connsiteX0" fmla="*/ 0 w 21600"/>
              <a:gd name="connsiteY0" fmla="*/ 20782 h 25763"/>
              <a:gd name="connsiteX1" fmla="*/ 10652 w 21600"/>
              <a:gd name="connsiteY1" fmla="*/ 22896 h 25763"/>
              <a:gd name="connsiteX2" fmla="*/ 18595 w 21600"/>
              <a:gd name="connsiteY2" fmla="*/ 18022 h 25763"/>
              <a:gd name="connsiteX3" fmla="*/ 18873 w 21600"/>
              <a:gd name="connsiteY3" fmla="*/ 25738 h 25763"/>
              <a:gd name="connsiteX4" fmla="*/ 20000 w 21600"/>
              <a:gd name="connsiteY4" fmla="*/ 16252 h 25763"/>
              <a:gd name="connsiteX5" fmla="*/ 20000 w 21600"/>
              <a:gd name="connsiteY5" fmla="*/ 14467 h 25763"/>
              <a:gd name="connsiteX6" fmla="*/ 21600 w 21600"/>
              <a:gd name="connsiteY6" fmla="*/ 14392 h 25763"/>
              <a:gd name="connsiteX7" fmla="*/ 21600 w 21600"/>
              <a:gd name="connsiteY7" fmla="*/ 0 h 25763"/>
              <a:gd name="connsiteX8" fmla="*/ 2972 w 21600"/>
              <a:gd name="connsiteY8" fmla="*/ 0 h 25763"/>
              <a:gd name="connsiteX9" fmla="*/ 2972 w 21600"/>
              <a:gd name="connsiteY9" fmla="*/ 1815 h 25763"/>
              <a:gd name="connsiteX10" fmla="*/ 1532 w 21600"/>
              <a:gd name="connsiteY10" fmla="*/ 1815 h 25763"/>
              <a:gd name="connsiteX11" fmla="*/ 1532 w 21600"/>
              <a:gd name="connsiteY11" fmla="*/ 3675 h 25763"/>
              <a:gd name="connsiteX12" fmla="*/ 0 w 21600"/>
              <a:gd name="connsiteY12" fmla="*/ 3675 h 25763"/>
              <a:gd name="connsiteX13" fmla="*/ 0 w 21600"/>
              <a:gd name="connsiteY13" fmla="*/ 20782 h 25763"/>
              <a:gd name="connsiteX0" fmla="*/ 0 w 21600"/>
              <a:gd name="connsiteY0" fmla="*/ 20782 h 25763"/>
              <a:gd name="connsiteX1" fmla="*/ 18595 w 21600"/>
              <a:gd name="connsiteY1" fmla="*/ 18022 h 25763"/>
              <a:gd name="connsiteX2" fmla="*/ 18595 w 21600"/>
              <a:gd name="connsiteY2" fmla="*/ 3675 h 25763"/>
              <a:gd name="connsiteX3" fmla="*/ 0 w 21600"/>
              <a:gd name="connsiteY3" fmla="*/ 3675 h 25763"/>
              <a:gd name="connsiteX4" fmla="*/ 0 w 21600"/>
              <a:gd name="connsiteY4" fmla="*/ 20782 h 25763"/>
              <a:gd name="connsiteX5" fmla="*/ 1532 w 21600"/>
              <a:gd name="connsiteY5" fmla="*/ 3675 h 25763"/>
              <a:gd name="connsiteX6" fmla="*/ 1532 w 21600"/>
              <a:gd name="connsiteY6" fmla="*/ 1815 h 25763"/>
              <a:gd name="connsiteX7" fmla="*/ 20000 w 21600"/>
              <a:gd name="connsiteY7" fmla="*/ 1815 h 25763"/>
              <a:gd name="connsiteX8" fmla="*/ 20000 w 21600"/>
              <a:gd name="connsiteY8" fmla="*/ 16252 h 25763"/>
              <a:gd name="connsiteX9" fmla="*/ 18595 w 21600"/>
              <a:gd name="connsiteY9" fmla="*/ 16352 h 25763"/>
              <a:gd name="connsiteX10" fmla="*/ 18595 w 21600"/>
              <a:gd name="connsiteY10" fmla="*/ 3675 h 25763"/>
              <a:gd name="connsiteX11" fmla="*/ 1532 w 21600"/>
              <a:gd name="connsiteY11" fmla="*/ 3675 h 25763"/>
              <a:gd name="connsiteX12" fmla="*/ 2972 w 21600"/>
              <a:gd name="connsiteY12" fmla="*/ 1815 h 25763"/>
              <a:gd name="connsiteX13" fmla="*/ 2972 w 21600"/>
              <a:gd name="connsiteY13" fmla="*/ 0 h 25763"/>
              <a:gd name="connsiteX14" fmla="*/ 21600 w 21600"/>
              <a:gd name="connsiteY14" fmla="*/ 0 h 25763"/>
              <a:gd name="connsiteX15" fmla="*/ 21600 w 21600"/>
              <a:gd name="connsiteY15" fmla="*/ 14392 h 25763"/>
              <a:gd name="connsiteX16" fmla="*/ 20000 w 21600"/>
              <a:gd name="connsiteY16" fmla="*/ 14467 h 25763"/>
              <a:gd name="connsiteX17" fmla="*/ 20000 w 21600"/>
              <a:gd name="connsiteY17" fmla="*/ 1815 h 25763"/>
              <a:gd name="connsiteX18" fmla="*/ 2972 w 21600"/>
              <a:gd name="connsiteY18" fmla="*/ 1815 h 25763"/>
              <a:gd name="connsiteX0" fmla="*/ 0 w 21600"/>
              <a:gd name="connsiteY0" fmla="*/ 3675 h 25763"/>
              <a:gd name="connsiteX1" fmla="*/ 18595 w 21600"/>
              <a:gd name="connsiteY1" fmla="*/ 3675 h 25763"/>
              <a:gd name="connsiteX2" fmla="*/ 18595 w 21600"/>
              <a:gd name="connsiteY2" fmla="*/ 18022 h 25763"/>
              <a:gd name="connsiteX3" fmla="*/ 0 w 21600"/>
              <a:gd name="connsiteY3" fmla="*/ 20782 h 25763"/>
              <a:gd name="connsiteX4" fmla="*/ 0 w 21600"/>
              <a:gd name="connsiteY4" fmla="*/ 3675 h 25763"/>
              <a:gd name="connsiteX5" fmla="*/ 1532 w 21600"/>
              <a:gd name="connsiteY5" fmla="*/ 3675 h 25763"/>
              <a:gd name="connsiteX6" fmla="*/ 1532 w 21600"/>
              <a:gd name="connsiteY6" fmla="*/ 1815 h 25763"/>
              <a:gd name="connsiteX7" fmla="*/ 20000 w 21600"/>
              <a:gd name="connsiteY7" fmla="*/ 1815 h 25763"/>
              <a:gd name="connsiteX8" fmla="*/ 20000 w 21600"/>
              <a:gd name="connsiteY8" fmla="*/ 16252 h 25763"/>
              <a:gd name="connsiteX9" fmla="*/ 18595 w 21600"/>
              <a:gd name="connsiteY9" fmla="*/ 16352 h 25763"/>
              <a:gd name="connsiteX10" fmla="*/ 2972 w 21600"/>
              <a:gd name="connsiteY10" fmla="*/ 1815 h 25763"/>
              <a:gd name="connsiteX11" fmla="*/ 2972 w 21600"/>
              <a:gd name="connsiteY11" fmla="*/ 0 h 25763"/>
              <a:gd name="connsiteX12" fmla="*/ 21600 w 21600"/>
              <a:gd name="connsiteY12" fmla="*/ 0 h 25763"/>
              <a:gd name="connsiteX13" fmla="*/ 21600 w 21600"/>
              <a:gd name="connsiteY13" fmla="*/ 14392 h 25763"/>
              <a:gd name="connsiteX14" fmla="*/ 20000 w 21600"/>
              <a:gd name="connsiteY14" fmla="*/ 14467 h 25763"/>
              <a:gd name="connsiteX0" fmla="*/ 0 w 21600"/>
              <a:gd name="connsiteY0" fmla="*/ 20782 h 25763"/>
              <a:gd name="connsiteX1" fmla="*/ 10652 w 21600"/>
              <a:gd name="connsiteY1" fmla="*/ 22896 h 25763"/>
              <a:gd name="connsiteX2" fmla="*/ 18165 w 21600"/>
              <a:gd name="connsiteY2" fmla="*/ 24340 h 25763"/>
              <a:gd name="connsiteX3" fmla="*/ 18595 w 21600"/>
              <a:gd name="connsiteY3" fmla="*/ 18022 h 25763"/>
              <a:gd name="connsiteX4" fmla="*/ 18873 w 21600"/>
              <a:gd name="connsiteY4" fmla="*/ 25738 h 25763"/>
              <a:gd name="connsiteX5" fmla="*/ 20000 w 21600"/>
              <a:gd name="connsiteY5" fmla="*/ 16252 h 25763"/>
              <a:gd name="connsiteX6" fmla="*/ 20000 w 21600"/>
              <a:gd name="connsiteY6" fmla="*/ 14467 h 25763"/>
              <a:gd name="connsiteX7" fmla="*/ 21600 w 21600"/>
              <a:gd name="connsiteY7" fmla="*/ 14392 h 25763"/>
              <a:gd name="connsiteX8" fmla="*/ 21600 w 21600"/>
              <a:gd name="connsiteY8" fmla="*/ 0 h 25763"/>
              <a:gd name="connsiteX9" fmla="*/ 2972 w 21600"/>
              <a:gd name="connsiteY9" fmla="*/ 0 h 25763"/>
              <a:gd name="connsiteX10" fmla="*/ 2972 w 21600"/>
              <a:gd name="connsiteY10" fmla="*/ 1815 h 25763"/>
              <a:gd name="connsiteX11" fmla="*/ 1532 w 21600"/>
              <a:gd name="connsiteY11" fmla="*/ 1815 h 25763"/>
              <a:gd name="connsiteX12" fmla="*/ 1532 w 21600"/>
              <a:gd name="connsiteY12" fmla="*/ 3675 h 25763"/>
              <a:gd name="connsiteX13" fmla="*/ 0 w 21600"/>
              <a:gd name="connsiteY13" fmla="*/ 3675 h 25763"/>
              <a:gd name="connsiteX14" fmla="*/ 0 w 21600"/>
              <a:gd name="connsiteY14" fmla="*/ 20782 h 257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1600" h="25763" stroke="0" extrusionOk="0">
                <a:moveTo>
                  <a:pt x="0" y="20782"/>
                </a:moveTo>
                <a:cubicBezTo>
                  <a:pt x="9298" y="23542"/>
                  <a:pt x="9298" y="18022"/>
                  <a:pt x="18595" y="18022"/>
                </a:cubicBezTo>
                <a:lnTo>
                  <a:pt x="18595" y="3675"/>
                </a:lnTo>
                <a:lnTo>
                  <a:pt x="0" y="3675"/>
                </a:lnTo>
                <a:lnTo>
                  <a:pt x="0" y="20782"/>
                </a:lnTo>
                <a:close/>
                <a:moveTo>
                  <a:pt x="1532" y="3675"/>
                </a:moveTo>
                <a:lnTo>
                  <a:pt x="1532" y="1815"/>
                </a:lnTo>
                <a:lnTo>
                  <a:pt x="20000" y="1815"/>
                </a:lnTo>
                <a:lnTo>
                  <a:pt x="20000" y="16252"/>
                </a:lnTo>
                <a:cubicBezTo>
                  <a:pt x="19298" y="16252"/>
                  <a:pt x="18595" y="16352"/>
                  <a:pt x="18595" y="16352"/>
                </a:cubicBezTo>
                <a:lnTo>
                  <a:pt x="18595" y="3675"/>
                </a:lnTo>
                <a:lnTo>
                  <a:pt x="1532" y="3675"/>
                </a:lnTo>
                <a:close/>
                <a:moveTo>
                  <a:pt x="2972" y="1815"/>
                </a:moveTo>
                <a:lnTo>
                  <a:pt x="2972" y="0"/>
                </a:lnTo>
                <a:lnTo>
                  <a:pt x="21600" y="0"/>
                </a:lnTo>
                <a:lnTo>
                  <a:pt x="21600" y="14392"/>
                </a:lnTo>
                <a:cubicBezTo>
                  <a:pt x="20800" y="14392"/>
                  <a:pt x="20000" y="14467"/>
                  <a:pt x="20000" y="14467"/>
                </a:cubicBezTo>
                <a:lnTo>
                  <a:pt x="20000" y="1815"/>
                </a:lnTo>
                <a:lnTo>
                  <a:pt x="2972" y="1815"/>
                </a:lnTo>
                <a:close/>
              </a:path>
              <a:path w="21600" h="25763" fill="none" extrusionOk="0">
                <a:moveTo>
                  <a:pt x="0" y="3675"/>
                </a:moveTo>
                <a:lnTo>
                  <a:pt x="18595" y="3675"/>
                </a:lnTo>
                <a:lnTo>
                  <a:pt x="18595" y="18022"/>
                </a:lnTo>
                <a:cubicBezTo>
                  <a:pt x="9298" y="18022"/>
                  <a:pt x="9298" y="23542"/>
                  <a:pt x="0" y="20782"/>
                </a:cubicBezTo>
                <a:lnTo>
                  <a:pt x="0" y="3675"/>
                </a:lnTo>
                <a:close/>
                <a:moveTo>
                  <a:pt x="1532" y="3675"/>
                </a:moveTo>
                <a:lnTo>
                  <a:pt x="1532" y="1815"/>
                </a:lnTo>
                <a:lnTo>
                  <a:pt x="20000" y="1815"/>
                </a:lnTo>
                <a:lnTo>
                  <a:pt x="20000" y="16252"/>
                </a:lnTo>
                <a:cubicBezTo>
                  <a:pt x="19298" y="16252"/>
                  <a:pt x="18595" y="16352"/>
                  <a:pt x="18595" y="16352"/>
                </a:cubicBezTo>
                <a:moveTo>
                  <a:pt x="2972" y="1815"/>
                </a:moveTo>
                <a:lnTo>
                  <a:pt x="2972" y="0"/>
                </a:lnTo>
                <a:lnTo>
                  <a:pt x="21600" y="0"/>
                </a:lnTo>
                <a:lnTo>
                  <a:pt x="21600" y="14392"/>
                </a:lnTo>
                <a:cubicBezTo>
                  <a:pt x="20800" y="14392"/>
                  <a:pt x="20000" y="14467"/>
                  <a:pt x="20000" y="14467"/>
                </a:cubicBezTo>
              </a:path>
              <a:path w="21600" h="25763" fill="none" stroke="0">
                <a:moveTo>
                  <a:pt x="0" y="20782"/>
                </a:moveTo>
                <a:cubicBezTo>
                  <a:pt x="1590" y="23504"/>
                  <a:pt x="7553" y="23356"/>
                  <a:pt x="10652" y="22896"/>
                </a:cubicBezTo>
                <a:cubicBezTo>
                  <a:pt x="13540" y="22406"/>
                  <a:pt x="16841" y="25152"/>
                  <a:pt x="18165" y="24340"/>
                </a:cubicBezTo>
                <a:cubicBezTo>
                  <a:pt x="19489" y="23528"/>
                  <a:pt x="18338" y="16706"/>
                  <a:pt x="18595" y="18022"/>
                </a:cubicBezTo>
                <a:cubicBezTo>
                  <a:pt x="18595" y="17465"/>
                  <a:pt x="18873" y="26295"/>
                  <a:pt x="18873" y="25738"/>
                </a:cubicBezTo>
                <a:cubicBezTo>
                  <a:pt x="18873" y="25738"/>
                  <a:pt x="19298" y="16252"/>
                  <a:pt x="20000" y="16252"/>
                </a:cubicBezTo>
                <a:lnTo>
                  <a:pt x="20000" y="14467"/>
                </a:lnTo>
                <a:cubicBezTo>
                  <a:pt x="20000" y="14467"/>
                  <a:pt x="20800" y="14392"/>
                  <a:pt x="21600" y="14392"/>
                </a:cubicBezTo>
                <a:lnTo>
                  <a:pt x="21600" y="0"/>
                </a:lnTo>
                <a:lnTo>
                  <a:pt x="2972" y="0"/>
                </a:lnTo>
                <a:lnTo>
                  <a:pt x="2972" y="1815"/>
                </a:lnTo>
                <a:lnTo>
                  <a:pt x="1532" y="1815"/>
                </a:lnTo>
                <a:lnTo>
                  <a:pt x="1532" y="3675"/>
                </a:lnTo>
                <a:lnTo>
                  <a:pt x="0" y="3675"/>
                </a:lnTo>
                <a:lnTo>
                  <a:pt x="0" y="20782"/>
                </a:lnTo>
                <a:close/>
              </a:path>
            </a:pathLst>
          </a:custGeom>
          <a:solidFill>
            <a:srgbClr val="A7FFAB"/>
          </a:solidFill>
          <a:ln w="12700">
            <a:solidFill>
              <a:schemeClr val="accent1"/>
            </a:solidFill>
          </a:ln>
          <a:effectLst>
            <a:outerShdw blurRad="40000" dist="20000" dir="5400000" rotWithShape="0">
              <a:srgbClr val="000000">
                <a:alpha val="38000"/>
              </a:srgbClr>
            </a:outerShdw>
            <a:softEdge rad="12700"/>
          </a:effectLst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00"/>
                </a:solidFill>
              </a:rPr>
              <a:t>24t56</a:t>
            </a:r>
          </a:p>
        </p:txBody>
      </p:sp>
      <p:cxnSp>
        <p:nvCxnSpPr>
          <p:cNvPr id="38" name="Shape 200"/>
          <p:cNvCxnSpPr/>
          <p:nvPr/>
        </p:nvCxnSpPr>
        <p:spPr>
          <a:xfrm flipH="1" flipV="1">
            <a:off x="4732802" y="5631052"/>
            <a:ext cx="372598" cy="11474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35" name="Shape 198"/>
          <p:cNvSpPr/>
          <p:nvPr/>
        </p:nvSpPr>
        <p:spPr>
          <a:xfrm>
            <a:off x="5876496" y="489862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345r3</a:t>
            </a:r>
          </a:p>
        </p:txBody>
      </p:sp>
      <p:cxnSp>
        <p:nvCxnSpPr>
          <p:cNvPr id="44" name="Shape 200"/>
          <p:cNvCxnSpPr/>
          <p:nvPr/>
        </p:nvCxnSpPr>
        <p:spPr>
          <a:xfrm flipH="1" flipV="1">
            <a:off x="2426586" y="5053473"/>
            <a:ext cx="3429471" cy="1102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71" name="Shape 204"/>
          <p:cNvSpPr/>
          <p:nvPr/>
        </p:nvSpPr>
        <p:spPr>
          <a:xfrm>
            <a:off x="3897956" y="6142376"/>
            <a:ext cx="917438" cy="2730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working1</a:t>
            </a:r>
          </a:p>
        </p:txBody>
      </p:sp>
      <p:cxnSp>
        <p:nvCxnSpPr>
          <p:cNvPr id="72" name="Shape 205"/>
          <p:cNvCxnSpPr>
            <a:stCxn id="71" idx="0"/>
            <a:endCxn id="39" idx="2"/>
          </p:cNvCxnSpPr>
          <p:nvPr/>
        </p:nvCxnSpPr>
        <p:spPr>
          <a:xfrm flipH="1" flipV="1">
            <a:off x="4345499" y="5763543"/>
            <a:ext cx="11176" cy="378833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92" name="Shape 204"/>
          <p:cNvSpPr/>
          <p:nvPr/>
        </p:nvSpPr>
        <p:spPr>
          <a:xfrm>
            <a:off x="4959058" y="6431769"/>
            <a:ext cx="917438" cy="2730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working2</a:t>
            </a:r>
          </a:p>
        </p:txBody>
      </p:sp>
      <p:cxnSp>
        <p:nvCxnSpPr>
          <p:cNvPr id="93" name="Shape 205"/>
          <p:cNvCxnSpPr>
            <a:endCxn id="2" idx="0"/>
          </p:cNvCxnSpPr>
          <p:nvPr/>
        </p:nvCxnSpPr>
        <p:spPr>
          <a:xfrm flipV="1">
            <a:off x="5105400" y="5795034"/>
            <a:ext cx="0" cy="636735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46" name="Shape 198"/>
          <p:cNvSpPr/>
          <p:nvPr/>
        </p:nvSpPr>
        <p:spPr>
          <a:xfrm>
            <a:off x="5831577" y="2816793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345r3</a:t>
            </a:r>
          </a:p>
        </p:txBody>
      </p:sp>
      <p:cxnSp>
        <p:nvCxnSpPr>
          <p:cNvPr id="47" name="Shape 200"/>
          <p:cNvCxnSpPr>
            <a:stCxn id="46" idx="1"/>
            <a:endCxn id="192" idx="3"/>
          </p:cNvCxnSpPr>
          <p:nvPr/>
        </p:nvCxnSpPr>
        <p:spPr>
          <a:xfrm flipH="1" flipV="1">
            <a:off x="2668425" y="2499250"/>
            <a:ext cx="3163152" cy="495293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50" name="Shape 198"/>
          <p:cNvSpPr/>
          <p:nvPr/>
        </p:nvSpPr>
        <p:spPr>
          <a:xfrm rot="10800000" flipV="1">
            <a:off x="6118744" y="5941059"/>
            <a:ext cx="774600" cy="310525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567r4</a:t>
            </a:r>
          </a:p>
        </p:txBody>
      </p:sp>
      <p:sp>
        <p:nvSpPr>
          <p:cNvPr id="51" name="Shape 198"/>
          <p:cNvSpPr/>
          <p:nvPr/>
        </p:nvSpPr>
        <p:spPr>
          <a:xfrm>
            <a:off x="7135592" y="5896085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e3rf5</a:t>
            </a:r>
          </a:p>
        </p:txBody>
      </p:sp>
      <p:cxnSp>
        <p:nvCxnSpPr>
          <p:cNvPr id="52" name="Shape 200"/>
          <p:cNvCxnSpPr>
            <a:stCxn id="50" idx="0"/>
            <a:endCxn id="35" idx="2"/>
          </p:cNvCxnSpPr>
          <p:nvPr/>
        </p:nvCxnSpPr>
        <p:spPr>
          <a:xfrm flipH="1" flipV="1">
            <a:off x="6263796" y="5254120"/>
            <a:ext cx="242248" cy="686939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53" name="Flowchart: Multidocument 1"/>
          <p:cNvSpPr/>
          <p:nvPr/>
        </p:nvSpPr>
        <p:spPr>
          <a:xfrm>
            <a:off x="8196718" y="5867519"/>
            <a:ext cx="795711" cy="411357"/>
          </a:xfrm>
          <a:custGeom>
            <a:avLst/>
            <a:gdLst>
              <a:gd name="connsiteX0" fmla="*/ 0 w 21600"/>
              <a:gd name="connsiteY0" fmla="*/ 20782 h 21600"/>
              <a:gd name="connsiteX1" fmla="*/ 18595 w 21600"/>
              <a:gd name="connsiteY1" fmla="*/ 18022 h 21600"/>
              <a:gd name="connsiteX2" fmla="*/ 18595 w 21600"/>
              <a:gd name="connsiteY2" fmla="*/ 3675 h 21600"/>
              <a:gd name="connsiteX3" fmla="*/ 0 w 21600"/>
              <a:gd name="connsiteY3" fmla="*/ 3675 h 21600"/>
              <a:gd name="connsiteX4" fmla="*/ 0 w 21600"/>
              <a:gd name="connsiteY4" fmla="*/ 20782 h 21600"/>
              <a:gd name="connsiteX5" fmla="*/ 1532 w 21600"/>
              <a:gd name="connsiteY5" fmla="*/ 3675 h 21600"/>
              <a:gd name="connsiteX6" fmla="*/ 1532 w 21600"/>
              <a:gd name="connsiteY6" fmla="*/ 1815 h 21600"/>
              <a:gd name="connsiteX7" fmla="*/ 20000 w 21600"/>
              <a:gd name="connsiteY7" fmla="*/ 1815 h 21600"/>
              <a:gd name="connsiteX8" fmla="*/ 20000 w 21600"/>
              <a:gd name="connsiteY8" fmla="*/ 16252 h 21600"/>
              <a:gd name="connsiteX9" fmla="*/ 18595 w 21600"/>
              <a:gd name="connsiteY9" fmla="*/ 16352 h 21600"/>
              <a:gd name="connsiteX10" fmla="*/ 18595 w 21600"/>
              <a:gd name="connsiteY10" fmla="*/ 3675 h 21600"/>
              <a:gd name="connsiteX11" fmla="*/ 1532 w 21600"/>
              <a:gd name="connsiteY11" fmla="*/ 3675 h 21600"/>
              <a:gd name="connsiteX12" fmla="*/ 2972 w 21600"/>
              <a:gd name="connsiteY12" fmla="*/ 1815 h 21600"/>
              <a:gd name="connsiteX13" fmla="*/ 2972 w 21600"/>
              <a:gd name="connsiteY13" fmla="*/ 0 h 21600"/>
              <a:gd name="connsiteX14" fmla="*/ 21600 w 21600"/>
              <a:gd name="connsiteY14" fmla="*/ 0 h 21600"/>
              <a:gd name="connsiteX15" fmla="*/ 21600 w 21600"/>
              <a:gd name="connsiteY15" fmla="*/ 14392 h 21600"/>
              <a:gd name="connsiteX16" fmla="*/ 20000 w 21600"/>
              <a:gd name="connsiteY16" fmla="*/ 14467 h 21600"/>
              <a:gd name="connsiteX17" fmla="*/ 20000 w 21600"/>
              <a:gd name="connsiteY17" fmla="*/ 1815 h 21600"/>
              <a:gd name="connsiteX18" fmla="*/ 2972 w 21600"/>
              <a:gd name="connsiteY18" fmla="*/ 1815 h 21600"/>
              <a:gd name="connsiteX0" fmla="*/ 0 w 21600"/>
              <a:gd name="connsiteY0" fmla="*/ 3675 h 21600"/>
              <a:gd name="connsiteX1" fmla="*/ 18595 w 21600"/>
              <a:gd name="connsiteY1" fmla="*/ 3675 h 21600"/>
              <a:gd name="connsiteX2" fmla="*/ 18595 w 21600"/>
              <a:gd name="connsiteY2" fmla="*/ 18022 h 21600"/>
              <a:gd name="connsiteX3" fmla="*/ 0 w 21600"/>
              <a:gd name="connsiteY3" fmla="*/ 20782 h 21600"/>
              <a:gd name="connsiteX4" fmla="*/ 0 w 21600"/>
              <a:gd name="connsiteY4" fmla="*/ 3675 h 21600"/>
              <a:gd name="connsiteX5" fmla="*/ 1532 w 21600"/>
              <a:gd name="connsiteY5" fmla="*/ 3675 h 21600"/>
              <a:gd name="connsiteX6" fmla="*/ 1532 w 21600"/>
              <a:gd name="connsiteY6" fmla="*/ 1815 h 21600"/>
              <a:gd name="connsiteX7" fmla="*/ 20000 w 21600"/>
              <a:gd name="connsiteY7" fmla="*/ 1815 h 21600"/>
              <a:gd name="connsiteX8" fmla="*/ 20000 w 21600"/>
              <a:gd name="connsiteY8" fmla="*/ 16252 h 21600"/>
              <a:gd name="connsiteX9" fmla="*/ 18595 w 21600"/>
              <a:gd name="connsiteY9" fmla="*/ 16352 h 21600"/>
              <a:gd name="connsiteX10" fmla="*/ 2972 w 21600"/>
              <a:gd name="connsiteY10" fmla="*/ 1815 h 21600"/>
              <a:gd name="connsiteX11" fmla="*/ 2972 w 21600"/>
              <a:gd name="connsiteY11" fmla="*/ 0 h 21600"/>
              <a:gd name="connsiteX12" fmla="*/ 21600 w 21600"/>
              <a:gd name="connsiteY12" fmla="*/ 0 h 21600"/>
              <a:gd name="connsiteX13" fmla="*/ 21600 w 21600"/>
              <a:gd name="connsiteY13" fmla="*/ 14392 h 21600"/>
              <a:gd name="connsiteX14" fmla="*/ 20000 w 21600"/>
              <a:gd name="connsiteY14" fmla="*/ 14467 h 21600"/>
              <a:gd name="connsiteX0" fmla="*/ 0 w 21600"/>
              <a:gd name="connsiteY0" fmla="*/ 20782 h 21600"/>
              <a:gd name="connsiteX1" fmla="*/ 18595 w 21600"/>
              <a:gd name="connsiteY1" fmla="*/ 18022 h 21600"/>
              <a:gd name="connsiteX2" fmla="*/ 18595 w 21600"/>
              <a:gd name="connsiteY2" fmla="*/ 16352 h 21600"/>
              <a:gd name="connsiteX3" fmla="*/ 20000 w 21600"/>
              <a:gd name="connsiteY3" fmla="*/ 16252 h 21600"/>
              <a:gd name="connsiteX4" fmla="*/ 20000 w 21600"/>
              <a:gd name="connsiteY4" fmla="*/ 14467 h 21600"/>
              <a:gd name="connsiteX5" fmla="*/ 21600 w 21600"/>
              <a:gd name="connsiteY5" fmla="*/ 14392 h 21600"/>
              <a:gd name="connsiteX6" fmla="*/ 21600 w 21600"/>
              <a:gd name="connsiteY6" fmla="*/ 0 h 21600"/>
              <a:gd name="connsiteX7" fmla="*/ 2972 w 21600"/>
              <a:gd name="connsiteY7" fmla="*/ 0 h 21600"/>
              <a:gd name="connsiteX8" fmla="*/ 2972 w 21600"/>
              <a:gd name="connsiteY8" fmla="*/ 1815 h 21600"/>
              <a:gd name="connsiteX9" fmla="*/ 1532 w 21600"/>
              <a:gd name="connsiteY9" fmla="*/ 1815 h 21600"/>
              <a:gd name="connsiteX10" fmla="*/ 1532 w 21600"/>
              <a:gd name="connsiteY10" fmla="*/ 3675 h 21600"/>
              <a:gd name="connsiteX11" fmla="*/ 0 w 21600"/>
              <a:gd name="connsiteY11" fmla="*/ 3675 h 21600"/>
              <a:gd name="connsiteX12" fmla="*/ 0 w 21600"/>
              <a:gd name="connsiteY12" fmla="*/ 20782 h 21600"/>
              <a:gd name="connsiteX0" fmla="*/ 0 w 21600"/>
              <a:gd name="connsiteY0" fmla="*/ 20782 h 25763"/>
              <a:gd name="connsiteX1" fmla="*/ 18595 w 21600"/>
              <a:gd name="connsiteY1" fmla="*/ 18022 h 25763"/>
              <a:gd name="connsiteX2" fmla="*/ 18595 w 21600"/>
              <a:gd name="connsiteY2" fmla="*/ 3675 h 25763"/>
              <a:gd name="connsiteX3" fmla="*/ 0 w 21600"/>
              <a:gd name="connsiteY3" fmla="*/ 3675 h 25763"/>
              <a:gd name="connsiteX4" fmla="*/ 0 w 21600"/>
              <a:gd name="connsiteY4" fmla="*/ 20782 h 25763"/>
              <a:gd name="connsiteX5" fmla="*/ 1532 w 21600"/>
              <a:gd name="connsiteY5" fmla="*/ 3675 h 25763"/>
              <a:gd name="connsiteX6" fmla="*/ 1532 w 21600"/>
              <a:gd name="connsiteY6" fmla="*/ 1815 h 25763"/>
              <a:gd name="connsiteX7" fmla="*/ 20000 w 21600"/>
              <a:gd name="connsiteY7" fmla="*/ 1815 h 25763"/>
              <a:gd name="connsiteX8" fmla="*/ 20000 w 21600"/>
              <a:gd name="connsiteY8" fmla="*/ 16252 h 25763"/>
              <a:gd name="connsiteX9" fmla="*/ 18595 w 21600"/>
              <a:gd name="connsiteY9" fmla="*/ 16352 h 25763"/>
              <a:gd name="connsiteX10" fmla="*/ 18595 w 21600"/>
              <a:gd name="connsiteY10" fmla="*/ 3675 h 25763"/>
              <a:gd name="connsiteX11" fmla="*/ 1532 w 21600"/>
              <a:gd name="connsiteY11" fmla="*/ 3675 h 25763"/>
              <a:gd name="connsiteX12" fmla="*/ 2972 w 21600"/>
              <a:gd name="connsiteY12" fmla="*/ 1815 h 25763"/>
              <a:gd name="connsiteX13" fmla="*/ 2972 w 21600"/>
              <a:gd name="connsiteY13" fmla="*/ 0 h 25763"/>
              <a:gd name="connsiteX14" fmla="*/ 21600 w 21600"/>
              <a:gd name="connsiteY14" fmla="*/ 0 h 25763"/>
              <a:gd name="connsiteX15" fmla="*/ 21600 w 21600"/>
              <a:gd name="connsiteY15" fmla="*/ 14392 h 25763"/>
              <a:gd name="connsiteX16" fmla="*/ 20000 w 21600"/>
              <a:gd name="connsiteY16" fmla="*/ 14467 h 25763"/>
              <a:gd name="connsiteX17" fmla="*/ 20000 w 21600"/>
              <a:gd name="connsiteY17" fmla="*/ 1815 h 25763"/>
              <a:gd name="connsiteX18" fmla="*/ 2972 w 21600"/>
              <a:gd name="connsiteY18" fmla="*/ 1815 h 25763"/>
              <a:gd name="connsiteX0" fmla="*/ 0 w 21600"/>
              <a:gd name="connsiteY0" fmla="*/ 3675 h 25763"/>
              <a:gd name="connsiteX1" fmla="*/ 18595 w 21600"/>
              <a:gd name="connsiteY1" fmla="*/ 3675 h 25763"/>
              <a:gd name="connsiteX2" fmla="*/ 18595 w 21600"/>
              <a:gd name="connsiteY2" fmla="*/ 18022 h 25763"/>
              <a:gd name="connsiteX3" fmla="*/ 0 w 21600"/>
              <a:gd name="connsiteY3" fmla="*/ 20782 h 25763"/>
              <a:gd name="connsiteX4" fmla="*/ 0 w 21600"/>
              <a:gd name="connsiteY4" fmla="*/ 3675 h 25763"/>
              <a:gd name="connsiteX5" fmla="*/ 1532 w 21600"/>
              <a:gd name="connsiteY5" fmla="*/ 3675 h 25763"/>
              <a:gd name="connsiteX6" fmla="*/ 1532 w 21600"/>
              <a:gd name="connsiteY6" fmla="*/ 1815 h 25763"/>
              <a:gd name="connsiteX7" fmla="*/ 20000 w 21600"/>
              <a:gd name="connsiteY7" fmla="*/ 1815 h 25763"/>
              <a:gd name="connsiteX8" fmla="*/ 20000 w 21600"/>
              <a:gd name="connsiteY8" fmla="*/ 16252 h 25763"/>
              <a:gd name="connsiteX9" fmla="*/ 18595 w 21600"/>
              <a:gd name="connsiteY9" fmla="*/ 16352 h 25763"/>
              <a:gd name="connsiteX10" fmla="*/ 2972 w 21600"/>
              <a:gd name="connsiteY10" fmla="*/ 1815 h 25763"/>
              <a:gd name="connsiteX11" fmla="*/ 2972 w 21600"/>
              <a:gd name="connsiteY11" fmla="*/ 0 h 25763"/>
              <a:gd name="connsiteX12" fmla="*/ 21600 w 21600"/>
              <a:gd name="connsiteY12" fmla="*/ 0 h 25763"/>
              <a:gd name="connsiteX13" fmla="*/ 21600 w 21600"/>
              <a:gd name="connsiteY13" fmla="*/ 14392 h 25763"/>
              <a:gd name="connsiteX14" fmla="*/ 20000 w 21600"/>
              <a:gd name="connsiteY14" fmla="*/ 14467 h 25763"/>
              <a:gd name="connsiteX0" fmla="*/ 0 w 21600"/>
              <a:gd name="connsiteY0" fmla="*/ 20782 h 25763"/>
              <a:gd name="connsiteX1" fmla="*/ 18595 w 21600"/>
              <a:gd name="connsiteY1" fmla="*/ 18022 h 25763"/>
              <a:gd name="connsiteX2" fmla="*/ 18873 w 21600"/>
              <a:gd name="connsiteY2" fmla="*/ 25738 h 25763"/>
              <a:gd name="connsiteX3" fmla="*/ 20000 w 21600"/>
              <a:gd name="connsiteY3" fmla="*/ 16252 h 25763"/>
              <a:gd name="connsiteX4" fmla="*/ 20000 w 21600"/>
              <a:gd name="connsiteY4" fmla="*/ 14467 h 25763"/>
              <a:gd name="connsiteX5" fmla="*/ 21600 w 21600"/>
              <a:gd name="connsiteY5" fmla="*/ 14392 h 25763"/>
              <a:gd name="connsiteX6" fmla="*/ 21600 w 21600"/>
              <a:gd name="connsiteY6" fmla="*/ 0 h 25763"/>
              <a:gd name="connsiteX7" fmla="*/ 2972 w 21600"/>
              <a:gd name="connsiteY7" fmla="*/ 0 h 25763"/>
              <a:gd name="connsiteX8" fmla="*/ 2972 w 21600"/>
              <a:gd name="connsiteY8" fmla="*/ 1815 h 25763"/>
              <a:gd name="connsiteX9" fmla="*/ 1532 w 21600"/>
              <a:gd name="connsiteY9" fmla="*/ 1815 h 25763"/>
              <a:gd name="connsiteX10" fmla="*/ 1532 w 21600"/>
              <a:gd name="connsiteY10" fmla="*/ 3675 h 25763"/>
              <a:gd name="connsiteX11" fmla="*/ 0 w 21600"/>
              <a:gd name="connsiteY11" fmla="*/ 3675 h 25763"/>
              <a:gd name="connsiteX12" fmla="*/ 0 w 21600"/>
              <a:gd name="connsiteY12" fmla="*/ 20782 h 25763"/>
              <a:gd name="connsiteX0" fmla="*/ 0 w 21600"/>
              <a:gd name="connsiteY0" fmla="*/ 20782 h 26547"/>
              <a:gd name="connsiteX1" fmla="*/ 18595 w 21600"/>
              <a:gd name="connsiteY1" fmla="*/ 18022 h 26547"/>
              <a:gd name="connsiteX2" fmla="*/ 18595 w 21600"/>
              <a:gd name="connsiteY2" fmla="*/ 3675 h 26547"/>
              <a:gd name="connsiteX3" fmla="*/ 0 w 21600"/>
              <a:gd name="connsiteY3" fmla="*/ 3675 h 26547"/>
              <a:gd name="connsiteX4" fmla="*/ 0 w 21600"/>
              <a:gd name="connsiteY4" fmla="*/ 20782 h 26547"/>
              <a:gd name="connsiteX5" fmla="*/ 1532 w 21600"/>
              <a:gd name="connsiteY5" fmla="*/ 3675 h 26547"/>
              <a:gd name="connsiteX6" fmla="*/ 1532 w 21600"/>
              <a:gd name="connsiteY6" fmla="*/ 1815 h 26547"/>
              <a:gd name="connsiteX7" fmla="*/ 20000 w 21600"/>
              <a:gd name="connsiteY7" fmla="*/ 1815 h 26547"/>
              <a:gd name="connsiteX8" fmla="*/ 20000 w 21600"/>
              <a:gd name="connsiteY8" fmla="*/ 16252 h 26547"/>
              <a:gd name="connsiteX9" fmla="*/ 18595 w 21600"/>
              <a:gd name="connsiteY9" fmla="*/ 16352 h 26547"/>
              <a:gd name="connsiteX10" fmla="*/ 18595 w 21600"/>
              <a:gd name="connsiteY10" fmla="*/ 3675 h 26547"/>
              <a:gd name="connsiteX11" fmla="*/ 1532 w 21600"/>
              <a:gd name="connsiteY11" fmla="*/ 3675 h 26547"/>
              <a:gd name="connsiteX12" fmla="*/ 2972 w 21600"/>
              <a:gd name="connsiteY12" fmla="*/ 1815 h 26547"/>
              <a:gd name="connsiteX13" fmla="*/ 2972 w 21600"/>
              <a:gd name="connsiteY13" fmla="*/ 0 h 26547"/>
              <a:gd name="connsiteX14" fmla="*/ 21600 w 21600"/>
              <a:gd name="connsiteY14" fmla="*/ 0 h 26547"/>
              <a:gd name="connsiteX15" fmla="*/ 21600 w 21600"/>
              <a:gd name="connsiteY15" fmla="*/ 14392 h 26547"/>
              <a:gd name="connsiteX16" fmla="*/ 20000 w 21600"/>
              <a:gd name="connsiteY16" fmla="*/ 14467 h 26547"/>
              <a:gd name="connsiteX17" fmla="*/ 20000 w 21600"/>
              <a:gd name="connsiteY17" fmla="*/ 1815 h 26547"/>
              <a:gd name="connsiteX18" fmla="*/ 2972 w 21600"/>
              <a:gd name="connsiteY18" fmla="*/ 1815 h 26547"/>
              <a:gd name="connsiteX0" fmla="*/ 0 w 21600"/>
              <a:gd name="connsiteY0" fmla="*/ 3675 h 26547"/>
              <a:gd name="connsiteX1" fmla="*/ 18595 w 21600"/>
              <a:gd name="connsiteY1" fmla="*/ 3675 h 26547"/>
              <a:gd name="connsiteX2" fmla="*/ 18595 w 21600"/>
              <a:gd name="connsiteY2" fmla="*/ 18022 h 26547"/>
              <a:gd name="connsiteX3" fmla="*/ 0 w 21600"/>
              <a:gd name="connsiteY3" fmla="*/ 20782 h 26547"/>
              <a:gd name="connsiteX4" fmla="*/ 0 w 21600"/>
              <a:gd name="connsiteY4" fmla="*/ 3675 h 26547"/>
              <a:gd name="connsiteX5" fmla="*/ 1532 w 21600"/>
              <a:gd name="connsiteY5" fmla="*/ 3675 h 26547"/>
              <a:gd name="connsiteX6" fmla="*/ 1532 w 21600"/>
              <a:gd name="connsiteY6" fmla="*/ 1815 h 26547"/>
              <a:gd name="connsiteX7" fmla="*/ 20000 w 21600"/>
              <a:gd name="connsiteY7" fmla="*/ 1815 h 26547"/>
              <a:gd name="connsiteX8" fmla="*/ 20000 w 21600"/>
              <a:gd name="connsiteY8" fmla="*/ 16252 h 26547"/>
              <a:gd name="connsiteX9" fmla="*/ 18595 w 21600"/>
              <a:gd name="connsiteY9" fmla="*/ 16352 h 26547"/>
              <a:gd name="connsiteX10" fmla="*/ 2972 w 21600"/>
              <a:gd name="connsiteY10" fmla="*/ 1815 h 26547"/>
              <a:gd name="connsiteX11" fmla="*/ 2972 w 21600"/>
              <a:gd name="connsiteY11" fmla="*/ 0 h 26547"/>
              <a:gd name="connsiteX12" fmla="*/ 21600 w 21600"/>
              <a:gd name="connsiteY12" fmla="*/ 0 h 26547"/>
              <a:gd name="connsiteX13" fmla="*/ 21600 w 21600"/>
              <a:gd name="connsiteY13" fmla="*/ 14392 h 26547"/>
              <a:gd name="connsiteX14" fmla="*/ 20000 w 21600"/>
              <a:gd name="connsiteY14" fmla="*/ 14467 h 26547"/>
              <a:gd name="connsiteX0" fmla="*/ 0 w 21600"/>
              <a:gd name="connsiteY0" fmla="*/ 20782 h 26547"/>
              <a:gd name="connsiteX1" fmla="*/ 9817 w 21600"/>
              <a:gd name="connsiteY1" fmla="*/ 26506 h 26547"/>
              <a:gd name="connsiteX2" fmla="*/ 18595 w 21600"/>
              <a:gd name="connsiteY2" fmla="*/ 18022 h 26547"/>
              <a:gd name="connsiteX3" fmla="*/ 18873 w 21600"/>
              <a:gd name="connsiteY3" fmla="*/ 25738 h 26547"/>
              <a:gd name="connsiteX4" fmla="*/ 20000 w 21600"/>
              <a:gd name="connsiteY4" fmla="*/ 16252 h 26547"/>
              <a:gd name="connsiteX5" fmla="*/ 20000 w 21600"/>
              <a:gd name="connsiteY5" fmla="*/ 14467 h 26547"/>
              <a:gd name="connsiteX6" fmla="*/ 21600 w 21600"/>
              <a:gd name="connsiteY6" fmla="*/ 14392 h 26547"/>
              <a:gd name="connsiteX7" fmla="*/ 21600 w 21600"/>
              <a:gd name="connsiteY7" fmla="*/ 0 h 26547"/>
              <a:gd name="connsiteX8" fmla="*/ 2972 w 21600"/>
              <a:gd name="connsiteY8" fmla="*/ 0 h 26547"/>
              <a:gd name="connsiteX9" fmla="*/ 2972 w 21600"/>
              <a:gd name="connsiteY9" fmla="*/ 1815 h 26547"/>
              <a:gd name="connsiteX10" fmla="*/ 1532 w 21600"/>
              <a:gd name="connsiteY10" fmla="*/ 1815 h 26547"/>
              <a:gd name="connsiteX11" fmla="*/ 1532 w 21600"/>
              <a:gd name="connsiteY11" fmla="*/ 3675 h 26547"/>
              <a:gd name="connsiteX12" fmla="*/ 0 w 21600"/>
              <a:gd name="connsiteY12" fmla="*/ 3675 h 26547"/>
              <a:gd name="connsiteX13" fmla="*/ 0 w 21600"/>
              <a:gd name="connsiteY13" fmla="*/ 20782 h 26547"/>
              <a:gd name="connsiteX0" fmla="*/ 0 w 21600"/>
              <a:gd name="connsiteY0" fmla="*/ 20782 h 25763"/>
              <a:gd name="connsiteX1" fmla="*/ 18595 w 21600"/>
              <a:gd name="connsiteY1" fmla="*/ 18022 h 25763"/>
              <a:gd name="connsiteX2" fmla="*/ 18595 w 21600"/>
              <a:gd name="connsiteY2" fmla="*/ 3675 h 25763"/>
              <a:gd name="connsiteX3" fmla="*/ 0 w 21600"/>
              <a:gd name="connsiteY3" fmla="*/ 3675 h 25763"/>
              <a:gd name="connsiteX4" fmla="*/ 0 w 21600"/>
              <a:gd name="connsiteY4" fmla="*/ 20782 h 25763"/>
              <a:gd name="connsiteX5" fmla="*/ 1532 w 21600"/>
              <a:gd name="connsiteY5" fmla="*/ 3675 h 25763"/>
              <a:gd name="connsiteX6" fmla="*/ 1532 w 21600"/>
              <a:gd name="connsiteY6" fmla="*/ 1815 h 25763"/>
              <a:gd name="connsiteX7" fmla="*/ 20000 w 21600"/>
              <a:gd name="connsiteY7" fmla="*/ 1815 h 25763"/>
              <a:gd name="connsiteX8" fmla="*/ 20000 w 21600"/>
              <a:gd name="connsiteY8" fmla="*/ 16252 h 25763"/>
              <a:gd name="connsiteX9" fmla="*/ 18595 w 21600"/>
              <a:gd name="connsiteY9" fmla="*/ 16352 h 25763"/>
              <a:gd name="connsiteX10" fmla="*/ 18595 w 21600"/>
              <a:gd name="connsiteY10" fmla="*/ 3675 h 25763"/>
              <a:gd name="connsiteX11" fmla="*/ 1532 w 21600"/>
              <a:gd name="connsiteY11" fmla="*/ 3675 h 25763"/>
              <a:gd name="connsiteX12" fmla="*/ 2972 w 21600"/>
              <a:gd name="connsiteY12" fmla="*/ 1815 h 25763"/>
              <a:gd name="connsiteX13" fmla="*/ 2972 w 21600"/>
              <a:gd name="connsiteY13" fmla="*/ 0 h 25763"/>
              <a:gd name="connsiteX14" fmla="*/ 21600 w 21600"/>
              <a:gd name="connsiteY14" fmla="*/ 0 h 25763"/>
              <a:gd name="connsiteX15" fmla="*/ 21600 w 21600"/>
              <a:gd name="connsiteY15" fmla="*/ 14392 h 25763"/>
              <a:gd name="connsiteX16" fmla="*/ 20000 w 21600"/>
              <a:gd name="connsiteY16" fmla="*/ 14467 h 25763"/>
              <a:gd name="connsiteX17" fmla="*/ 20000 w 21600"/>
              <a:gd name="connsiteY17" fmla="*/ 1815 h 25763"/>
              <a:gd name="connsiteX18" fmla="*/ 2972 w 21600"/>
              <a:gd name="connsiteY18" fmla="*/ 1815 h 25763"/>
              <a:gd name="connsiteX0" fmla="*/ 0 w 21600"/>
              <a:gd name="connsiteY0" fmla="*/ 3675 h 25763"/>
              <a:gd name="connsiteX1" fmla="*/ 18595 w 21600"/>
              <a:gd name="connsiteY1" fmla="*/ 3675 h 25763"/>
              <a:gd name="connsiteX2" fmla="*/ 18595 w 21600"/>
              <a:gd name="connsiteY2" fmla="*/ 18022 h 25763"/>
              <a:gd name="connsiteX3" fmla="*/ 0 w 21600"/>
              <a:gd name="connsiteY3" fmla="*/ 20782 h 25763"/>
              <a:gd name="connsiteX4" fmla="*/ 0 w 21600"/>
              <a:gd name="connsiteY4" fmla="*/ 3675 h 25763"/>
              <a:gd name="connsiteX5" fmla="*/ 1532 w 21600"/>
              <a:gd name="connsiteY5" fmla="*/ 3675 h 25763"/>
              <a:gd name="connsiteX6" fmla="*/ 1532 w 21600"/>
              <a:gd name="connsiteY6" fmla="*/ 1815 h 25763"/>
              <a:gd name="connsiteX7" fmla="*/ 20000 w 21600"/>
              <a:gd name="connsiteY7" fmla="*/ 1815 h 25763"/>
              <a:gd name="connsiteX8" fmla="*/ 20000 w 21600"/>
              <a:gd name="connsiteY8" fmla="*/ 16252 h 25763"/>
              <a:gd name="connsiteX9" fmla="*/ 18595 w 21600"/>
              <a:gd name="connsiteY9" fmla="*/ 16352 h 25763"/>
              <a:gd name="connsiteX10" fmla="*/ 2972 w 21600"/>
              <a:gd name="connsiteY10" fmla="*/ 1815 h 25763"/>
              <a:gd name="connsiteX11" fmla="*/ 2972 w 21600"/>
              <a:gd name="connsiteY11" fmla="*/ 0 h 25763"/>
              <a:gd name="connsiteX12" fmla="*/ 21600 w 21600"/>
              <a:gd name="connsiteY12" fmla="*/ 0 h 25763"/>
              <a:gd name="connsiteX13" fmla="*/ 21600 w 21600"/>
              <a:gd name="connsiteY13" fmla="*/ 14392 h 25763"/>
              <a:gd name="connsiteX14" fmla="*/ 20000 w 21600"/>
              <a:gd name="connsiteY14" fmla="*/ 14467 h 25763"/>
              <a:gd name="connsiteX0" fmla="*/ 0 w 21600"/>
              <a:gd name="connsiteY0" fmla="*/ 20782 h 25763"/>
              <a:gd name="connsiteX1" fmla="*/ 10652 w 21600"/>
              <a:gd name="connsiteY1" fmla="*/ 22896 h 25763"/>
              <a:gd name="connsiteX2" fmla="*/ 18595 w 21600"/>
              <a:gd name="connsiteY2" fmla="*/ 18022 h 25763"/>
              <a:gd name="connsiteX3" fmla="*/ 18873 w 21600"/>
              <a:gd name="connsiteY3" fmla="*/ 25738 h 25763"/>
              <a:gd name="connsiteX4" fmla="*/ 20000 w 21600"/>
              <a:gd name="connsiteY4" fmla="*/ 16252 h 25763"/>
              <a:gd name="connsiteX5" fmla="*/ 20000 w 21600"/>
              <a:gd name="connsiteY5" fmla="*/ 14467 h 25763"/>
              <a:gd name="connsiteX6" fmla="*/ 21600 w 21600"/>
              <a:gd name="connsiteY6" fmla="*/ 14392 h 25763"/>
              <a:gd name="connsiteX7" fmla="*/ 21600 w 21600"/>
              <a:gd name="connsiteY7" fmla="*/ 0 h 25763"/>
              <a:gd name="connsiteX8" fmla="*/ 2972 w 21600"/>
              <a:gd name="connsiteY8" fmla="*/ 0 h 25763"/>
              <a:gd name="connsiteX9" fmla="*/ 2972 w 21600"/>
              <a:gd name="connsiteY9" fmla="*/ 1815 h 25763"/>
              <a:gd name="connsiteX10" fmla="*/ 1532 w 21600"/>
              <a:gd name="connsiteY10" fmla="*/ 1815 h 25763"/>
              <a:gd name="connsiteX11" fmla="*/ 1532 w 21600"/>
              <a:gd name="connsiteY11" fmla="*/ 3675 h 25763"/>
              <a:gd name="connsiteX12" fmla="*/ 0 w 21600"/>
              <a:gd name="connsiteY12" fmla="*/ 3675 h 25763"/>
              <a:gd name="connsiteX13" fmla="*/ 0 w 21600"/>
              <a:gd name="connsiteY13" fmla="*/ 20782 h 25763"/>
              <a:gd name="connsiteX0" fmla="*/ 0 w 21600"/>
              <a:gd name="connsiteY0" fmla="*/ 20782 h 25763"/>
              <a:gd name="connsiteX1" fmla="*/ 18595 w 21600"/>
              <a:gd name="connsiteY1" fmla="*/ 18022 h 25763"/>
              <a:gd name="connsiteX2" fmla="*/ 18595 w 21600"/>
              <a:gd name="connsiteY2" fmla="*/ 3675 h 25763"/>
              <a:gd name="connsiteX3" fmla="*/ 0 w 21600"/>
              <a:gd name="connsiteY3" fmla="*/ 3675 h 25763"/>
              <a:gd name="connsiteX4" fmla="*/ 0 w 21600"/>
              <a:gd name="connsiteY4" fmla="*/ 20782 h 25763"/>
              <a:gd name="connsiteX5" fmla="*/ 1532 w 21600"/>
              <a:gd name="connsiteY5" fmla="*/ 3675 h 25763"/>
              <a:gd name="connsiteX6" fmla="*/ 1532 w 21600"/>
              <a:gd name="connsiteY6" fmla="*/ 1815 h 25763"/>
              <a:gd name="connsiteX7" fmla="*/ 20000 w 21600"/>
              <a:gd name="connsiteY7" fmla="*/ 1815 h 25763"/>
              <a:gd name="connsiteX8" fmla="*/ 20000 w 21600"/>
              <a:gd name="connsiteY8" fmla="*/ 16252 h 25763"/>
              <a:gd name="connsiteX9" fmla="*/ 18595 w 21600"/>
              <a:gd name="connsiteY9" fmla="*/ 16352 h 25763"/>
              <a:gd name="connsiteX10" fmla="*/ 18595 w 21600"/>
              <a:gd name="connsiteY10" fmla="*/ 3675 h 25763"/>
              <a:gd name="connsiteX11" fmla="*/ 1532 w 21600"/>
              <a:gd name="connsiteY11" fmla="*/ 3675 h 25763"/>
              <a:gd name="connsiteX12" fmla="*/ 2972 w 21600"/>
              <a:gd name="connsiteY12" fmla="*/ 1815 h 25763"/>
              <a:gd name="connsiteX13" fmla="*/ 2972 w 21600"/>
              <a:gd name="connsiteY13" fmla="*/ 0 h 25763"/>
              <a:gd name="connsiteX14" fmla="*/ 21600 w 21600"/>
              <a:gd name="connsiteY14" fmla="*/ 0 h 25763"/>
              <a:gd name="connsiteX15" fmla="*/ 21600 w 21600"/>
              <a:gd name="connsiteY15" fmla="*/ 14392 h 25763"/>
              <a:gd name="connsiteX16" fmla="*/ 20000 w 21600"/>
              <a:gd name="connsiteY16" fmla="*/ 14467 h 25763"/>
              <a:gd name="connsiteX17" fmla="*/ 20000 w 21600"/>
              <a:gd name="connsiteY17" fmla="*/ 1815 h 25763"/>
              <a:gd name="connsiteX18" fmla="*/ 2972 w 21600"/>
              <a:gd name="connsiteY18" fmla="*/ 1815 h 25763"/>
              <a:gd name="connsiteX0" fmla="*/ 0 w 21600"/>
              <a:gd name="connsiteY0" fmla="*/ 3675 h 25763"/>
              <a:gd name="connsiteX1" fmla="*/ 18595 w 21600"/>
              <a:gd name="connsiteY1" fmla="*/ 3675 h 25763"/>
              <a:gd name="connsiteX2" fmla="*/ 18595 w 21600"/>
              <a:gd name="connsiteY2" fmla="*/ 18022 h 25763"/>
              <a:gd name="connsiteX3" fmla="*/ 0 w 21600"/>
              <a:gd name="connsiteY3" fmla="*/ 20782 h 25763"/>
              <a:gd name="connsiteX4" fmla="*/ 0 w 21600"/>
              <a:gd name="connsiteY4" fmla="*/ 3675 h 25763"/>
              <a:gd name="connsiteX5" fmla="*/ 1532 w 21600"/>
              <a:gd name="connsiteY5" fmla="*/ 3675 h 25763"/>
              <a:gd name="connsiteX6" fmla="*/ 1532 w 21600"/>
              <a:gd name="connsiteY6" fmla="*/ 1815 h 25763"/>
              <a:gd name="connsiteX7" fmla="*/ 20000 w 21600"/>
              <a:gd name="connsiteY7" fmla="*/ 1815 h 25763"/>
              <a:gd name="connsiteX8" fmla="*/ 20000 w 21600"/>
              <a:gd name="connsiteY8" fmla="*/ 16252 h 25763"/>
              <a:gd name="connsiteX9" fmla="*/ 18595 w 21600"/>
              <a:gd name="connsiteY9" fmla="*/ 16352 h 25763"/>
              <a:gd name="connsiteX10" fmla="*/ 2972 w 21600"/>
              <a:gd name="connsiteY10" fmla="*/ 1815 h 25763"/>
              <a:gd name="connsiteX11" fmla="*/ 2972 w 21600"/>
              <a:gd name="connsiteY11" fmla="*/ 0 h 25763"/>
              <a:gd name="connsiteX12" fmla="*/ 21600 w 21600"/>
              <a:gd name="connsiteY12" fmla="*/ 0 h 25763"/>
              <a:gd name="connsiteX13" fmla="*/ 21600 w 21600"/>
              <a:gd name="connsiteY13" fmla="*/ 14392 h 25763"/>
              <a:gd name="connsiteX14" fmla="*/ 20000 w 21600"/>
              <a:gd name="connsiteY14" fmla="*/ 14467 h 25763"/>
              <a:gd name="connsiteX0" fmla="*/ 0 w 21600"/>
              <a:gd name="connsiteY0" fmla="*/ 20782 h 25763"/>
              <a:gd name="connsiteX1" fmla="*/ 10652 w 21600"/>
              <a:gd name="connsiteY1" fmla="*/ 22896 h 25763"/>
              <a:gd name="connsiteX2" fmla="*/ 18165 w 21600"/>
              <a:gd name="connsiteY2" fmla="*/ 24340 h 25763"/>
              <a:gd name="connsiteX3" fmla="*/ 18595 w 21600"/>
              <a:gd name="connsiteY3" fmla="*/ 18022 h 25763"/>
              <a:gd name="connsiteX4" fmla="*/ 18873 w 21600"/>
              <a:gd name="connsiteY4" fmla="*/ 25738 h 25763"/>
              <a:gd name="connsiteX5" fmla="*/ 20000 w 21600"/>
              <a:gd name="connsiteY5" fmla="*/ 16252 h 25763"/>
              <a:gd name="connsiteX6" fmla="*/ 20000 w 21600"/>
              <a:gd name="connsiteY6" fmla="*/ 14467 h 25763"/>
              <a:gd name="connsiteX7" fmla="*/ 21600 w 21600"/>
              <a:gd name="connsiteY7" fmla="*/ 14392 h 25763"/>
              <a:gd name="connsiteX8" fmla="*/ 21600 w 21600"/>
              <a:gd name="connsiteY8" fmla="*/ 0 h 25763"/>
              <a:gd name="connsiteX9" fmla="*/ 2972 w 21600"/>
              <a:gd name="connsiteY9" fmla="*/ 0 h 25763"/>
              <a:gd name="connsiteX10" fmla="*/ 2972 w 21600"/>
              <a:gd name="connsiteY10" fmla="*/ 1815 h 25763"/>
              <a:gd name="connsiteX11" fmla="*/ 1532 w 21600"/>
              <a:gd name="connsiteY11" fmla="*/ 1815 h 25763"/>
              <a:gd name="connsiteX12" fmla="*/ 1532 w 21600"/>
              <a:gd name="connsiteY12" fmla="*/ 3675 h 25763"/>
              <a:gd name="connsiteX13" fmla="*/ 0 w 21600"/>
              <a:gd name="connsiteY13" fmla="*/ 3675 h 25763"/>
              <a:gd name="connsiteX14" fmla="*/ 0 w 21600"/>
              <a:gd name="connsiteY14" fmla="*/ 20782 h 257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1600" h="25763" stroke="0" extrusionOk="0">
                <a:moveTo>
                  <a:pt x="0" y="20782"/>
                </a:moveTo>
                <a:cubicBezTo>
                  <a:pt x="9298" y="23542"/>
                  <a:pt x="9298" y="18022"/>
                  <a:pt x="18595" y="18022"/>
                </a:cubicBezTo>
                <a:lnTo>
                  <a:pt x="18595" y="3675"/>
                </a:lnTo>
                <a:lnTo>
                  <a:pt x="0" y="3675"/>
                </a:lnTo>
                <a:lnTo>
                  <a:pt x="0" y="20782"/>
                </a:lnTo>
                <a:close/>
                <a:moveTo>
                  <a:pt x="1532" y="3675"/>
                </a:moveTo>
                <a:lnTo>
                  <a:pt x="1532" y="1815"/>
                </a:lnTo>
                <a:lnTo>
                  <a:pt x="20000" y="1815"/>
                </a:lnTo>
                <a:lnTo>
                  <a:pt x="20000" y="16252"/>
                </a:lnTo>
                <a:cubicBezTo>
                  <a:pt x="19298" y="16252"/>
                  <a:pt x="18595" y="16352"/>
                  <a:pt x="18595" y="16352"/>
                </a:cubicBezTo>
                <a:lnTo>
                  <a:pt x="18595" y="3675"/>
                </a:lnTo>
                <a:lnTo>
                  <a:pt x="1532" y="3675"/>
                </a:lnTo>
                <a:close/>
                <a:moveTo>
                  <a:pt x="2972" y="1815"/>
                </a:moveTo>
                <a:lnTo>
                  <a:pt x="2972" y="0"/>
                </a:lnTo>
                <a:lnTo>
                  <a:pt x="21600" y="0"/>
                </a:lnTo>
                <a:lnTo>
                  <a:pt x="21600" y="14392"/>
                </a:lnTo>
                <a:cubicBezTo>
                  <a:pt x="20800" y="14392"/>
                  <a:pt x="20000" y="14467"/>
                  <a:pt x="20000" y="14467"/>
                </a:cubicBezTo>
                <a:lnTo>
                  <a:pt x="20000" y="1815"/>
                </a:lnTo>
                <a:lnTo>
                  <a:pt x="2972" y="1815"/>
                </a:lnTo>
                <a:close/>
              </a:path>
              <a:path w="21600" h="25763" fill="none" extrusionOk="0">
                <a:moveTo>
                  <a:pt x="0" y="3675"/>
                </a:moveTo>
                <a:lnTo>
                  <a:pt x="18595" y="3675"/>
                </a:lnTo>
                <a:lnTo>
                  <a:pt x="18595" y="18022"/>
                </a:lnTo>
                <a:cubicBezTo>
                  <a:pt x="9298" y="18022"/>
                  <a:pt x="9298" y="23542"/>
                  <a:pt x="0" y="20782"/>
                </a:cubicBezTo>
                <a:lnTo>
                  <a:pt x="0" y="3675"/>
                </a:lnTo>
                <a:close/>
                <a:moveTo>
                  <a:pt x="1532" y="3675"/>
                </a:moveTo>
                <a:lnTo>
                  <a:pt x="1532" y="1815"/>
                </a:lnTo>
                <a:lnTo>
                  <a:pt x="20000" y="1815"/>
                </a:lnTo>
                <a:lnTo>
                  <a:pt x="20000" y="16252"/>
                </a:lnTo>
                <a:cubicBezTo>
                  <a:pt x="19298" y="16252"/>
                  <a:pt x="18595" y="16352"/>
                  <a:pt x="18595" y="16352"/>
                </a:cubicBezTo>
                <a:moveTo>
                  <a:pt x="2972" y="1815"/>
                </a:moveTo>
                <a:lnTo>
                  <a:pt x="2972" y="0"/>
                </a:lnTo>
                <a:lnTo>
                  <a:pt x="21600" y="0"/>
                </a:lnTo>
                <a:lnTo>
                  <a:pt x="21600" y="14392"/>
                </a:lnTo>
                <a:cubicBezTo>
                  <a:pt x="20800" y="14392"/>
                  <a:pt x="20000" y="14467"/>
                  <a:pt x="20000" y="14467"/>
                </a:cubicBezTo>
              </a:path>
              <a:path w="21600" h="25763" fill="none" stroke="0">
                <a:moveTo>
                  <a:pt x="0" y="20782"/>
                </a:moveTo>
                <a:cubicBezTo>
                  <a:pt x="1590" y="23504"/>
                  <a:pt x="7553" y="23356"/>
                  <a:pt x="10652" y="22896"/>
                </a:cubicBezTo>
                <a:cubicBezTo>
                  <a:pt x="13540" y="22406"/>
                  <a:pt x="16841" y="25152"/>
                  <a:pt x="18165" y="24340"/>
                </a:cubicBezTo>
                <a:cubicBezTo>
                  <a:pt x="19489" y="23528"/>
                  <a:pt x="18338" y="16706"/>
                  <a:pt x="18595" y="18022"/>
                </a:cubicBezTo>
                <a:cubicBezTo>
                  <a:pt x="18595" y="17465"/>
                  <a:pt x="18873" y="26295"/>
                  <a:pt x="18873" y="25738"/>
                </a:cubicBezTo>
                <a:cubicBezTo>
                  <a:pt x="18873" y="25738"/>
                  <a:pt x="19298" y="16252"/>
                  <a:pt x="20000" y="16252"/>
                </a:cubicBezTo>
                <a:lnTo>
                  <a:pt x="20000" y="14467"/>
                </a:lnTo>
                <a:cubicBezTo>
                  <a:pt x="20000" y="14467"/>
                  <a:pt x="20800" y="14392"/>
                  <a:pt x="21600" y="14392"/>
                </a:cubicBezTo>
                <a:lnTo>
                  <a:pt x="21600" y="0"/>
                </a:lnTo>
                <a:lnTo>
                  <a:pt x="2972" y="0"/>
                </a:lnTo>
                <a:lnTo>
                  <a:pt x="2972" y="1815"/>
                </a:lnTo>
                <a:lnTo>
                  <a:pt x="1532" y="1815"/>
                </a:lnTo>
                <a:lnTo>
                  <a:pt x="1532" y="3675"/>
                </a:lnTo>
                <a:lnTo>
                  <a:pt x="0" y="3675"/>
                </a:lnTo>
                <a:lnTo>
                  <a:pt x="0" y="20782"/>
                </a:lnTo>
                <a:close/>
              </a:path>
            </a:pathLst>
          </a:custGeom>
          <a:solidFill>
            <a:srgbClr val="A7FFAB"/>
          </a:solidFill>
          <a:ln w="12700">
            <a:solidFill>
              <a:schemeClr val="accent1"/>
            </a:solidFill>
          </a:ln>
          <a:effectLst>
            <a:outerShdw blurRad="40000" dist="20000" dir="5400000" rotWithShape="0">
              <a:srgbClr val="000000">
                <a:alpha val="38000"/>
              </a:srgbClr>
            </a:outerShdw>
            <a:softEdge rad="12700"/>
          </a:effectLst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00"/>
                </a:solidFill>
              </a:rPr>
              <a:t>45t19</a:t>
            </a:r>
          </a:p>
        </p:txBody>
      </p:sp>
      <p:cxnSp>
        <p:nvCxnSpPr>
          <p:cNvPr id="54" name="Shape 200"/>
          <p:cNvCxnSpPr>
            <a:endCxn id="51" idx="3"/>
          </p:cNvCxnSpPr>
          <p:nvPr/>
        </p:nvCxnSpPr>
        <p:spPr>
          <a:xfrm flipH="1">
            <a:off x="7910192" y="6073197"/>
            <a:ext cx="286526" cy="638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55" name="Shape 204"/>
          <p:cNvSpPr/>
          <p:nvPr/>
        </p:nvSpPr>
        <p:spPr>
          <a:xfrm>
            <a:off x="6931162" y="6472896"/>
            <a:ext cx="917438" cy="2730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working3</a:t>
            </a:r>
          </a:p>
        </p:txBody>
      </p:sp>
      <p:cxnSp>
        <p:nvCxnSpPr>
          <p:cNvPr id="56" name="Shape 205"/>
          <p:cNvCxnSpPr>
            <a:endCxn id="51" idx="2"/>
          </p:cNvCxnSpPr>
          <p:nvPr/>
        </p:nvCxnSpPr>
        <p:spPr>
          <a:xfrm flipV="1">
            <a:off x="7522892" y="6251585"/>
            <a:ext cx="0" cy="221311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57" name="Shape 204"/>
          <p:cNvSpPr/>
          <p:nvPr/>
        </p:nvSpPr>
        <p:spPr>
          <a:xfrm>
            <a:off x="8074991" y="6491832"/>
            <a:ext cx="917438" cy="2730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working4</a:t>
            </a:r>
          </a:p>
        </p:txBody>
      </p:sp>
      <p:cxnSp>
        <p:nvCxnSpPr>
          <p:cNvPr id="58" name="Shape 205"/>
          <p:cNvCxnSpPr>
            <a:endCxn id="53" idx="0"/>
          </p:cNvCxnSpPr>
          <p:nvPr/>
        </p:nvCxnSpPr>
        <p:spPr>
          <a:xfrm flipV="1">
            <a:off x="8196718" y="6199345"/>
            <a:ext cx="0" cy="273551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65" name="Shape 200"/>
          <p:cNvCxnSpPr>
            <a:stCxn id="51" idx="1"/>
            <a:endCxn id="50" idx="1"/>
          </p:cNvCxnSpPr>
          <p:nvPr/>
        </p:nvCxnSpPr>
        <p:spPr>
          <a:xfrm flipH="1">
            <a:off x="6893344" y="6073835"/>
            <a:ext cx="242248" cy="22487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90" name="Shape 198"/>
          <p:cNvSpPr/>
          <p:nvPr/>
        </p:nvSpPr>
        <p:spPr>
          <a:xfrm>
            <a:off x="8287429" y="489862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57y23</a:t>
            </a:r>
          </a:p>
        </p:txBody>
      </p:sp>
      <p:cxnSp>
        <p:nvCxnSpPr>
          <p:cNvPr id="152" name="Shape 200"/>
          <p:cNvCxnSpPr>
            <a:stCxn id="61" idx="2"/>
          </p:cNvCxnSpPr>
          <p:nvPr/>
        </p:nvCxnSpPr>
        <p:spPr>
          <a:xfrm>
            <a:off x="6254363" y="2518586"/>
            <a:ext cx="9433" cy="289306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161" name="TextBox 160"/>
          <p:cNvSpPr txBox="1"/>
          <p:nvPr/>
        </p:nvSpPr>
        <p:spPr>
          <a:xfrm>
            <a:off x="6254769" y="672996"/>
            <a:ext cx="286884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Squash merge to 1 commit in FTR-10 branch</a:t>
            </a:r>
          </a:p>
          <a:p>
            <a:r>
              <a:rPr lang="en-US" dirty="0"/>
              <a:t>Tag commit </a:t>
            </a:r>
          </a:p>
          <a:p>
            <a:r>
              <a:rPr lang="en-US" dirty="0"/>
              <a:t>(Possibly Rebase master)</a:t>
            </a:r>
          </a:p>
        </p:txBody>
      </p:sp>
      <p:sp>
        <p:nvSpPr>
          <p:cNvPr id="162" name="Shape 204"/>
          <p:cNvSpPr/>
          <p:nvPr/>
        </p:nvSpPr>
        <p:spPr>
          <a:xfrm>
            <a:off x="2746238" y="1684576"/>
            <a:ext cx="917438" cy="2730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FTR-8</a:t>
            </a:r>
          </a:p>
        </p:txBody>
      </p:sp>
      <p:cxnSp>
        <p:nvCxnSpPr>
          <p:cNvPr id="163" name="Shape 205"/>
          <p:cNvCxnSpPr>
            <a:stCxn id="162" idx="2"/>
          </p:cNvCxnSpPr>
          <p:nvPr/>
        </p:nvCxnSpPr>
        <p:spPr>
          <a:xfrm flipH="1">
            <a:off x="2276063" y="1957576"/>
            <a:ext cx="928894" cy="344424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164" name="Shape 204"/>
          <p:cNvSpPr/>
          <p:nvPr/>
        </p:nvSpPr>
        <p:spPr>
          <a:xfrm>
            <a:off x="639181" y="1708599"/>
            <a:ext cx="917438" cy="2730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FTR-7</a:t>
            </a:r>
          </a:p>
        </p:txBody>
      </p:sp>
      <p:cxnSp>
        <p:nvCxnSpPr>
          <p:cNvPr id="165" name="Shape 205"/>
          <p:cNvCxnSpPr/>
          <p:nvPr/>
        </p:nvCxnSpPr>
        <p:spPr>
          <a:xfrm flipH="1">
            <a:off x="1086444" y="1981599"/>
            <a:ext cx="10124" cy="344424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60" name="Shape 204"/>
          <p:cNvSpPr/>
          <p:nvPr/>
        </p:nvSpPr>
        <p:spPr>
          <a:xfrm>
            <a:off x="1086444" y="4268738"/>
            <a:ext cx="1531531" cy="2730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origin/fix/FTR-10</a:t>
            </a:r>
          </a:p>
        </p:txBody>
      </p:sp>
      <p:sp>
        <p:nvSpPr>
          <p:cNvPr id="61" name="Shape 204"/>
          <p:cNvSpPr/>
          <p:nvPr/>
        </p:nvSpPr>
        <p:spPr>
          <a:xfrm>
            <a:off x="5640780" y="2164286"/>
            <a:ext cx="1227166" cy="3543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fix/FTR-10</a:t>
            </a:r>
          </a:p>
        </p:txBody>
      </p:sp>
      <p:cxnSp>
        <p:nvCxnSpPr>
          <p:cNvPr id="64" name="Shape 205"/>
          <p:cNvCxnSpPr/>
          <p:nvPr/>
        </p:nvCxnSpPr>
        <p:spPr>
          <a:xfrm>
            <a:off x="8756700" y="4550557"/>
            <a:ext cx="0" cy="393653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66" name="Shape 212"/>
          <p:cNvSpPr/>
          <p:nvPr/>
        </p:nvSpPr>
        <p:spPr>
          <a:xfrm>
            <a:off x="8297285" y="3489837"/>
            <a:ext cx="838200" cy="355500"/>
          </a:xfrm>
          <a:prstGeom prst="rect">
            <a:avLst/>
          </a:prstGeom>
          <a:solidFill>
            <a:srgbClr val="666666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>
                <a:solidFill>
                  <a:srgbClr val="FFFFFF"/>
                </a:solidFill>
              </a:rPr>
              <a:t>HEAD</a:t>
            </a:r>
          </a:p>
        </p:txBody>
      </p:sp>
      <p:cxnSp>
        <p:nvCxnSpPr>
          <p:cNvPr id="67" name="Shape 205"/>
          <p:cNvCxnSpPr>
            <a:stCxn id="66" idx="2"/>
          </p:cNvCxnSpPr>
          <p:nvPr/>
        </p:nvCxnSpPr>
        <p:spPr>
          <a:xfrm>
            <a:off x="8716385" y="3845337"/>
            <a:ext cx="0" cy="423401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68" name="Shape 204"/>
          <p:cNvSpPr/>
          <p:nvPr/>
        </p:nvSpPr>
        <p:spPr>
          <a:xfrm>
            <a:off x="7956553" y="4268738"/>
            <a:ext cx="1187448" cy="2730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fix/FTR-10</a:t>
            </a:r>
          </a:p>
        </p:txBody>
      </p:sp>
    </p:spTree>
    <p:extLst>
      <p:ext uri="{BB962C8B-B14F-4D97-AF65-F5344CB8AC3E}">
        <p14:creationId xmlns:p14="http://schemas.microsoft.com/office/powerpoint/2010/main" val="28468722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Shape 190"/>
          <p:cNvSpPr txBox="1">
            <a:spLocks noGrp="1"/>
          </p:cNvSpPr>
          <p:nvPr>
            <p:ph type="sldNum" idx="12"/>
          </p:nvPr>
        </p:nvSpPr>
        <p:spPr>
          <a:xfrm>
            <a:off x="7983870" y="7003399"/>
            <a:ext cx="838200" cy="228600"/>
          </a:xfrm>
          <a:prstGeom prst="rect">
            <a:avLst/>
          </a:prstGeom>
        </p:spPr>
        <p:txBody>
          <a:bodyPr wrap="square" lIns="91425" tIns="45700" rIns="91425" bIns="45700" anchor="t" anchorCtr="0">
            <a:noAutofit/>
          </a:bodyPr>
          <a:lstStyle/>
          <a:p>
            <a:pPr lvl="0" rtl="0">
              <a:spcBef>
                <a:spcPts val="0"/>
              </a:spcBef>
              <a:buClr>
                <a:schemeClr val="lt2"/>
              </a:buClr>
              <a:buSzPct val="25000"/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 lang="en-US"/>
          </a:p>
        </p:txBody>
      </p:sp>
      <p:sp>
        <p:nvSpPr>
          <p:cNvPr id="191" name="Shape 191"/>
          <p:cNvSpPr/>
          <p:nvPr/>
        </p:nvSpPr>
        <p:spPr>
          <a:xfrm>
            <a:off x="710600" y="23215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/>
              <a:t>98ca9</a:t>
            </a:r>
          </a:p>
        </p:txBody>
      </p:sp>
      <p:sp>
        <p:nvSpPr>
          <p:cNvPr id="192" name="Shape 192"/>
          <p:cNvSpPr/>
          <p:nvPr/>
        </p:nvSpPr>
        <p:spPr>
          <a:xfrm>
            <a:off x="1893825" y="23215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/>
              <a:t>34ac2</a:t>
            </a:r>
          </a:p>
        </p:txBody>
      </p:sp>
      <p:cxnSp>
        <p:nvCxnSpPr>
          <p:cNvPr id="194" name="Shape 194"/>
          <p:cNvCxnSpPr>
            <a:stCxn id="192" idx="1"/>
            <a:endCxn id="191" idx="3"/>
          </p:cNvCxnSpPr>
          <p:nvPr/>
        </p:nvCxnSpPr>
        <p:spPr>
          <a:xfrm rot="10800000">
            <a:off x="1485225" y="2499250"/>
            <a:ext cx="4086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196" name="Shape 196"/>
          <p:cNvSpPr txBox="1">
            <a:spLocks noGrp="1"/>
          </p:cNvSpPr>
          <p:nvPr>
            <p:ph type="title"/>
          </p:nvPr>
        </p:nvSpPr>
        <p:spPr>
          <a:xfrm>
            <a:off x="0" y="0"/>
            <a:ext cx="6694257" cy="1111274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Merriweather"/>
              <a:buNone/>
            </a:pPr>
            <a:r>
              <a:rPr lang="en-US" dirty="0">
                <a:latin typeface="Merriweather"/>
                <a:ea typeface="Merriweather"/>
                <a:cs typeface="Merriweather"/>
                <a:sym typeface="Merriweather"/>
              </a:rPr>
              <a:t>Push fix of review, CI, delete local branch lcl-10 </a:t>
            </a:r>
          </a:p>
        </p:txBody>
      </p:sp>
      <p:sp>
        <p:nvSpPr>
          <p:cNvPr id="197" name="Shape 197"/>
          <p:cNvSpPr/>
          <p:nvPr/>
        </p:nvSpPr>
        <p:spPr>
          <a:xfrm>
            <a:off x="489200" y="48876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/>
              <a:t>98ca9</a:t>
            </a:r>
          </a:p>
        </p:txBody>
      </p:sp>
      <p:sp>
        <p:nvSpPr>
          <p:cNvPr id="198" name="Shape 198"/>
          <p:cNvSpPr/>
          <p:nvPr/>
        </p:nvSpPr>
        <p:spPr>
          <a:xfrm>
            <a:off x="1672425" y="48876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34ac2</a:t>
            </a:r>
          </a:p>
        </p:txBody>
      </p:sp>
      <p:cxnSp>
        <p:nvCxnSpPr>
          <p:cNvPr id="200" name="Shape 200"/>
          <p:cNvCxnSpPr>
            <a:stCxn id="198" idx="1"/>
            <a:endCxn id="197" idx="3"/>
          </p:cNvCxnSpPr>
          <p:nvPr/>
        </p:nvCxnSpPr>
        <p:spPr>
          <a:xfrm rot="10800000">
            <a:off x="1263825" y="5065350"/>
            <a:ext cx="4086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202" name="Shape 202"/>
          <p:cNvSpPr txBox="1"/>
          <p:nvPr/>
        </p:nvSpPr>
        <p:spPr>
          <a:xfrm>
            <a:off x="0" y="1150050"/>
            <a:ext cx="2281125" cy="546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-US" sz="1800" dirty="0"/>
              <a:t>Remote Repository</a:t>
            </a:r>
          </a:p>
        </p:txBody>
      </p:sp>
      <p:sp>
        <p:nvSpPr>
          <p:cNvPr id="203" name="Shape 203"/>
          <p:cNvSpPr txBox="1"/>
          <p:nvPr/>
        </p:nvSpPr>
        <p:spPr>
          <a:xfrm>
            <a:off x="65825" y="3822500"/>
            <a:ext cx="2395950" cy="546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-US" sz="1800" dirty="0"/>
              <a:t>Local Repository</a:t>
            </a:r>
          </a:p>
        </p:txBody>
      </p:sp>
      <p:sp>
        <p:nvSpPr>
          <p:cNvPr id="204" name="Shape 204"/>
          <p:cNvSpPr/>
          <p:nvPr/>
        </p:nvSpPr>
        <p:spPr>
          <a:xfrm>
            <a:off x="2694843" y="4268738"/>
            <a:ext cx="1343757" cy="2730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origin/master</a:t>
            </a:r>
          </a:p>
        </p:txBody>
      </p:sp>
      <p:cxnSp>
        <p:nvCxnSpPr>
          <p:cNvPr id="205" name="Shape 205"/>
          <p:cNvCxnSpPr>
            <a:stCxn id="204" idx="2"/>
            <a:endCxn id="198" idx="0"/>
          </p:cNvCxnSpPr>
          <p:nvPr/>
        </p:nvCxnSpPr>
        <p:spPr>
          <a:xfrm flipH="1">
            <a:off x="2059725" y="4541738"/>
            <a:ext cx="1306997" cy="345862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208" name="Shape 208"/>
          <p:cNvSpPr/>
          <p:nvPr/>
        </p:nvSpPr>
        <p:spPr>
          <a:xfrm>
            <a:off x="1849425" y="1696050"/>
            <a:ext cx="863400" cy="2547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master</a:t>
            </a:r>
          </a:p>
        </p:txBody>
      </p:sp>
      <p:cxnSp>
        <p:nvCxnSpPr>
          <p:cNvPr id="209" name="Shape 209"/>
          <p:cNvCxnSpPr>
            <a:stCxn id="208" idx="2"/>
            <a:endCxn id="192" idx="0"/>
          </p:cNvCxnSpPr>
          <p:nvPr/>
        </p:nvCxnSpPr>
        <p:spPr>
          <a:xfrm>
            <a:off x="2281125" y="1950750"/>
            <a:ext cx="0" cy="37075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215" name="Shape 215"/>
          <p:cNvCxnSpPr/>
          <p:nvPr/>
        </p:nvCxnSpPr>
        <p:spPr>
          <a:xfrm>
            <a:off x="32125" y="3822500"/>
            <a:ext cx="5171700" cy="162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37" name="Shape 205"/>
          <p:cNvCxnSpPr>
            <a:endCxn id="198" idx="0"/>
          </p:cNvCxnSpPr>
          <p:nvPr/>
        </p:nvCxnSpPr>
        <p:spPr>
          <a:xfrm>
            <a:off x="2059725" y="4541738"/>
            <a:ext cx="0" cy="345862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62" name="Shape 205"/>
          <p:cNvCxnSpPr>
            <a:stCxn id="90" idx="1"/>
            <a:endCxn id="35" idx="3"/>
          </p:cNvCxnSpPr>
          <p:nvPr/>
        </p:nvCxnSpPr>
        <p:spPr>
          <a:xfrm flipH="1" flipV="1">
            <a:off x="6651096" y="5076370"/>
            <a:ext cx="1718304" cy="4559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41" name="Shape 198"/>
          <p:cNvSpPr/>
          <p:nvPr/>
        </p:nvSpPr>
        <p:spPr>
          <a:xfrm>
            <a:off x="2879962" y="5412739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67def</a:t>
            </a:r>
          </a:p>
        </p:txBody>
      </p:sp>
      <p:cxnSp>
        <p:nvCxnSpPr>
          <p:cNvPr id="42" name="Shape 200"/>
          <p:cNvCxnSpPr>
            <a:stCxn id="41" idx="1"/>
            <a:endCxn id="198" idx="3"/>
          </p:cNvCxnSpPr>
          <p:nvPr/>
        </p:nvCxnSpPr>
        <p:spPr>
          <a:xfrm flipH="1" flipV="1">
            <a:off x="2447025" y="5065350"/>
            <a:ext cx="432937" cy="525139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39" name="Shape 198"/>
          <p:cNvSpPr/>
          <p:nvPr/>
        </p:nvSpPr>
        <p:spPr>
          <a:xfrm>
            <a:off x="3958199" y="5408043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347e4</a:t>
            </a:r>
          </a:p>
        </p:txBody>
      </p:sp>
      <p:cxnSp>
        <p:nvCxnSpPr>
          <p:cNvPr id="40" name="Shape 200"/>
          <p:cNvCxnSpPr>
            <a:endCxn id="41" idx="3"/>
          </p:cNvCxnSpPr>
          <p:nvPr/>
        </p:nvCxnSpPr>
        <p:spPr>
          <a:xfrm flipH="1">
            <a:off x="3654562" y="5590489"/>
            <a:ext cx="269268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2" name="Flowchart: Multidocument 1"/>
          <p:cNvSpPr/>
          <p:nvPr/>
        </p:nvSpPr>
        <p:spPr>
          <a:xfrm>
            <a:off x="5105400" y="5424314"/>
            <a:ext cx="999626" cy="459574"/>
          </a:xfrm>
          <a:custGeom>
            <a:avLst/>
            <a:gdLst>
              <a:gd name="connsiteX0" fmla="*/ 0 w 21600"/>
              <a:gd name="connsiteY0" fmla="*/ 20782 h 21600"/>
              <a:gd name="connsiteX1" fmla="*/ 18595 w 21600"/>
              <a:gd name="connsiteY1" fmla="*/ 18022 h 21600"/>
              <a:gd name="connsiteX2" fmla="*/ 18595 w 21600"/>
              <a:gd name="connsiteY2" fmla="*/ 3675 h 21600"/>
              <a:gd name="connsiteX3" fmla="*/ 0 w 21600"/>
              <a:gd name="connsiteY3" fmla="*/ 3675 h 21600"/>
              <a:gd name="connsiteX4" fmla="*/ 0 w 21600"/>
              <a:gd name="connsiteY4" fmla="*/ 20782 h 21600"/>
              <a:gd name="connsiteX5" fmla="*/ 1532 w 21600"/>
              <a:gd name="connsiteY5" fmla="*/ 3675 h 21600"/>
              <a:gd name="connsiteX6" fmla="*/ 1532 w 21600"/>
              <a:gd name="connsiteY6" fmla="*/ 1815 h 21600"/>
              <a:gd name="connsiteX7" fmla="*/ 20000 w 21600"/>
              <a:gd name="connsiteY7" fmla="*/ 1815 h 21600"/>
              <a:gd name="connsiteX8" fmla="*/ 20000 w 21600"/>
              <a:gd name="connsiteY8" fmla="*/ 16252 h 21600"/>
              <a:gd name="connsiteX9" fmla="*/ 18595 w 21600"/>
              <a:gd name="connsiteY9" fmla="*/ 16352 h 21600"/>
              <a:gd name="connsiteX10" fmla="*/ 18595 w 21600"/>
              <a:gd name="connsiteY10" fmla="*/ 3675 h 21600"/>
              <a:gd name="connsiteX11" fmla="*/ 1532 w 21600"/>
              <a:gd name="connsiteY11" fmla="*/ 3675 h 21600"/>
              <a:gd name="connsiteX12" fmla="*/ 2972 w 21600"/>
              <a:gd name="connsiteY12" fmla="*/ 1815 h 21600"/>
              <a:gd name="connsiteX13" fmla="*/ 2972 w 21600"/>
              <a:gd name="connsiteY13" fmla="*/ 0 h 21600"/>
              <a:gd name="connsiteX14" fmla="*/ 21600 w 21600"/>
              <a:gd name="connsiteY14" fmla="*/ 0 h 21600"/>
              <a:gd name="connsiteX15" fmla="*/ 21600 w 21600"/>
              <a:gd name="connsiteY15" fmla="*/ 14392 h 21600"/>
              <a:gd name="connsiteX16" fmla="*/ 20000 w 21600"/>
              <a:gd name="connsiteY16" fmla="*/ 14467 h 21600"/>
              <a:gd name="connsiteX17" fmla="*/ 20000 w 21600"/>
              <a:gd name="connsiteY17" fmla="*/ 1815 h 21600"/>
              <a:gd name="connsiteX18" fmla="*/ 2972 w 21600"/>
              <a:gd name="connsiteY18" fmla="*/ 1815 h 21600"/>
              <a:gd name="connsiteX0" fmla="*/ 0 w 21600"/>
              <a:gd name="connsiteY0" fmla="*/ 3675 h 21600"/>
              <a:gd name="connsiteX1" fmla="*/ 18595 w 21600"/>
              <a:gd name="connsiteY1" fmla="*/ 3675 h 21600"/>
              <a:gd name="connsiteX2" fmla="*/ 18595 w 21600"/>
              <a:gd name="connsiteY2" fmla="*/ 18022 h 21600"/>
              <a:gd name="connsiteX3" fmla="*/ 0 w 21600"/>
              <a:gd name="connsiteY3" fmla="*/ 20782 h 21600"/>
              <a:gd name="connsiteX4" fmla="*/ 0 w 21600"/>
              <a:gd name="connsiteY4" fmla="*/ 3675 h 21600"/>
              <a:gd name="connsiteX5" fmla="*/ 1532 w 21600"/>
              <a:gd name="connsiteY5" fmla="*/ 3675 h 21600"/>
              <a:gd name="connsiteX6" fmla="*/ 1532 w 21600"/>
              <a:gd name="connsiteY6" fmla="*/ 1815 h 21600"/>
              <a:gd name="connsiteX7" fmla="*/ 20000 w 21600"/>
              <a:gd name="connsiteY7" fmla="*/ 1815 h 21600"/>
              <a:gd name="connsiteX8" fmla="*/ 20000 w 21600"/>
              <a:gd name="connsiteY8" fmla="*/ 16252 h 21600"/>
              <a:gd name="connsiteX9" fmla="*/ 18595 w 21600"/>
              <a:gd name="connsiteY9" fmla="*/ 16352 h 21600"/>
              <a:gd name="connsiteX10" fmla="*/ 2972 w 21600"/>
              <a:gd name="connsiteY10" fmla="*/ 1815 h 21600"/>
              <a:gd name="connsiteX11" fmla="*/ 2972 w 21600"/>
              <a:gd name="connsiteY11" fmla="*/ 0 h 21600"/>
              <a:gd name="connsiteX12" fmla="*/ 21600 w 21600"/>
              <a:gd name="connsiteY12" fmla="*/ 0 h 21600"/>
              <a:gd name="connsiteX13" fmla="*/ 21600 w 21600"/>
              <a:gd name="connsiteY13" fmla="*/ 14392 h 21600"/>
              <a:gd name="connsiteX14" fmla="*/ 20000 w 21600"/>
              <a:gd name="connsiteY14" fmla="*/ 14467 h 21600"/>
              <a:gd name="connsiteX0" fmla="*/ 0 w 21600"/>
              <a:gd name="connsiteY0" fmla="*/ 20782 h 21600"/>
              <a:gd name="connsiteX1" fmla="*/ 18595 w 21600"/>
              <a:gd name="connsiteY1" fmla="*/ 18022 h 21600"/>
              <a:gd name="connsiteX2" fmla="*/ 18595 w 21600"/>
              <a:gd name="connsiteY2" fmla="*/ 16352 h 21600"/>
              <a:gd name="connsiteX3" fmla="*/ 20000 w 21600"/>
              <a:gd name="connsiteY3" fmla="*/ 16252 h 21600"/>
              <a:gd name="connsiteX4" fmla="*/ 20000 w 21600"/>
              <a:gd name="connsiteY4" fmla="*/ 14467 h 21600"/>
              <a:gd name="connsiteX5" fmla="*/ 21600 w 21600"/>
              <a:gd name="connsiteY5" fmla="*/ 14392 h 21600"/>
              <a:gd name="connsiteX6" fmla="*/ 21600 w 21600"/>
              <a:gd name="connsiteY6" fmla="*/ 0 h 21600"/>
              <a:gd name="connsiteX7" fmla="*/ 2972 w 21600"/>
              <a:gd name="connsiteY7" fmla="*/ 0 h 21600"/>
              <a:gd name="connsiteX8" fmla="*/ 2972 w 21600"/>
              <a:gd name="connsiteY8" fmla="*/ 1815 h 21600"/>
              <a:gd name="connsiteX9" fmla="*/ 1532 w 21600"/>
              <a:gd name="connsiteY9" fmla="*/ 1815 h 21600"/>
              <a:gd name="connsiteX10" fmla="*/ 1532 w 21600"/>
              <a:gd name="connsiteY10" fmla="*/ 3675 h 21600"/>
              <a:gd name="connsiteX11" fmla="*/ 0 w 21600"/>
              <a:gd name="connsiteY11" fmla="*/ 3675 h 21600"/>
              <a:gd name="connsiteX12" fmla="*/ 0 w 21600"/>
              <a:gd name="connsiteY12" fmla="*/ 20782 h 21600"/>
              <a:gd name="connsiteX0" fmla="*/ 0 w 21600"/>
              <a:gd name="connsiteY0" fmla="*/ 20782 h 25763"/>
              <a:gd name="connsiteX1" fmla="*/ 18595 w 21600"/>
              <a:gd name="connsiteY1" fmla="*/ 18022 h 25763"/>
              <a:gd name="connsiteX2" fmla="*/ 18595 w 21600"/>
              <a:gd name="connsiteY2" fmla="*/ 3675 h 25763"/>
              <a:gd name="connsiteX3" fmla="*/ 0 w 21600"/>
              <a:gd name="connsiteY3" fmla="*/ 3675 h 25763"/>
              <a:gd name="connsiteX4" fmla="*/ 0 w 21600"/>
              <a:gd name="connsiteY4" fmla="*/ 20782 h 25763"/>
              <a:gd name="connsiteX5" fmla="*/ 1532 w 21600"/>
              <a:gd name="connsiteY5" fmla="*/ 3675 h 25763"/>
              <a:gd name="connsiteX6" fmla="*/ 1532 w 21600"/>
              <a:gd name="connsiteY6" fmla="*/ 1815 h 25763"/>
              <a:gd name="connsiteX7" fmla="*/ 20000 w 21600"/>
              <a:gd name="connsiteY7" fmla="*/ 1815 h 25763"/>
              <a:gd name="connsiteX8" fmla="*/ 20000 w 21600"/>
              <a:gd name="connsiteY8" fmla="*/ 16252 h 25763"/>
              <a:gd name="connsiteX9" fmla="*/ 18595 w 21600"/>
              <a:gd name="connsiteY9" fmla="*/ 16352 h 25763"/>
              <a:gd name="connsiteX10" fmla="*/ 18595 w 21600"/>
              <a:gd name="connsiteY10" fmla="*/ 3675 h 25763"/>
              <a:gd name="connsiteX11" fmla="*/ 1532 w 21600"/>
              <a:gd name="connsiteY11" fmla="*/ 3675 h 25763"/>
              <a:gd name="connsiteX12" fmla="*/ 2972 w 21600"/>
              <a:gd name="connsiteY12" fmla="*/ 1815 h 25763"/>
              <a:gd name="connsiteX13" fmla="*/ 2972 w 21600"/>
              <a:gd name="connsiteY13" fmla="*/ 0 h 25763"/>
              <a:gd name="connsiteX14" fmla="*/ 21600 w 21600"/>
              <a:gd name="connsiteY14" fmla="*/ 0 h 25763"/>
              <a:gd name="connsiteX15" fmla="*/ 21600 w 21600"/>
              <a:gd name="connsiteY15" fmla="*/ 14392 h 25763"/>
              <a:gd name="connsiteX16" fmla="*/ 20000 w 21600"/>
              <a:gd name="connsiteY16" fmla="*/ 14467 h 25763"/>
              <a:gd name="connsiteX17" fmla="*/ 20000 w 21600"/>
              <a:gd name="connsiteY17" fmla="*/ 1815 h 25763"/>
              <a:gd name="connsiteX18" fmla="*/ 2972 w 21600"/>
              <a:gd name="connsiteY18" fmla="*/ 1815 h 25763"/>
              <a:gd name="connsiteX0" fmla="*/ 0 w 21600"/>
              <a:gd name="connsiteY0" fmla="*/ 3675 h 25763"/>
              <a:gd name="connsiteX1" fmla="*/ 18595 w 21600"/>
              <a:gd name="connsiteY1" fmla="*/ 3675 h 25763"/>
              <a:gd name="connsiteX2" fmla="*/ 18595 w 21600"/>
              <a:gd name="connsiteY2" fmla="*/ 18022 h 25763"/>
              <a:gd name="connsiteX3" fmla="*/ 0 w 21600"/>
              <a:gd name="connsiteY3" fmla="*/ 20782 h 25763"/>
              <a:gd name="connsiteX4" fmla="*/ 0 w 21600"/>
              <a:gd name="connsiteY4" fmla="*/ 3675 h 25763"/>
              <a:gd name="connsiteX5" fmla="*/ 1532 w 21600"/>
              <a:gd name="connsiteY5" fmla="*/ 3675 h 25763"/>
              <a:gd name="connsiteX6" fmla="*/ 1532 w 21600"/>
              <a:gd name="connsiteY6" fmla="*/ 1815 h 25763"/>
              <a:gd name="connsiteX7" fmla="*/ 20000 w 21600"/>
              <a:gd name="connsiteY7" fmla="*/ 1815 h 25763"/>
              <a:gd name="connsiteX8" fmla="*/ 20000 w 21600"/>
              <a:gd name="connsiteY8" fmla="*/ 16252 h 25763"/>
              <a:gd name="connsiteX9" fmla="*/ 18595 w 21600"/>
              <a:gd name="connsiteY9" fmla="*/ 16352 h 25763"/>
              <a:gd name="connsiteX10" fmla="*/ 2972 w 21600"/>
              <a:gd name="connsiteY10" fmla="*/ 1815 h 25763"/>
              <a:gd name="connsiteX11" fmla="*/ 2972 w 21600"/>
              <a:gd name="connsiteY11" fmla="*/ 0 h 25763"/>
              <a:gd name="connsiteX12" fmla="*/ 21600 w 21600"/>
              <a:gd name="connsiteY12" fmla="*/ 0 h 25763"/>
              <a:gd name="connsiteX13" fmla="*/ 21600 w 21600"/>
              <a:gd name="connsiteY13" fmla="*/ 14392 h 25763"/>
              <a:gd name="connsiteX14" fmla="*/ 20000 w 21600"/>
              <a:gd name="connsiteY14" fmla="*/ 14467 h 25763"/>
              <a:gd name="connsiteX0" fmla="*/ 0 w 21600"/>
              <a:gd name="connsiteY0" fmla="*/ 20782 h 25763"/>
              <a:gd name="connsiteX1" fmla="*/ 18595 w 21600"/>
              <a:gd name="connsiteY1" fmla="*/ 18022 h 25763"/>
              <a:gd name="connsiteX2" fmla="*/ 18873 w 21600"/>
              <a:gd name="connsiteY2" fmla="*/ 25738 h 25763"/>
              <a:gd name="connsiteX3" fmla="*/ 20000 w 21600"/>
              <a:gd name="connsiteY3" fmla="*/ 16252 h 25763"/>
              <a:gd name="connsiteX4" fmla="*/ 20000 w 21600"/>
              <a:gd name="connsiteY4" fmla="*/ 14467 h 25763"/>
              <a:gd name="connsiteX5" fmla="*/ 21600 w 21600"/>
              <a:gd name="connsiteY5" fmla="*/ 14392 h 25763"/>
              <a:gd name="connsiteX6" fmla="*/ 21600 w 21600"/>
              <a:gd name="connsiteY6" fmla="*/ 0 h 25763"/>
              <a:gd name="connsiteX7" fmla="*/ 2972 w 21600"/>
              <a:gd name="connsiteY7" fmla="*/ 0 h 25763"/>
              <a:gd name="connsiteX8" fmla="*/ 2972 w 21600"/>
              <a:gd name="connsiteY8" fmla="*/ 1815 h 25763"/>
              <a:gd name="connsiteX9" fmla="*/ 1532 w 21600"/>
              <a:gd name="connsiteY9" fmla="*/ 1815 h 25763"/>
              <a:gd name="connsiteX10" fmla="*/ 1532 w 21600"/>
              <a:gd name="connsiteY10" fmla="*/ 3675 h 25763"/>
              <a:gd name="connsiteX11" fmla="*/ 0 w 21600"/>
              <a:gd name="connsiteY11" fmla="*/ 3675 h 25763"/>
              <a:gd name="connsiteX12" fmla="*/ 0 w 21600"/>
              <a:gd name="connsiteY12" fmla="*/ 20782 h 25763"/>
              <a:gd name="connsiteX0" fmla="*/ 0 w 21600"/>
              <a:gd name="connsiteY0" fmla="*/ 20782 h 26547"/>
              <a:gd name="connsiteX1" fmla="*/ 18595 w 21600"/>
              <a:gd name="connsiteY1" fmla="*/ 18022 h 26547"/>
              <a:gd name="connsiteX2" fmla="*/ 18595 w 21600"/>
              <a:gd name="connsiteY2" fmla="*/ 3675 h 26547"/>
              <a:gd name="connsiteX3" fmla="*/ 0 w 21600"/>
              <a:gd name="connsiteY3" fmla="*/ 3675 h 26547"/>
              <a:gd name="connsiteX4" fmla="*/ 0 w 21600"/>
              <a:gd name="connsiteY4" fmla="*/ 20782 h 26547"/>
              <a:gd name="connsiteX5" fmla="*/ 1532 w 21600"/>
              <a:gd name="connsiteY5" fmla="*/ 3675 h 26547"/>
              <a:gd name="connsiteX6" fmla="*/ 1532 w 21600"/>
              <a:gd name="connsiteY6" fmla="*/ 1815 h 26547"/>
              <a:gd name="connsiteX7" fmla="*/ 20000 w 21600"/>
              <a:gd name="connsiteY7" fmla="*/ 1815 h 26547"/>
              <a:gd name="connsiteX8" fmla="*/ 20000 w 21600"/>
              <a:gd name="connsiteY8" fmla="*/ 16252 h 26547"/>
              <a:gd name="connsiteX9" fmla="*/ 18595 w 21600"/>
              <a:gd name="connsiteY9" fmla="*/ 16352 h 26547"/>
              <a:gd name="connsiteX10" fmla="*/ 18595 w 21600"/>
              <a:gd name="connsiteY10" fmla="*/ 3675 h 26547"/>
              <a:gd name="connsiteX11" fmla="*/ 1532 w 21600"/>
              <a:gd name="connsiteY11" fmla="*/ 3675 h 26547"/>
              <a:gd name="connsiteX12" fmla="*/ 2972 w 21600"/>
              <a:gd name="connsiteY12" fmla="*/ 1815 h 26547"/>
              <a:gd name="connsiteX13" fmla="*/ 2972 w 21600"/>
              <a:gd name="connsiteY13" fmla="*/ 0 h 26547"/>
              <a:gd name="connsiteX14" fmla="*/ 21600 w 21600"/>
              <a:gd name="connsiteY14" fmla="*/ 0 h 26547"/>
              <a:gd name="connsiteX15" fmla="*/ 21600 w 21600"/>
              <a:gd name="connsiteY15" fmla="*/ 14392 h 26547"/>
              <a:gd name="connsiteX16" fmla="*/ 20000 w 21600"/>
              <a:gd name="connsiteY16" fmla="*/ 14467 h 26547"/>
              <a:gd name="connsiteX17" fmla="*/ 20000 w 21600"/>
              <a:gd name="connsiteY17" fmla="*/ 1815 h 26547"/>
              <a:gd name="connsiteX18" fmla="*/ 2972 w 21600"/>
              <a:gd name="connsiteY18" fmla="*/ 1815 h 26547"/>
              <a:gd name="connsiteX0" fmla="*/ 0 w 21600"/>
              <a:gd name="connsiteY0" fmla="*/ 3675 h 26547"/>
              <a:gd name="connsiteX1" fmla="*/ 18595 w 21600"/>
              <a:gd name="connsiteY1" fmla="*/ 3675 h 26547"/>
              <a:gd name="connsiteX2" fmla="*/ 18595 w 21600"/>
              <a:gd name="connsiteY2" fmla="*/ 18022 h 26547"/>
              <a:gd name="connsiteX3" fmla="*/ 0 w 21600"/>
              <a:gd name="connsiteY3" fmla="*/ 20782 h 26547"/>
              <a:gd name="connsiteX4" fmla="*/ 0 w 21600"/>
              <a:gd name="connsiteY4" fmla="*/ 3675 h 26547"/>
              <a:gd name="connsiteX5" fmla="*/ 1532 w 21600"/>
              <a:gd name="connsiteY5" fmla="*/ 3675 h 26547"/>
              <a:gd name="connsiteX6" fmla="*/ 1532 w 21600"/>
              <a:gd name="connsiteY6" fmla="*/ 1815 h 26547"/>
              <a:gd name="connsiteX7" fmla="*/ 20000 w 21600"/>
              <a:gd name="connsiteY7" fmla="*/ 1815 h 26547"/>
              <a:gd name="connsiteX8" fmla="*/ 20000 w 21600"/>
              <a:gd name="connsiteY8" fmla="*/ 16252 h 26547"/>
              <a:gd name="connsiteX9" fmla="*/ 18595 w 21600"/>
              <a:gd name="connsiteY9" fmla="*/ 16352 h 26547"/>
              <a:gd name="connsiteX10" fmla="*/ 2972 w 21600"/>
              <a:gd name="connsiteY10" fmla="*/ 1815 h 26547"/>
              <a:gd name="connsiteX11" fmla="*/ 2972 w 21600"/>
              <a:gd name="connsiteY11" fmla="*/ 0 h 26547"/>
              <a:gd name="connsiteX12" fmla="*/ 21600 w 21600"/>
              <a:gd name="connsiteY12" fmla="*/ 0 h 26547"/>
              <a:gd name="connsiteX13" fmla="*/ 21600 w 21600"/>
              <a:gd name="connsiteY13" fmla="*/ 14392 h 26547"/>
              <a:gd name="connsiteX14" fmla="*/ 20000 w 21600"/>
              <a:gd name="connsiteY14" fmla="*/ 14467 h 26547"/>
              <a:gd name="connsiteX0" fmla="*/ 0 w 21600"/>
              <a:gd name="connsiteY0" fmla="*/ 20782 h 26547"/>
              <a:gd name="connsiteX1" fmla="*/ 9817 w 21600"/>
              <a:gd name="connsiteY1" fmla="*/ 26506 h 26547"/>
              <a:gd name="connsiteX2" fmla="*/ 18595 w 21600"/>
              <a:gd name="connsiteY2" fmla="*/ 18022 h 26547"/>
              <a:gd name="connsiteX3" fmla="*/ 18873 w 21600"/>
              <a:gd name="connsiteY3" fmla="*/ 25738 h 26547"/>
              <a:gd name="connsiteX4" fmla="*/ 20000 w 21600"/>
              <a:gd name="connsiteY4" fmla="*/ 16252 h 26547"/>
              <a:gd name="connsiteX5" fmla="*/ 20000 w 21600"/>
              <a:gd name="connsiteY5" fmla="*/ 14467 h 26547"/>
              <a:gd name="connsiteX6" fmla="*/ 21600 w 21600"/>
              <a:gd name="connsiteY6" fmla="*/ 14392 h 26547"/>
              <a:gd name="connsiteX7" fmla="*/ 21600 w 21600"/>
              <a:gd name="connsiteY7" fmla="*/ 0 h 26547"/>
              <a:gd name="connsiteX8" fmla="*/ 2972 w 21600"/>
              <a:gd name="connsiteY8" fmla="*/ 0 h 26547"/>
              <a:gd name="connsiteX9" fmla="*/ 2972 w 21600"/>
              <a:gd name="connsiteY9" fmla="*/ 1815 h 26547"/>
              <a:gd name="connsiteX10" fmla="*/ 1532 w 21600"/>
              <a:gd name="connsiteY10" fmla="*/ 1815 h 26547"/>
              <a:gd name="connsiteX11" fmla="*/ 1532 w 21600"/>
              <a:gd name="connsiteY11" fmla="*/ 3675 h 26547"/>
              <a:gd name="connsiteX12" fmla="*/ 0 w 21600"/>
              <a:gd name="connsiteY12" fmla="*/ 3675 h 26547"/>
              <a:gd name="connsiteX13" fmla="*/ 0 w 21600"/>
              <a:gd name="connsiteY13" fmla="*/ 20782 h 26547"/>
              <a:gd name="connsiteX0" fmla="*/ 0 w 21600"/>
              <a:gd name="connsiteY0" fmla="*/ 20782 h 25763"/>
              <a:gd name="connsiteX1" fmla="*/ 18595 w 21600"/>
              <a:gd name="connsiteY1" fmla="*/ 18022 h 25763"/>
              <a:gd name="connsiteX2" fmla="*/ 18595 w 21600"/>
              <a:gd name="connsiteY2" fmla="*/ 3675 h 25763"/>
              <a:gd name="connsiteX3" fmla="*/ 0 w 21600"/>
              <a:gd name="connsiteY3" fmla="*/ 3675 h 25763"/>
              <a:gd name="connsiteX4" fmla="*/ 0 w 21600"/>
              <a:gd name="connsiteY4" fmla="*/ 20782 h 25763"/>
              <a:gd name="connsiteX5" fmla="*/ 1532 w 21600"/>
              <a:gd name="connsiteY5" fmla="*/ 3675 h 25763"/>
              <a:gd name="connsiteX6" fmla="*/ 1532 w 21600"/>
              <a:gd name="connsiteY6" fmla="*/ 1815 h 25763"/>
              <a:gd name="connsiteX7" fmla="*/ 20000 w 21600"/>
              <a:gd name="connsiteY7" fmla="*/ 1815 h 25763"/>
              <a:gd name="connsiteX8" fmla="*/ 20000 w 21600"/>
              <a:gd name="connsiteY8" fmla="*/ 16252 h 25763"/>
              <a:gd name="connsiteX9" fmla="*/ 18595 w 21600"/>
              <a:gd name="connsiteY9" fmla="*/ 16352 h 25763"/>
              <a:gd name="connsiteX10" fmla="*/ 18595 w 21600"/>
              <a:gd name="connsiteY10" fmla="*/ 3675 h 25763"/>
              <a:gd name="connsiteX11" fmla="*/ 1532 w 21600"/>
              <a:gd name="connsiteY11" fmla="*/ 3675 h 25763"/>
              <a:gd name="connsiteX12" fmla="*/ 2972 w 21600"/>
              <a:gd name="connsiteY12" fmla="*/ 1815 h 25763"/>
              <a:gd name="connsiteX13" fmla="*/ 2972 w 21600"/>
              <a:gd name="connsiteY13" fmla="*/ 0 h 25763"/>
              <a:gd name="connsiteX14" fmla="*/ 21600 w 21600"/>
              <a:gd name="connsiteY14" fmla="*/ 0 h 25763"/>
              <a:gd name="connsiteX15" fmla="*/ 21600 w 21600"/>
              <a:gd name="connsiteY15" fmla="*/ 14392 h 25763"/>
              <a:gd name="connsiteX16" fmla="*/ 20000 w 21600"/>
              <a:gd name="connsiteY16" fmla="*/ 14467 h 25763"/>
              <a:gd name="connsiteX17" fmla="*/ 20000 w 21600"/>
              <a:gd name="connsiteY17" fmla="*/ 1815 h 25763"/>
              <a:gd name="connsiteX18" fmla="*/ 2972 w 21600"/>
              <a:gd name="connsiteY18" fmla="*/ 1815 h 25763"/>
              <a:gd name="connsiteX0" fmla="*/ 0 w 21600"/>
              <a:gd name="connsiteY0" fmla="*/ 3675 h 25763"/>
              <a:gd name="connsiteX1" fmla="*/ 18595 w 21600"/>
              <a:gd name="connsiteY1" fmla="*/ 3675 h 25763"/>
              <a:gd name="connsiteX2" fmla="*/ 18595 w 21600"/>
              <a:gd name="connsiteY2" fmla="*/ 18022 h 25763"/>
              <a:gd name="connsiteX3" fmla="*/ 0 w 21600"/>
              <a:gd name="connsiteY3" fmla="*/ 20782 h 25763"/>
              <a:gd name="connsiteX4" fmla="*/ 0 w 21600"/>
              <a:gd name="connsiteY4" fmla="*/ 3675 h 25763"/>
              <a:gd name="connsiteX5" fmla="*/ 1532 w 21600"/>
              <a:gd name="connsiteY5" fmla="*/ 3675 h 25763"/>
              <a:gd name="connsiteX6" fmla="*/ 1532 w 21600"/>
              <a:gd name="connsiteY6" fmla="*/ 1815 h 25763"/>
              <a:gd name="connsiteX7" fmla="*/ 20000 w 21600"/>
              <a:gd name="connsiteY7" fmla="*/ 1815 h 25763"/>
              <a:gd name="connsiteX8" fmla="*/ 20000 w 21600"/>
              <a:gd name="connsiteY8" fmla="*/ 16252 h 25763"/>
              <a:gd name="connsiteX9" fmla="*/ 18595 w 21600"/>
              <a:gd name="connsiteY9" fmla="*/ 16352 h 25763"/>
              <a:gd name="connsiteX10" fmla="*/ 2972 w 21600"/>
              <a:gd name="connsiteY10" fmla="*/ 1815 h 25763"/>
              <a:gd name="connsiteX11" fmla="*/ 2972 w 21600"/>
              <a:gd name="connsiteY11" fmla="*/ 0 h 25763"/>
              <a:gd name="connsiteX12" fmla="*/ 21600 w 21600"/>
              <a:gd name="connsiteY12" fmla="*/ 0 h 25763"/>
              <a:gd name="connsiteX13" fmla="*/ 21600 w 21600"/>
              <a:gd name="connsiteY13" fmla="*/ 14392 h 25763"/>
              <a:gd name="connsiteX14" fmla="*/ 20000 w 21600"/>
              <a:gd name="connsiteY14" fmla="*/ 14467 h 25763"/>
              <a:gd name="connsiteX0" fmla="*/ 0 w 21600"/>
              <a:gd name="connsiteY0" fmla="*/ 20782 h 25763"/>
              <a:gd name="connsiteX1" fmla="*/ 10652 w 21600"/>
              <a:gd name="connsiteY1" fmla="*/ 22896 h 25763"/>
              <a:gd name="connsiteX2" fmla="*/ 18595 w 21600"/>
              <a:gd name="connsiteY2" fmla="*/ 18022 h 25763"/>
              <a:gd name="connsiteX3" fmla="*/ 18873 w 21600"/>
              <a:gd name="connsiteY3" fmla="*/ 25738 h 25763"/>
              <a:gd name="connsiteX4" fmla="*/ 20000 w 21600"/>
              <a:gd name="connsiteY4" fmla="*/ 16252 h 25763"/>
              <a:gd name="connsiteX5" fmla="*/ 20000 w 21600"/>
              <a:gd name="connsiteY5" fmla="*/ 14467 h 25763"/>
              <a:gd name="connsiteX6" fmla="*/ 21600 w 21600"/>
              <a:gd name="connsiteY6" fmla="*/ 14392 h 25763"/>
              <a:gd name="connsiteX7" fmla="*/ 21600 w 21600"/>
              <a:gd name="connsiteY7" fmla="*/ 0 h 25763"/>
              <a:gd name="connsiteX8" fmla="*/ 2972 w 21600"/>
              <a:gd name="connsiteY8" fmla="*/ 0 h 25763"/>
              <a:gd name="connsiteX9" fmla="*/ 2972 w 21600"/>
              <a:gd name="connsiteY9" fmla="*/ 1815 h 25763"/>
              <a:gd name="connsiteX10" fmla="*/ 1532 w 21600"/>
              <a:gd name="connsiteY10" fmla="*/ 1815 h 25763"/>
              <a:gd name="connsiteX11" fmla="*/ 1532 w 21600"/>
              <a:gd name="connsiteY11" fmla="*/ 3675 h 25763"/>
              <a:gd name="connsiteX12" fmla="*/ 0 w 21600"/>
              <a:gd name="connsiteY12" fmla="*/ 3675 h 25763"/>
              <a:gd name="connsiteX13" fmla="*/ 0 w 21600"/>
              <a:gd name="connsiteY13" fmla="*/ 20782 h 25763"/>
              <a:gd name="connsiteX0" fmla="*/ 0 w 21600"/>
              <a:gd name="connsiteY0" fmla="*/ 20782 h 25763"/>
              <a:gd name="connsiteX1" fmla="*/ 18595 w 21600"/>
              <a:gd name="connsiteY1" fmla="*/ 18022 h 25763"/>
              <a:gd name="connsiteX2" fmla="*/ 18595 w 21600"/>
              <a:gd name="connsiteY2" fmla="*/ 3675 h 25763"/>
              <a:gd name="connsiteX3" fmla="*/ 0 w 21600"/>
              <a:gd name="connsiteY3" fmla="*/ 3675 h 25763"/>
              <a:gd name="connsiteX4" fmla="*/ 0 w 21600"/>
              <a:gd name="connsiteY4" fmla="*/ 20782 h 25763"/>
              <a:gd name="connsiteX5" fmla="*/ 1532 w 21600"/>
              <a:gd name="connsiteY5" fmla="*/ 3675 h 25763"/>
              <a:gd name="connsiteX6" fmla="*/ 1532 w 21600"/>
              <a:gd name="connsiteY6" fmla="*/ 1815 h 25763"/>
              <a:gd name="connsiteX7" fmla="*/ 20000 w 21600"/>
              <a:gd name="connsiteY7" fmla="*/ 1815 h 25763"/>
              <a:gd name="connsiteX8" fmla="*/ 20000 w 21600"/>
              <a:gd name="connsiteY8" fmla="*/ 16252 h 25763"/>
              <a:gd name="connsiteX9" fmla="*/ 18595 w 21600"/>
              <a:gd name="connsiteY9" fmla="*/ 16352 h 25763"/>
              <a:gd name="connsiteX10" fmla="*/ 18595 w 21600"/>
              <a:gd name="connsiteY10" fmla="*/ 3675 h 25763"/>
              <a:gd name="connsiteX11" fmla="*/ 1532 w 21600"/>
              <a:gd name="connsiteY11" fmla="*/ 3675 h 25763"/>
              <a:gd name="connsiteX12" fmla="*/ 2972 w 21600"/>
              <a:gd name="connsiteY12" fmla="*/ 1815 h 25763"/>
              <a:gd name="connsiteX13" fmla="*/ 2972 w 21600"/>
              <a:gd name="connsiteY13" fmla="*/ 0 h 25763"/>
              <a:gd name="connsiteX14" fmla="*/ 21600 w 21600"/>
              <a:gd name="connsiteY14" fmla="*/ 0 h 25763"/>
              <a:gd name="connsiteX15" fmla="*/ 21600 w 21600"/>
              <a:gd name="connsiteY15" fmla="*/ 14392 h 25763"/>
              <a:gd name="connsiteX16" fmla="*/ 20000 w 21600"/>
              <a:gd name="connsiteY16" fmla="*/ 14467 h 25763"/>
              <a:gd name="connsiteX17" fmla="*/ 20000 w 21600"/>
              <a:gd name="connsiteY17" fmla="*/ 1815 h 25763"/>
              <a:gd name="connsiteX18" fmla="*/ 2972 w 21600"/>
              <a:gd name="connsiteY18" fmla="*/ 1815 h 25763"/>
              <a:gd name="connsiteX0" fmla="*/ 0 w 21600"/>
              <a:gd name="connsiteY0" fmla="*/ 3675 h 25763"/>
              <a:gd name="connsiteX1" fmla="*/ 18595 w 21600"/>
              <a:gd name="connsiteY1" fmla="*/ 3675 h 25763"/>
              <a:gd name="connsiteX2" fmla="*/ 18595 w 21600"/>
              <a:gd name="connsiteY2" fmla="*/ 18022 h 25763"/>
              <a:gd name="connsiteX3" fmla="*/ 0 w 21600"/>
              <a:gd name="connsiteY3" fmla="*/ 20782 h 25763"/>
              <a:gd name="connsiteX4" fmla="*/ 0 w 21600"/>
              <a:gd name="connsiteY4" fmla="*/ 3675 h 25763"/>
              <a:gd name="connsiteX5" fmla="*/ 1532 w 21600"/>
              <a:gd name="connsiteY5" fmla="*/ 3675 h 25763"/>
              <a:gd name="connsiteX6" fmla="*/ 1532 w 21600"/>
              <a:gd name="connsiteY6" fmla="*/ 1815 h 25763"/>
              <a:gd name="connsiteX7" fmla="*/ 20000 w 21600"/>
              <a:gd name="connsiteY7" fmla="*/ 1815 h 25763"/>
              <a:gd name="connsiteX8" fmla="*/ 20000 w 21600"/>
              <a:gd name="connsiteY8" fmla="*/ 16252 h 25763"/>
              <a:gd name="connsiteX9" fmla="*/ 18595 w 21600"/>
              <a:gd name="connsiteY9" fmla="*/ 16352 h 25763"/>
              <a:gd name="connsiteX10" fmla="*/ 2972 w 21600"/>
              <a:gd name="connsiteY10" fmla="*/ 1815 h 25763"/>
              <a:gd name="connsiteX11" fmla="*/ 2972 w 21600"/>
              <a:gd name="connsiteY11" fmla="*/ 0 h 25763"/>
              <a:gd name="connsiteX12" fmla="*/ 21600 w 21600"/>
              <a:gd name="connsiteY12" fmla="*/ 0 h 25763"/>
              <a:gd name="connsiteX13" fmla="*/ 21600 w 21600"/>
              <a:gd name="connsiteY13" fmla="*/ 14392 h 25763"/>
              <a:gd name="connsiteX14" fmla="*/ 20000 w 21600"/>
              <a:gd name="connsiteY14" fmla="*/ 14467 h 25763"/>
              <a:gd name="connsiteX0" fmla="*/ 0 w 21600"/>
              <a:gd name="connsiteY0" fmla="*/ 20782 h 25763"/>
              <a:gd name="connsiteX1" fmla="*/ 10652 w 21600"/>
              <a:gd name="connsiteY1" fmla="*/ 22896 h 25763"/>
              <a:gd name="connsiteX2" fmla="*/ 18165 w 21600"/>
              <a:gd name="connsiteY2" fmla="*/ 24340 h 25763"/>
              <a:gd name="connsiteX3" fmla="*/ 18595 w 21600"/>
              <a:gd name="connsiteY3" fmla="*/ 18022 h 25763"/>
              <a:gd name="connsiteX4" fmla="*/ 18873 w 21600"/>
              <a:gd name="connsiteY4" fmla="*/ 25738 h 25763"/>
              <a:gd name="connsiteX5" fmla="*/ 20000 w 21600"/>
              <a:gd name="connsiteY5" fmla="*/ 16252 h 25763"/>
              <a:gd name="connsiteX6" fmla="*/ 20000 w 21600"/>
              <a:gd name="connsiteY6" fmla="*/ 14467 h 25763"/>
              <a:gd name="connsiteX7" fmla="*/ 21600 w 21600"/>
              <a:gd name="connsiteY7" fmla="*/ 14392 h 25763"/>
              <a:gd name="connsiteX8" fmla="*/ 21600 w 21600"/>
              <a:gd name="connsiteY8" fmla="*/ 0 h 25763"/>
              <a:gd name="connsiteX9" fmla="*/ 2972 w 21600"/>
              <a:gd name="connsiteY9" fmla="*/ 0 h 25763"/>
              <a:gd name="connsiteX10" fmla="*/ 2972 w 21600"/>
              <a:gd name="connsiteY10" fmla="*/ 1815 h 25763"/>
              <a:gd name="connsiteX11" fmla="*/ 1532 w 21600"/>
              <a:gd name="connsiteY11" fmla="*/ 1815 h 25763"/>
              <a:gd name="connsiteX12" fmla="*/ 1532 w 21600"/>
              <a:gd name="connsiteY12" fmla="*/ 3675 h 25763"/>
              <a:gd name="connsiteX13" fmla="*/ 0 w 21600"/>
              <a:gd name="connsiteY13" fmla="*/ 3675 h 25763"/>
              <a:gd name="connsiteX14" fmla="*/ 0 w 21600"/>
              <a:gd name="connsiteY14" fmla="*/ 20782 h 257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1600" h="25763" stroke="0" extrusionOk="0">
                <a:moveTo>
                  <a:pt x="0" y="20782"/>
                </a:moveTo>
                <a:cubicBezTo>
                  <a:pt x="9298" y="23542"/>
                  <a:pt x="9298" y="18022"/>
                  <a:pt x="18595" y="18022"/>
                </a:cubicBezTo>
                <a:lnTo>
                  <a:pt x="18595" y="3675"/>
                </a:lnTo>
                <a:lnTo>
                  <a:pt x="0" y="3675"/>
                </a:lnTo>
                <a:lnTo>
                  <a:pt x="0" y="20782"/>
                </a:lnTo>
                <a:close/>
                <a:moveTo>
                  <a:pt x="1532" y="3675"/>
                </a:moveTo>
                <a:lnTo>
                  <a:pt x="1532" y="1815"/>
                </a:lnTo>
                <a:lnTo>
                  <a:pt x="20000" y="1815"/>
                </a:lnTo>
                <a:lnTo>
                  <a:pt x="20000" y="16252"/>
                </a:lnTo>
                <a:cubicBezTo>
                  <a:pt x="19298" y="16252"/>
                  <a:pt x="18595" y="16352"/>
                  <a:pt x="18595" y="16352"/>
                </a:cubicBezTo>
                <a:lnTo>
                  <a:pt x="18595" y="3675"/>
                </a:lnTo>
                <a:lnTo>
                  <a:pt x="1532" y="3675"/>
                </a:lnTo>
                <a:close/>
                <a:moveTo>
                  <a:pt x="2972" y="1815"/>
                </a:moveTo>
                <a:lnTo>
                  <a:pt x="2972" y="0"/>
                </a:lnTo>
                <a:lnTo>
                  <a:pt x="21600" y="0"/>
                </a:lnTo>
                <a:lnTo>
                  <a:pt x="21600" y="14392"/>
                </a:lnTo>
                <a:cubicBezTo>
                  <a:pt x="20800" y="14392"/>
                  <a:pt x="20000" y="14467"/>
                  <a:pt x="20000" y="14467"/>
                </a:cubicBezTo>
                <a:lnTo>
                  <a:pt x="20000" y="1815"/>
                </a:lnTo>
                <a:lnTo>
                  <a:pt x="2972" y="1815"/>
                </a:lnTo>
                <a:close/>
              </a:path>
              <a:path w="21600" h="25763" fill="none" extrusionOk="0">
                <a:moveTo>
                  <a:pt x="0" y="3675"/>
                </a:moveTo>
                <a:lnTo>
                  <a:pt x="18595" y="3675"/>
                </a:lnTo>
                <a:lnTo>
                  <a:pt x="18595" y="18022"/>
                </a:lnTo>
                <a:cubicBezTo>
                  <a:pt x="9298" y="18022"/>
                  <a:pt x="9298" y="23542"/>
                  <a:pt x="0" y="20782"/>
                </a:cubicBezTo>
                <a:lnTo>
                  <a:pt x="0" y="3675"/>
                </a:lnTo>
                <a:close/>
                <a:moveTo>
                  <a:pt x="1532" y="3675"/>
                </a:moveTo>
                <a:lnTo>
                  <a:pt x="1532" y="1815"/>
                </a:lnTo>
                <a:lnTo>
                  <a:pt x="20000" y="1815"/>
                </a:lnTo>
                <a:lnTo>
                  <a:pt x="20000" y="16252"/>
                </a:lnTo>
                <a:cubicBezTo>
                  <a:pt x="19298" y="16252"/>
                  <a:pt x="18595" y="16352"/>
                  <a:pt x="18595" y="16352"/>
                </a:cubicBezTo>
                <a:moveTo>
                  <a:pt x="2972" y="1815"/>
                </a:moveTo>
                <a:lnTo>
                  <a:pt x="2972" y="0"/>
                </a:lnTo>
                <a:lnTo>
                  <a:pt x="21600" y="0"/>
                </a:lnTo>
                <a:lnTo>
                  <a:pt x="21600" y="14392"/>
                </a:lnTo>
                <a:cubicBezTo>
                  <a:pt x="20800" y="14392"/>
                  <a:pt x="20000" y="14467"/>
                  <a:pt x="20000" y="14467"/>
                </a:cubicBezTo>
              </a:path>
              <a:path w="21600" h="25763" fill="none" stroke="0">
                <a:moveTo>
                  <a:pt x="0" y="20782"/>
                </a:moveTo>
                <a:cubicBezTo>
                  <a:pt x="1590" y="23504"/>
                  <a:pt x="7553" y="23356"/>
                  <a:pt x="10652" y="22896"/>
                </a:cubicBezTo>
                <a:cubicBezTo>
                  <a:pt x="13540" y="22406"/>
                  <a:pt x="16841" y="25152"/>
                  <a:pt x="18165" y="24340"/>
                </a:cubicBezTo>
                <a:cubicBezTo>
                  <a:pt x="19489" y="23528"/>
                  <a:pt x="18338" y="16706"/>
                  <a:pt x="18595" y="18022"/>
                </a:cubicBezTo>
                <a:cubicBezTo>
                  <a:pt x="18595" y="17465"/>
                  <a:pt x="18873" y="26295"/>
                  <a:pt x="18873" y="25738"/>
                </a:cubicBezTo>
                <a:cubicBezTo>
                  <a:pt x="18873" y="25738"/>
                  <a:pt x="19298" y="16252"/>
                  <a:pt x="20000" y="16252"/>
                </a:cubicBezTo>
                <a:lnTo>
                  <a:pt x="20000" y="14467"/>
                </a:lnTo>
                <a:cubicBezTo>
                  <a:pt x="20000" y="14467"/>
                  <a:pt x="20800" y="14392"/>
                  <a:pt x="21600" y="14392"/>
                </a:cubicBezTo>
                <a:lnTo>
                  <a:pt x="21600" y="0"/>
                </a:lnTo>
                <a:lnTo>
                  <a:pt x="2972" y="0"/>
                </a:lnTo>
                <a:lnTo>
                  <a:pt x="2972" y="1815"/>
                </a:lnTo>
                <a:lnTo>
                  <a:pt x="1532" y="1815"/>
                </a:lnTo>
                <a:lnTo>
                  <a:pt x="1532" y="3675"/>
                </a:lnTo>
                <a:lnTo>
                  <a:pt x="0" y="3675"/>
                </a:lnTo>
                <a:lnTo>
                  <a:pt x="0" y="20782"/>
                </a:lnTo>
                <a:close/>
              </a:path>
            </a:pathLst>
          </a:custGeom>
          <a:solidFill>
            <a:srgbClr val="A7FFAB"/>
          </a:solidFill>
          <a:ln w="12700">
            <a:solidFill>
              <a:schemeClr val="accent1"/>
            </a:solidFill>
          </a:ln>
          <a:effectLst>
            <a:outerShdw blurRad="40000" dist="20000" dir="5400000" rotWithShape="0">
              <a:srgbClr val="000000">
                <a:alpha val="38000"/>
              </a:srgbClr>
            </a:outerShdw>
            <a:softEdge rad="12700"/>
          </a:effectLst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00"/>
                </a:solidFill>
              </a:rPr>
              <a:t>24t56</a:t>
            </a:r>
          </a:p>
        </p:txBody>
      </p:sp>
      <p:cxnSp>
        <p:nvCxnSpPr>
          <p:cNvPr id="38" name="Shape 200"/>
          <p:cNvCxnSpPr/>
          <p:nvPr/>
        </p:nvCxnSpPr>
        <p:spPr>
          <a:xfrm flipH="1" flipV="1">
            <a:off x="4732802" y="5631052"/>
            <a:ext cx="372598" cy="11474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35" name="Shape 198"/>
          <p:cNvSpPr/>
          <p:nvPr/>
        </p:nvSpPr>
        <p:spPr>
          <a:xfrm>
            <a:off x="5876496" y="489862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345r3</a:t>
            </a:r>
          </a:p>
        </p:txBody>
      </p:sp>
      <p:cxnSp>
        <p:nvCxnSpPr>
          <p:cNvPr id="44" name="Shape 200"/>
          <p:cNvCxnSpPr/>
          <p:nvPr/>
        </p:nvCxnSpPr>
        <p:spPr>
          <a:xfrm flipH="1" flipV="1">
            <a:off x="2426586" y="5053473"/>
            <a:ext cx="3429471" cy="1102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71" name="Shape 204"/>
          <p:cNvSpPr/>
          <p:nvPr/>
        </p:nvSpPr>
        <p:spPr>
          <a:xfrm>
            <a:off x="3897956" y="6142376"/>
            <a:ext cx="917438" cy="2730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working1</a:t>
            </a:r>
          </a:p>
        </p:txBody>
      </p:sp>
      <p:cxnSp>
        <p:nvCxnSpPr>
          <p:cNvPr id="72" name="Shape 205"/>
          <p:cNvCxnSpPr>
            <a:stCxn id="71" idx="0"/>
            <a:endCxn id="39" idx="2"/>
          </p:cNvCxnSpPr>
          <p:nvPr/>
        </p:nvCxnSpPr>
        <p:spPr>
          <a:xfrm flipH="1" flipV="1">
            <a:off x="4345499" y="5763543"/>
            <a:ext cx="11176" cy="378833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92" name="Shape 204"/>
          <p:cNvSpPr/>
          <p:nvPr/>
        </p:nvSpPr>
        <p:spPr>
          <a:xfrm>
            <a:off x="4959058" y="6431769"/>
            <a:ext cx="917438" cy="2730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working2</a:t>
            </a:r>
          </a:p>
        </p:txBody>
      </p:sp>
      <p:cxnSp>
        <p:nvCxnSpPr>
          <p:cNvPr id="93" name="Shape 205"/>
          <p:cNvCxnSpPr>
            <a:endCxn id="2" idx="0"/>
          </p:cNvCxnSpPr>
          <p:nvPr/>
        </p:nvCxnSpPr>
        <p:spPr>
          <a:xfrm flipV="1">
            <a:off x="5105400" y="5795034"/>
            <a:ext cx="0" cy="636735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46" name="Shape 198"/>
          <p:cNvSpPr/>
          <p:nvPr/>
        </p:nvSpPr>
        <p:spPr>
          <a:xfrm>
            <a:off x="5831577" y="2816793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345r3</a:t>
            </a:r>
          </a:p>
        </p:txBody>
      </p:sp>
      <p:cxnSp>
        <p:nvCxnSpPr>
          <p:cNvPr id="47" name="Shape 200"/>
          <p:cNvCxnSpPr>
            <a:stCxn id="46" idx="1"/>
            <a:endCxn id="192" idx="3"/>
          </p:cNvCxnSpPr>
          <p:nvPr/>
        </p:nvCxnSpPr>
        <p:spPr>
          <a:xfrm flipH="1" flipV="1">
            <a:off x="2668425" y="2499250"/>
            <a:ext cx="3163152" cy="495293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50" name="Shape 198"/>
          <p:cNvSpPr/>
          <p:nvPr/>
        </p:nvSpPr>
        <p:spPr>
          <a:xfrm rot="10800000" flipV="1">
            <a:off x="6118744" y="5941059"/>
            <a:ext cx="774600" cy="310525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567r4</a:t>
            </a:r>
          </a:p>
        </p:txBody>
      </p:sp>
      <p:sp>
        <p:nvSpPr>
          <p:cNvPr id="51" name="Shape 198"/>
          <p:cNvSpPr/>
          <p:nvPr/>
        </p:nvSpPr>
        <p:spPr>
          <a:xfrm>
            <a:off x="7135592" y="5896085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e3rf5</a:t>
            </a:r>
          </a:p>
        </p:txBody>
      </p:sp>
      <p:cxnSp>
        <p:nvCxnSpPr>
          <p:cNvPr id="52" name="Shape 200"/>
          <p:cNvCxnSpPr>
            <a:stCxn id="50" idx="0"/>
            <a:endCxn id="35" idx="2"/>
          </p:cNvCxnSpPr>
          <p:nvPr/>
        </p:nvCxnSpPr>
        <p:spPr>
          <a:xfrm flipH="1" flipV="1">
            <a:off x="6263796" y="5254120"/>
            <a:ext cx="242248" cy="686939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53" name="Flowchart: Multidocument 1"/>
          <p:cNvSpPr/>
          <p:nvPr/>
        </p:nvSpPr>
        <p:spPr>
          <a:xfrm>
            <a:off x="8196718" y="5867519"/>
            <a:ext cx="795711" cy="411357"/>
          </a:xfrm>
          <a:custGeom>
            <a:avLst/>
            <a:gdLst>
              <a:gd name="connsiteX0" fmla="*/ 0 w 21600"/>
              <a:gd name="connsiteY0" fmla="*/ 20782 h 21600"/>
              <a:gd name="connsiteX1" fmla="*/ 18595 w 21600"/>
              <a:gd name="connsiteY1" fmla="*/ 18022 h 21600"/>
              <a:gd name="connsiteX2" fmla="*/ 18595 w 21600"/>
              <a:gd name="connsiteY2" fmla="*/ 3675 h 21600"/>
              <a:gd name="connsiteX3" fmla="*/ 0 w 21600"/>
              <a:gd name="connsiteY3" fmla="*/ 3675 h 21600"/>
              <a:gd name="connsiteX4" fmla="*/ 0 w 21600"/>
              <a:gd name="connsiteY4" fmla="*/ 20782 h 21600"/>
              <a:gd name="connsiteX5" fmla="*/ 1532 w 21600"/>
              <a:gd name="connsiteY5" fmla="*/ 3675 h 21600"/>
              <a:gd name="connsiteX6" fmla="*/ 1532 w 21600"/>
              <a:gd name="connsiteY6" fmla="*/ 1815 h 21600"/>
              <a:gd name="connsiteX7" fmla="*/ 20000 w 21600"/>
              <a:gd name="connsiteY7" fmla="*/ 1815 h 21600"/>
              <a:gd name="connsiteX8" fmla="*/ 20000 w 21600"/>
              <a:gd name="connsiteY8" fmla="*/ 16252 h 21600"/>
              <a:gd name="connsiteX9" fmla="*/ 18595 w 21600"/>
              <a:gd name="connsiteY9" fmla="*/ 16352 h 21600"/>
              <a:gd name="connsiteX10" fmla="*/ 18595 w 21600"/>
              <a:gd name="connsiteY10" fmla="*/ 3675 h 21600"/>
              <a:gd name="connsiteX11" fmla="*/ 1532 w 21600"/>
              <a:gd name="connsiteY11" fmla="*/ 3675 h 21600"/>
              <a:gd name="connsiteX12" fmla="*/ 2972 w 21600"/>
              <a:gd name="connsiteY12" fmla="*/ 1815 h 21600"/>
              <a:gd name="connsiteX13" fmla="*/ 2972 w 21600"/>
              <a:gd name="connsiteY13" fmla="*/ 0 h 21600"/>
              <a:gd name="connsiteX14" fmla="*/ 21600 w 21600"/>
              <a:gd name="connsiteY14" fmla="*/ 0 h 21600"/>
              <a:gd name="connsiteX15" fmla="*/ 21600 w 21600"/>
              <a:gd name="connsiteY15" fmla="*/ 14392 h 21600"/>
              <a:gd name="connsiteX16" fmla="*/ 20000 w 21600"/>
              <a:gd name="connsiteY16" fmla="*/ 14467 h 21600"/>
              <a:gd name="connsiteX17" fmla="*/ 20000 w 21600"/>
              <a:gd name="connsiteY17" fmla="*/ 1815 h 21600"/>
              <a:gd name="connsiteX18" fmla="*/ 2972 w 21600"/>
              <a:gd name="connsiteY18" fmla="*/ 1815 h 21600"/>
              <a:gd name="connsiteX0" fmla="*/ 0 w 21600"/>
              <a:gd name="connsiteY0" fmla="*/ 3675 h 21600"/>
              <a:gd name="connsiteX1" fmla="*/ 18595 w 21600"/>
              <a:gd name="connsiteY1" fmla="*/ 3675 h 21600"/>
              <a:gd name="connsiteX2" fmla="*/ 18595 w 21600"/>
              <a:gd name="connsiteY2" fmla="*/ 18022 h 21600"/>
              <a:gd name="connsiteX3" fmla="*/ 0 w 21600"/>
              <a:gd name="connsiteY3" fmla="*/ 20782 h 21600"/>
              <a:gd name="connsiteX4" fmla="*/ 0 w 21600"/>
              <a:gd name="connsiteY4" fmla="*/ 3675 h 21600"/>
              <a:gd name="connsiteX5" fmla="*/ 1532 w 21600"/>
              <a:gd name="connsiteY5" fmla="*/ 3675 h 21600"/>
              <a:gd name="connsiteX6" fmla="*/ 1532 w 21600"/>
              <a:gd name="connsiteY6" fmla="*/ 1815 h 21600"/>
              <a:gd name="connsiteX7" fmla="*/ 20000 w 21600"/>
              <a:gd name="connsiteY7" fmla="*/ 1815 h 21600"/>
              <a:gd name="connsiteX8" fmla="*/ 20000 w 21600"/>
              <a:gd name="connsiteY8" fmla="*/ 16252 h 21600"/>
              <a:gd name="connsiteX9" fmla="*/ 18595 w 21600"/>
              <a:gd name="connsiteY9" fmla="*/ 16352 h 21600"/>
              <a:gd name="connsiteX10" fmla="*/ 2972 w 21600"/>
              <a:gd name="connsiteY10" fmla="*/ 1815 h 21600"/>
              <a:gd name="connsiteX11" fmla="*/ 2972 w 21600"/>
              <a:gd name="connsiteY11" fmla="*/ 0 h 21600"/>
              <a:gd name="connsiteX12" fmla="*/ 21600 w 21600"/>
              <a:gd name="connsiteY12" fmla="*/ 0 h 21600"/>
              <a:gd name="connsiteX13" fmla="*/ 21600 w 21600"/>
              <a:gd name="connsiteY13" fmla="*/ 14392 h 21600"/>
              <a:gd name="connsiteX14" fmla="*/ 20000 w 21600"/>
              <a:gd name="connsiteY14" fmla="*/ 14467 h 21600"/>
              <a:gd name="connsiteX0" fmla="*/ 0 w 21600"/>
              <a:gd name="connsiteY0" fmla="*/ 20782 h 21600"/>
              <a:gd name="connsiteX1" fmla="*/ 18595 w 21600"/>
              <a:gd name="connsiteY1" fmla="*/ 18022 h 21600"/>
              <a:gd name="connsiteX2" fmla="*/ 18595 w 21600"/>
              <a:gd name="connsiteY2" fmla="*/ 16352 h 21600"/>
              <a:gd name="connsiteX3" fmla="*/ 20000 w 21600"/>
              <a:gd name="connsiteY3" fmla="*/ 16252 h 21600"/>
              <a:gd name="connsiteX4" fmla="*/ 20000 w 21600"/>
              <a:gd name="connsiteY4" fmla="*/ 14467 h 21600"/>
              <a:gd name="connsiteX5" fmla="*/ 21600 w 21600"/>
              <a:gd name="connsiteY5" fmla="*/ 14392 h 21600"/>
              <a:gd name="connsiteX6" fmla="*/ 21600 w 21600"/>
              <a:gd name="connsiteY6" fmla="*/ 0 h 21600"/>
              <a:gd name="connsiteX7" fmla="*/ 2972 w 21600"/>
              <a:gd name="connsiteY7" fmla="*/ 0 h 21600"/>
              <a:gd name="connsiteX8" fmla="*/ 2972 w 21600"/>
              <a:gd name="connsiteY8" fmla="*/ 1815 h 21600"/>
              <a:gd name="connsiteX9" fmla="*/ 1532 w 21600"/>
              <a:gd name="connsiteY9" fmla="*/ 1815 h 21600"/>
              <a:gd name="connsiteX10" fmla="*/ 1532 w 21600"/>
              <a:gd name="connsiteY10" fmla="*/ 3675 h 21600"/>
              <a:gd name="connsiteX11" fmla="*/ 0 w 21600"/>
              <a:gd name="connsiteY11" fmla="*/ 3675 h 21600"/>
              <a:gd name="connsiteX12" fmla="*/ 0 w 21600"/>
              <a:gd name="connsiteY12" fmla="*/ 20782 h 21600"/>
              <a:gd name="connsiteX0" fmla="*/ 0 w 21600"/>
              <a:gd name="connsiteY0" fmla="*/ 20782 h 25763"/>
              <a:gd name="connsiteX1" fmla="*/ 18595 w 21600"/>
              <a:gd name="connsiteY1" fmla="*/ 18022 h 25763"/>
              <a:gd name="connsiteX2" fmla="*/ 18595 w 21600"/>
              <a:gd name="connsiteY2" fmla="*/ 3675 h 25763"/>
              <a:gd name="connsiteX3" fmla="*/ 0 w 21600"/>
              <a:gd name="connsiteY3" fmla="*/ 3675 h 25763"/>
              <a:gd name="connsiteX4" fmla="*/ 0 w 21600"/>
              <a:gd name="connsiteY4" fmla="*/ 20782 h 25763"/>
              <a:gd name="connsiteX5" fmla="*/ 1532 w 21600"/>
              <a:gd name="connsiteY5" fmla="*/ 3675 h 25763"/>
              <a:gd name="connsiteX6" fmla="*/ 1532 w 21600"/>
              <a:gd name="connsiteY6" fmla="*/ 1815 h 25763"/>
              <a:gd name="connsiteX7" fmla="*/ 20000 w 21600"/>
              <a:gd name="connsiteY7" fmla="*/ 1815 h 25763"/>
              <a:gd name="connsiteX8" fmla="*/ 20000 w 21600"/>
              <a:gd name="connsiteY8" fmla="*/ 16252 h 25763"/>
              <a:gd name="connsiteX9" fmla="*/ 18595 w 21600"/>
              <a:gd name="connsiteY9" fmla="*/ 16352 h 25763"/>
              <a:gd name="connsiteX10" fmla="*/ 18595 w 21600"/>
              <a:gd name="connsiteY10" fmla="*/ 3675 h 25763"/>
              <a:gd name="connsiteX11" fmla="*/ 1532 w 21600"/>
              <a:gd name="connsiteY11" fmla="*/ 3675 h 25763"/>
              <a:gd name="connsiteX12" fmla="*/ 2972 w 21600"/>
              <a:gd name="connsiteY12" fmla="*/ 1815 h 25763"/>
              <a:gd name="connsiteX13" fmla="*/ 2972 w 21600"/>
              <a:gd name="connsiteY13" fmla="*/ 0 h 25763"/>
              <a:gd name="connsiteX14" fmla="*/ 21600 w 21600"/>
              <a:gd name="connsiteY14" fmla="*/ 0 h 25763"/>
              <a:gd name="connsiteX15" fmla="*/ 21600 w 21600"/>
              <a:gd name="connsiteY15" fmla="*/ 14392 h 25763"/>
              <a:gd name="connsiteX16" fmla="*/ 20000 w 21600"/>
              <a:gd name="connsiteY16" fmla="*/ 14467 h 25763"/>
              <a:gd name="connsiteX17" fmla="*/ 20000 w 21600"/>
              <a:gd name="connsiteY17" fmla="*/ 1815 h 25763"/>
              <a:gd name="connsiteX18" fmla="*/ 2972 w 21600"/>
              <a:gd name="connsiteY18" fmla="*/ 1815 h 25763"/>
              <a:gd name="connsiteX0" fmla="*/ 0 w 21600"/>
              <a:gd name="connsiteY0" fmla="*/ 3675 h 25763"/>
              <a:gd name="connsiteX1" fmla="*/ 18595 w 21600"/>
              <a:gd name="connsiteY1" fmla="*/ 3675 h 25763"/>
              <a:gd name="connsiteX2" fmla="*/ 18595 w 21600"/>
              <a:gd name="connsiteY2" fmla="*/ 18022 h 25763"/>
              <a:gd name="connsiteX3" fmla="*/ 0 w 21600"/>
              <a:gd name="connsiteY3" fmla="*/ 20782 h 25763"/>
              <a:gd name="connsiteX4" fmla="*/ 0 w 21600"/>
              <a:gd name="connsiteY4" fmla="*/ 3675 h 25763"/>
              <a:gd name="connsiteX5" fmla="*/ 1532 w 21600"/>
              <a:gd name="connsiteY5" fmla="*/ 3675 h 25763"/>
              <a:gd name="connsiteX6" fmla="*/ 1532 w 21600"/>
              <a:gd name="connsiteY6" fmla="*/ 1815 h 25763"/>
              <a:gd name="connsiteX7" fmla="*/ 20000 w 21600"/>
              <a:gd name="connsiteY7" fmla="*/ 1815 h 25763"/>
              <a:gd name="connsiteX8" fmla="*/ 20000 w 21600"/>
              <a:gd name="connsiteY8" fmla="*/ 16252 h 25763"/>
              <a:gd name="connsiteX9" fmla="*/ 18595 w 21600"/>
              <a:gd name="connsiteY9" fmla="*/ 16352 h 25763"/>
              <a:gd name="connsiteX10" fmla="*/ 2972 w 21600"/>
              <a:gd name="connsiteY10" fmla="*/ 1815 h 25763"/>
              <a:gd name="connsiteX11" fmla="*/ 2972 w 21600"/>
              <a:gd name="connsiteY11" fmla="*/ 0 h 25763"/>
              <a:gd name="connsiteX12" fmla="*/ 21600 w 21600"/>
              <a:gd name="connsiteY12" fmla="*/ 0 h 25763"/>
              <a:gd name="connsiteX13" fmla="*/ 21600 w 21600"/>
              <a:gd name="connsiteY13" fmla="*/ 14392 h 25763"/>
              <a:gd name="connsiteX14" fmla="*/ 20000 w 21600"/>
              <a:gd name="connsiteY14" fmla="*/ 14467 h 25763"/>
              <a:gd name="connsiteX0" fmla="*/ 0 w 21600"/>
              <a:gd name="connsiteY0" fmla="*/ 20782 h 25763"/>
              <a:gd name="connsiteX1" fmla="*/ 18595 w 21600"/>
              <a:gd name="connsiteY1" fmla="*/ 18022 h 25763"/>
              <a:gd name="connsiteX2" fmla="*/ 18873 w 21600"/>
              <a:gd name="connsiteY2" fmla="*/ 25738 h 25763"/>
              <a:gd name="connsiteX3" fmla="*/ 20000 w 21600"/>
              <a:gd name="connsiteY3" fmla="*/ 16252 h 25763"/>
              <a:gd name="connsiteX4" fmla="*/ 20000 w 21600"/>
              <a:gd name="connsiteY4" fmla="*/ 14467 h 25763"/>
              <a:gd name="connsiteX5" fmla="*/ 21600 w 21600"/>
              <a:gd name="connsiteY5" fmla="*/ 14392 h 25763"/>
              <a:gd name="connsiteX6" fmla="*/ 21600 w 21600"/>
              <a:gd name="connsiteY6" fmla="*/ 0 h 25763"/>
              <a:gd name="connsiteX7" fmla="*/ 2972 w 21600"/>
              <a:gd name="connsiteY7" fmla="*/ 0 h 25763"/>
              <a:gd name="connsiteX8" fmla="*/ 2972 w 21600"/>
              <a:gd name="connsiteY8" fmla="*/ 1815 h 25763"/>
              <a:gd name="connsiteX9" fmla="*/ 1532 w 21600"/>
              <a:gd name="connsiteY9" fmla="*/ 1815 h 25763"/>
              <a:gd name="connsiteX10" fmla="*/ 1532 w 21600"/>
              <a:gd name="connsiteY10" fmla="*/ 3675 h 25763"/>
              <a:gd name="connsiteX11" fmla="*/ 0 w 21600"/>
              <a:gd name="connsiteY11" fmla="*/ 3675 h 25763"/>
              <a:gd name="connsiteX12" fmla="*/ 0 w 21600"/>
              <a:gd name="connsiteY12" fmla="*/ 20782 h 25763"/>
              <a:gd name="connsiteX0" fmla="*/ 0 w 21600"/>
              <a:gd name="connsiteY0" fmla="*/ 20782 h 26547"/>
              <a:gd name="connsiteX1" fmla="*/ 18595 w 21600"/>
              <a:gd name="connsiteY1" fmla="*/ 18022 h 26547"/>
              <a:gd name="connsiteX2" fmla="*/ 18595 w 21600"/>
              <a:gd name="connsiteY2" fmla="*/ 3675 h 26547"/>
              <a:gd name="connsiteX3" fmla="*/ 0 w 21600"/>
              <a:gd name="connsiteY3" fmla="*/ 3675 h 26547"/>
              <a:gd name="connsiteX4" fmla="*/ 0 w 21600"/>
              <a:gd name="connsiteY4" fmla="*/ 20782 h 26547"/>
              <a:gd name="connsiteX5" fmla="*/ 1532 w 21600"/>
              <a:gd name="connsiteY5" fmla="*/ 3675 h 26547"/>
              <a:gd name="connsiteX6" fmla="*/ 1532 w 21600"/>
              <a:gd name="connsiteY6" fmla="*/ 1815 h 26547"/>
              <a:gd name="connsiteX7" fmla="*/ 20000 w 21600"/>
              <a:gd name="connsiteY7" fmla="*/ 1815 h 26547"/>
              <a:gd name="connsiteX8" fmla="*/ 20000 w 21600"/>
              <a:gd name="connsiteY8" fmla="*/ 16252 h 26547"/>
              <a:gd name="connsiteX9" fmla="*/ 18595 w 21600"/>
              <a:gd name="connsiteY9" fmla="*/ 16352 h 26547"/>
              <a:gd name="connsiteX10" fmla="*/ 18595 w 21600"/>
              <a:gd name="connsiteY10" fmla="*/ 3675 h 26547"/>
              <a:gd name="connsiteX11" fmla="*/ 1532 w 21600"/>
              <a:gd name="connsiteY11" fmla="*/ 3675 h 26547"/>
              <a:gd name="connsiteX12" fmla="*/ 2972 w 21600"/>
              <a:gd name="connsiteY12" fmla="*/ 1815 h 26547"/>
              <a:gd name="connsiteX13" fmla="*/ 2972 w 21600"/>
              <a:gd name="connsiteY13" fmla="*/ 0 h 26547"/>
              <a:gd name="connsiteX14" fmla="*/ 21600 w 21600"/>
              <a:gd name="connsiteY14" fmla="*/ 0 h 26547"/>
              <a:gd name="connsiteX15" fmla="*/ 21600 w 21600"/>
              <a:gd name="connsiteY15" fmla="*/ 14392 h 26547"/>
              <a:gd name="connsiteX16" fmla="*/ 20000 w 21600"/>
              <a:gd name="connsiteY16" fmla="*/ 14467 h 26547"/>
              <a:gd name="connsiteX17" fmla="*/ 20000 w 21600"/>
              <a:gd name="connsiteY17" fmla="*/ 1815 h 26547"/>
              <a:gd name="connsiteX18" fmla="*/ 2972 w 21600"/>
              <a:gd name="connsiteY18" fmla="*/ 1815 h 26547"/>
              <a:gd name="connsiteX0" fmla="*/ 0 w 21600"/>
              <a:gd name="connsiteY0" fmla="*/ 3675 h 26547"/>
              <a:gd name="connsiteX1" fmla="*/ 18595 w 21600"/>
              <a:gd name="connsiteY1" fmla="*/ 3675 h 26547"/>
              <a:gd name="connsiteX2" fmla="*/ 18595 w 21600"/>
              <a:gd name="connsiteY2" fmla="*/ 18022 h 26547"/>
              <a:gd name="connsiteX3" fmla="*/ 0 w 21600"/>
              <a:gd name="connsiteY3" fmla="*/ 20782 h 26547"/>
              <a:gd name="connsiteX4" fmla="*/ 0 w 21600"/>
              <a:gd name="connsiteY4" fmla="*/ 3675 h 26547"/>
              <a:gd name="connsiteX5" fmla="*/ 1532 w 21600"/>
              <a:gd name="connsiteY5" fmla="*/ 3675 h 26547"/>
              <a:gd name="connsiteX6" fmla="*/ 1532 w 21600"/>
              <a:gd name="connsiteY6" fmla="*/ 1815 h 26547"/>
              <a:gd name="connsiteX7" fmla="*/ 20000 w 21600"/>
              <a:gd name="connsiteY7" fmla="*/ 1815 h 26547"/>
              <a:gd name="connsiteX8" fmla="*/ 20000 w 21600"/>
              <a:gd name="connsiteY8" fmla="*/ 16252 h 26547"/>
              <a:gd name="connsiteX9" fmla="*/ 18595 w 21600"/>
              <a:gd name="connsiteY9" fmla="*/ 16352 h 26547"/>
              <a:gd name="connsiteX10" fmla="*/ 2972 w 21600"/>
              <a:gd name="connsiteY10" fmla="*/ 1815 h 26547"/>
              <a:gd name="connsiteX11" fmla="*/ 2972 w 21600"/>
              <a:gd name="connsiteY11" fmla="*/ 0 h 26547"/>
              <a:gd name="connsiteX12" fmla="*/ 21600 w 21600"/>
              <a:gd name="connsiteY12" fmla="*/ 0 h 26547"/>
              <a:gd name="connsiteX13" fmla="*/ 21600 w 21600"/>
              <a:gd name="connsiteY13" fmla="*/ 14392 h 26547"/>
              <a:gd name="connsiteX14" fmla="*/ 20000 w 21600"/>
              <a:gd name="connsiteY14" fmla="*/ 14467 h 26547"/>
              <a:gd name="connsiteX0" fmla="*/ 0 w 21600"/>
              <a:gd name="connsiteY0" fmla="*/ 20782 h 26547"/>
              <a:gd name="connsiteX1" fmla="*/ 9817 w 21600"/>
              <a:gd name="connsiteY1" fmla="*/ 26506 h 26547"/>
              <a:gd name="connsiteX2" fmla="*/ 18595 w 21600"/>
              <a:gd name="connsiteY2" fmla="*/ 18022 h 26547"/>
              <a:gd name="connsiteX3" fmla="*/ 18873 w 21600"/>
              <a:gd name="connsiteY3" fmla="*/ 25738 h 26547"/>
              <a:gd name="connsiteX4" fmla="*/ 20000 w 21600"/>
              <a:gd name="connsiteY4" fmla="*/ 16252 h 26547"/>
              <a:gd name="connsiteX5" fmla="*/ 20000 w 21600"/>
              <a:gd name="connsiteY5" fmla="*/ 14467 h 26547"/>
              <a:gd name="connsiteX6" fmla="*/ 21600 w 21600"/>
              <a:gd name="connsiteY6" fmla="*/ 14392 h 26547"/>
              <a:gd name="connsiteX7" fmla="*/ 21600 w 21600"/>
              <a:gd name="connsiteY7" fmla="*/ 0 h 26547"/>
              <a:gd name="connsiteX8" fmla="*/ 2972 w 21600"/>
              <a:gd name="connsiteY8" fmla="*/ 0 h 26547"/>
              <a:gd name="connsiteX9" fmla="*/ 2972 w 21600"/>
              <a:gd name="connsiteY9" fmla="*/ 1815 h 26547"/>
              <a:gd name="connsiteX10" fmla="*/ 1532 w 21600"/>
              <a:gd name="connsiteY10" fmla="*/ 1815 h 26547"/>
              <a:gd name="connsiteX11" fmla="*/ 1532 w 21600"/>
              <a:gd name="connsiteY11" fmla="*/ 3675 h 26547"/>
              <a:gd name="connsiteX12" fmla="*/ 0 w 21600"/>
              <a:gd name="connsiteY12" fmla="*/ 3675 h 26547"/>
              <a:gd name="connsiteX13" fmla="*/ 0 w 21600"/>
              <a:gd name="connsiteY13" fmla="*/ 20782 h 26547"/>
              <a:gd name="connsiteX0" fmla="*/ 0 w 21600"/>
              <a:gd name="connsiteY0" fmla="*/ 20782 h 25763"/>
              <a:gd name="connsiteX1" fmla="*/ 18595 w 21600"/>
              <a:gd name="connsiteY1" fmla="*/ 18022 h 25763"/>
              <a:gd name="connsiteX2" fmla="*/ 18595 w 21600"/>
              <a:gd name="connsiteY2" fmla="*/ 3675 h 25763"/>
              <a:gd name="connsiteX3" fmla="*/ 0 w 21600"/>
              <a:gd name="connsiteY3" fmla="*/ 3675 h 25763"/>
              <a:gd name="connsiteX4" fmla="*/ 0 w 21600"/>
              <a:gd name="connsiteY4" fmla="*/ 20782 h 25763"/>
              <a:gd name="connsiteX5" fmla="*/ 1532 w 21600"/>
              <a:gd name="connsiteY5" fmla="*/ 3675 h 25763"/>
              <a:gd name="connsiteX6" fmla="*/ 1532 w 21600"/>
              <a:gd name="connsiteY6" fmla="*/ 1815 h 25763"/>
              <a:gd name="connsiteX7" fmla="*/ 20000 w 21600"/>
              <a:gd name="connsiteY7" fmla="*/ 1815 h 25763"/>
              <a:gd name="connsiteX8" fmla="*/ 20000 w 21600"/>
              <a:gd name="connsiteY8" fmla="*/ 16252 h 25763"/>
              <a:gd name="connsiteX9" fmla="*/ 18595 w 21600"/>
              <a:gd name="connsiteY9" fmla="*/ 16352 h 25763"/>
              <a:gd name="connsiteX10" fmla="*/ 18595 w 21600"/>
              <a:gd name="connsiteY10" fmla="*/ 3675 h 25763"/>
              <a:gd name="connsiteX11" fmla="*/ 1532 w 21600"/>
              <a:gd name="connsiteY11" fmla="*/ 3675 h 25763"/>
              <a:gd name="connsiteX12" fmla="*/ 2972 w 21600"/>
              <a:gd name="connsiteY12" fmla="*/ 1815 h 25763"/>
              <a:gd name="connsiteX13" fmla="*/ 2972 w 21600"/>
              <a:gd name="connsiteY13" fmla="*/ 0 h 25763"/>
              <a:gd name="connsiteX14" fmla="*/ 21600 w 21600"/>
              <a:gd name="connsiteY14" fmla="*/ 0 h 25763"/>
              <a:gd name="connsiteX15" fmla="*/ 21600 w 21600"/>
              <a:gd name="connsiteY15" fmla="*/ 14392 h 25763"/>
              <a:gd name="connsiteX16" fmla="*/ 20000 w 21600"/>
              <a:gd name="connsiteY16" fmla="*/ 14467 h 25763"/>
              <a:gd name="connsiteX17" fmla="*/ 20000 w 21600"/>
              <a:gd name="connsiteY17" fmla="*/ 1815 h 25763"/>
              <a:gd name="connsiteX18" fmla="*/ 2972 w 21600"/>
              <a:gd name="connsiteY18" fmla="*/ 1815 h 25763"/>
              <a:gd name="connsiteX0" fmla="*/ 0 w 21600"/>
              <a:gd name="connsiteY0" fmla="*/ 3675 h 25763"/>
              <a:gd name="connsiteX1" fmla="*/ 18595 w 21600"/>
              <a:gd name="connsiteY1" fmla="*/ 3675 h 25763"/>
              <a:gd name="connsiteX2" fmla="*/ 18595 w 21600"/>
              <a:gd name="connsiteY2" fmla="*/ 18022 h 25763"/>
              <a:gd name="connsiteX3" fmla="*/ 0 w 21600"/>
              <a:gd name="connsiteY3" fmla="*/ 20782 h 25763"/>
              <a:gd name="connsiteX4" fmla="*/ 0 w 21600"/>
              <a:gd name="connsiteY4" fmla="*/ 3675 h 25763"/>
              <a:gd name="connsiteX5" fmla="*/ 1532 w 21600"/>
              <a:gd name="connsiteY5" fmla="*/ 3675 h 25763"/>
              <a:gd name="connsiteX6" fmla="*/ 1532 w 21600"/>
              <a:gd name="connsiteY6" fmla="*/ 1815 h 25763"/>
              <a:gd name="connsiteX7" fmla="*/ 20000 w 21600"/>
              <a:gd name="connsiteY7" fmla="*/ 1815 h 25763"/>
              <a:gd name="connsiteX8" fmla="*/ 20000 w 21600"/>
              <a:gd name="connsiteY8" fmla="*/ 16252 h 25763"/>
              <a:gd name="connsiteX9" fmla="*/ 18595 w 21600"/>
              <a:gd name="connsiteY9" fmla="*/ 16352 h 25763"/>
              <a:gd name="connsiteX10" fmla="*/ 2972 w 21600"/>
              <a:gd name="connsiteY10" fmla="*/ 1815 h 25763"/>
              <a:gd name="connsiteX11" fmla="*/ 2972 w 21600"/>
              <a:gd name="connsiteY11" fmla="*/ 0 h 25763"/>
              <a:gd name="connsiteX12" fmla="*/ 21600 w 21600"/>
              <a:gd name="connsiteY12" fmla="*/ 0 h 25763"/>
              <a:gd name="connsiteX13" fmla="*/ 21600 w 21600"/>
              <a:gd name="connsiteY13" fmla="*/ 14392 h 25763"/>
              <a:gd name="connsiteX14" fmla="*/ 20000 w 21600"/>
              <a:gd name="connsiteY14" fmla="*/ 14467 h 25763"/>
              <a:gd name="connsiteX0" fmla="*/ 0 w 21600"/>
              <a:gd name="connsiteY0" fmla="*/ 20782 h 25763"/>
              <a:gd name="connsiteX1" fmla="*/ 10652 w 21600"/>
              <a:gd name="connsiteY1" fmla="*/ 22896 h 25763"/>
              <a:gd name="connsiteX2" fmla="*/ 18595 w 21600"/>
              <a:gd name="connsiteY2" fmla="*/ 18022 h 25763"/>
              <a:gd name="connsiteX3" fmla="*/ 18873 w 21600"/>
              <a:gd name="connsiteY3" fmla="*/ 25738 h 25763"/>
              <a:gd name="connsiteX4" fmla="*/ 20000 w 21600"/>
              <a:gd name="connsiteY4" fmla="*/ 16252 h 25763"/>
              <a:gd name="connsiteX5" fmla="*/ 20000 w 21600"/>
              <a:gd name="connsiteY5" fmla="*/ 14467 h 25763"/>
              <a:gd name="connsiteX6" fmla="*/ 21600 w 21600"/>
              <a:gd name="connsiteY6" fmla="*/ 14392 h 25763"/>
              <a:gd name="connsiteX7" fmla="*/ 21600 w 21600"/>
              <a:gd name="connsiteY7" fmla="*/ 0 h 25763"/>
              <a:gd name="connsiteX8" fmla="*/ 2972 w 21600"/>
              <a:gd name="connsiteY8" fmla="*/ 0 h 25763"/>
              <a:gd name="connsiteX9" fmla="*/ 2972 w 21600"/>
              <a:gd name="connsiteY9" fmla="*/ 1815 h 25763"/>
              <a:gd name="connsiteX10" fmla="*/ 1532 w 21600"/>
              <a:gd name="connsiteY10" fmla="*/ 1815 h 25763"/>
              <a:gd name="connsiteX11" fmla="*/ 1532 w 21600"/>
              <a:gd name="connsiteY11" fmla="*/ 3675 h 25763"/>
              <a:gd name="connsiteX12" fmla="*/ 0 w 21600"/>
              <a:gd name="connsiteY12" fmla="*/ 3675 h 25763"/>
              <a:gd name="connsiteX13" fmla="*/ 0 w 21600"/>
              <a:gd name="connsiteY13" fmla="*/ 20782 h 25763"/>
              <a:gd name="connsiteX0" fmla="*/ 0 w 21600"/>
              <a:gd name="connsiteY0" fmla="*/ 20782 h 25763"/>
              <a:gd name="connsiteX1" fmla="*/ 18595 w 21600"/>
              <a:gd name="connsiteY1" fmla="*/ 18022 h 25763"/>
              <a:gd name="connsiteX2" fmla="*/ 18595 w 21600"/>
              <a:gd name="connsiteY2" fmla="*/ 3675 h 25763"/>
              <a:gd name="connsiteX3" fmla="*/ 0 w 21600"/>
              <a:gd name="connsiteY3" fmla="*/ 3675 h 25763"/>
              <a:gd name="connsiteX4" fmla="*/ 0 w 21600"/>
              <a:gd name="connsiteY4" fmla="*/ 20782 h 25763"/>
              <a:gd name="connsiteX5" fmla="*/ 1532 w 21600"/>
              <a:gd name="connsiteY5" fmla="*/ 3675 h 25763"/>
              <a:gd name="connsiteX6" fmla="*/ 1532 w 21600"/>
              <a:gd name="connsiteY6" fmla="*/ 1815 h 25763"/>
              <a:gd name="connsiteX7" fmla="*/ 20000 w 21600"/>
              <a:gd name="connsiteY7" fmla="*/ 1815 h 25763"/>
              <a:gd name="connsiteX8" fmla="*/ 20000 w 21600"/>
              <a:gd name="connsiteY8" fmla="*/ 16252 h 25763"/>
              <a:gd name="connsiteX9" fmla="*/ 18595 w 21600"/>
              <a:gd name="connsiteY9" fmla="*/ 16352 h 25763"/>
              <a:gd name="connsiteX10" fmla="*/ 18595 w 21600"/>
              <a:gd name="connsiteY10" fmla="*/ 3675 h 25763"/>
              <a:gd name="connsiteX11" fmla="*/ 1532 w 21600"/>
              <a:gd name="connsiteY11" fmla="*/ 3675 h 25763"/>
              <a:gd name="connsiteX12" fmla="*/ 2972 w 21600"/>
              <a:gd name="connsiteY12" fmla="*/ 1815 h 25763"/>
              <a:gd name="connsiteX13" fmla="*/ 2972 w 21600"/>
              <a:gd name="connsiteY13" fmla="*/ 0 h 25763"/>
              <a:gd name="connsiteX14" fmla="*/ 21600 w 21600"/>
              <a:gd name="connsiteY14" fmla="*/ 0 h 25763"/>
              <a:gd name="connsiteX15" fmla="*/ 21600 w 21600"/>
              <a:gd name="connsiteY15" fmla="*/ 14392 h 25763"/>
              <a:gd name="connsiteX16" fmla="*/ 20000 w 21600"/>
              <a:gd name="connsiteY16" fmla="*/ 14467 h 25763"/>
              <a:gd name="connsiteX17" fmla="*/ 20000 w 21600"/>
              <a:gd name="connsiteY17" fmla="*/ 1815 h 25763"/>
              <a:gd name="connsiteX18" fmla="*/ 2972 w 21600"/>
              <a:gd name="connsiteY18" fmla="*/ 1815 h 25763"/>
              <a:gd name="connsiteX0" fmla="*/ 0 w 21600"/>
              <a:gd name="connsiteY0" fmla="*/ 3675 h 25763"/>
              <a:gd name="connsiteX1" fmla="*/ 18595 w 21600"/>
              <a:gd name="connsiteY1" fmla="*/ 3675 h 25763"/>
              <a:gd name="connsiteX2" fmla="*/ 18595 w 21600"/>
              <a:gd name="connsiteY2" fmla="*/ 18022 h 25763"/>
              <a:gd name="connsiteX3" fmla="*/ 0 w 21600"/>
              <a:gd name="connsiteY3" fmla="*/ 20782 h 25763"/>
              <a:gd name="connsiteX4" fmla="*/ 0 w 21600"/>
              <a:gd name="connsiteY4" fmla="*/ 3675 h 25763"/>
              <a:gd name="connsiteX5" fmla="*/ 1532 w 21600"/>
              <a:gd name="connsiteY5" fmla="*/ 3675 h 25763"/>
              <a:gd name="connsiteX6" fmla="*/ 1532 w 21600"/>
              <a:gd name="connsiteY6" fmla="*/ 1815 h 25763"/>
              <a:gd name="connsiteX7" fmla="*/ 20000 w 21600"/>
              <a:gd name="connsiteY7" fmla="*/ 1815 h 25763"/>
              <a:gd name="connsiteX8" fmla="*/ 20000 w 21600"/>
              <a:gd name="connsiteY8" fmla="*/ 16252 h 25763"/>
              <a:gd name="connsiteX9" fmla="*/ 18595 w 21600"/>
              <a:gd name="connsiteY9" fmla="*/ 16352 h 25763"/>
              <a:gd name="connsiteX10" fmla="*/ 2972 w 21600"/>
              <a:gd name="connsiteY10" fmla="*/ 1815 h 25763"/>
              <a:gd name="connsiteX11" fmla="*/ 2972 w 21600"/>
              <a:gd name="connsiteY11" fmla="*/ 0 h 25763"/>
              <a:gd name="connsiteX12" fmla="*/ 21600 w 21600"/>
              <a:gd name="connsiteY12" fmla="*/ 0 h 25763"/>
              <a:gd name="connsiteX13" fmla="*/ 21600 w 21600"/>
              <a:gd name="connsiteY13" fmla="*/ 14392 h 25763"/>
              <a:gd name="connsiteX14" fmla="*/ 20000 w 21600"/>
              <a:gd name="connsiteY14" fmla="*/ 14467 h 25763"/>
              <a:gd name="connsiteX0" fmla="*/ 0 w 21600"/>
              <a:gd name="connsiteY0" fmla="*/ 20782 h 25763"/>
              <a:gd name="connsiteX1" fmla="*/ 10652 w 21600"/>
              <a:gd name="connsiteY1" fmla="*/ 22896 h 25763"/>
              <a:gd name="connsiteX2" fmla="*/ 18165 w 21600"/>
              <a:gd name="connsiteY2" fmla="*/ 24340 h 25763"/>
              <a:gd name="connsiteX3" fmla="*/ 18595 w 21600"/>
              <a:gd name="connsiteY3" fmla="*/ 18022 h 25763"/>
              <a:gd name="connsiteX4" fmla="*/ 18873 w 21600"/>
              <a:gd name="connsiteY4" fmla="*/ 25738 h 25763"/>
              <a:gd name="connsiteX5" fmla="*/ 20000 w 21600"/>
              <a:gd name="connsiteY5" fmla="*/ 16252 h 25763"/>
              <a:gd name="connsiteX6" fmla="*/ 20000 w 21600"/>
              <a:gd name="connsiteY6" fmla="*/ 14467 h 25763"/>
              <a:gd name="connsiteX7" fmla="*/ 21600 w 21600"/>
              <a:gd name="connsiteY7" fmla="*/ 14392 h 25763"/>
              <a:gd name="connsiteX8" fmla="*/ 21600 w 21600"/>
              <a:gd name="connsiteY8" fmla="*/ 0 h 25763"/>
              <a:gd name="connsiteX9" fmla="*/ 2972 w 21600"/>
              <a:gd name="connsiteY9" fmla="*/ 0 h 25763"/>
              <a:gd name="connsiteX10" fmla="*/ 2972 w 21600"/>
              <a:gd name="connsiteY10" fmla="*/ 1815 h 25763"/>
              <a:gd name="connsiteX11" fmla="*/ 1532 w 21600"/>
              <a:gd name="connsiteY11" fmla="*/ 1815 h 25763"/>
              <a:gd name="connsiteX12" fmla="*/ 1532 w 21600"/>
              <a:gd name="connsiteY12" fmla="*/ 3675 h 25763"/>
              <a:gd name="connsiteX13" fmla="*/ 0 w 21600"/>
              <a:gd name="connsiteY13" fmla="*/ 3675 h 25763"/>
              <a:gd name="connsiteX14" fmla="*/ 0 w 21600"/>
              <a:gd name="connsiteY14" fmla="*/ 20782 h 257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1600" h="25763" stroke="0" extrusionOk="0">
                <a:moveTo>
                  <a:pt x="0" y="20782"/>
                </a:moveTo>
                <a:cubicBezTo>
                  <a:pt x="9298" y="23542"/>
                  <a:pt x="9298" y="18022"/>
                  <a:pt x="18595" y="18022"/>
                </a:cubicBezTo>
                <a:lnTo>
                  <a:pt x="18595" y="3675"/>
                </a:lnTo>
                <a:lnTo>
                  <a:pt x="0" y="3675"/>
                </a:lnTo>
                <a:lnTo>
                  <a:pt x="0" y="20782"/>
                </a:lnTo>
                <a:close/>
                <a:moveTo>
                  <a:pt x="1532" y="3675"/>
                </a:moveTo>
                <a:lnTo>
                  <a:pt x="1532" y="1815"/>
                </a:lnTo>
                <a:lnTo>
                  <a:pt x="20000" y="1815"/>
                </a:lnTo>
                <a:lnTo>
                  <a:pt x="20000" y="16252"/>
                </a:lnTo>
                <a:cubicBezTo>
                  <a:pt x="19298" y="16252"/>
                  <a:pt x="18595" y="16352"/>
                  <a:pt x="18595" y="16352"/>
                </a:cubicBezTo>
                <a:lnTo>
                  <a:pt x="18595" y="3675"/>
                </a:lnTo>
                <a:lnTo>
                  <a:pt x="1532" y="3675"/>
                </a:lnTo>
                <a:close/>
                <a:moveTo>
                  <a:pt x="2972" y="1815"/>
                </a:moveTo>
                <a:lnTo>
                  <a:pt x="2972" y="0"/>
                </a:lnTo>
                <a:lnTo>
                  <a:pt x="21600" y="0"/>
                </a:lnTo>
                <a:lnTo>
                  <a:pt x="21600" y="14392"/>
                </a:lnTo>
                <a:cubicBezTo>
                  <a:pt x="20800" y="14392"/>
                  <a:pt x="20000" y="14467"/>
                  <a:pt x="20000" y="14467"/>
                </a:cubicBezTo>
                <a:lnTo>
                  <a:pt x="20000" y="1815"/>
                </a:lnTo>
                <a:lnTo>
                  <a:pt x="2972" y="1815"/>
                </a:lnTo>
                <a:close/>
              </a:path>
              <a:path w="21600" h="25763" fill="none" extrusionOk="0">
                <a:moveTo>
                  <a:pt x="0" y="3675"/>
                </a:moveTo>
                <a:lnTo>
                  <a:pt x="18595" y="3675"/>
                </a:lnTo>
                <a:lnTo>
                  <a:pt x="18595" y="18022"/>
                </a:lnTo>
                <a:cubicBezTo>
                  <a:pt x="9298" y="18022"/>
                  <a:pt x="9298" y="23542"/>
                  <a:pt x="0" y="20782"/>
                </a:cubicBezTo>
                <a:lnTo>
                  <a:pt x="0" y="3675"/>
                </a:lnTo>
                <a:close/>
                <a:moveTo>
                  <a:pt x="1532" y="3675"/>
                </a:moveTo>
                <a:lnTo>
                  <a:pt x="1532" y="1815"/>
                </a:lnTo>
                <a:lnTo>
                  <a:pt x="20000" y="1815"/>
                </a:lnTo>
                <a:lnTo>
                  <a:pt x="20000" y="16252"/>
                </a:lnTo>
                <a:cubicBezTo>
                  <a:pt x="19298" y="16252"/>
                  <a:pt x="18595" y="16352"/>
                  <a:pt x="18595" y="16352"/>
                </a:cubicBezTo>
                <a:moveTo>
                  <a:pt x="2972" y="1815"/>
                </a:moveTo>
                <a:lnTo>
                  <a:pt x="2972" y="0"/>
                </a:lnTo>
                <a:lnTo>
                  <a:pt x="21600" y="0"/>
                </a:lnTo>
                <a:lnTo>
                  <a:pt x="21600" y="14392"/>
                </a:lnTo>
                <a:cubicBezTo>
                  <a:pt x="20800" y="14392"/>
                  <a:pt x="20000" y="14467"/>
                  <a:pt x="20000" y="14467"/>
                </a:cubicBezTo>
              </a:path>
              <a:path w="21600" h="25763" fill="none" stroke="0">
                <a:moveTo>
                  <a:pt x="0" y="20782"/>
                </a:moveTo>
                <a:cubicBezTo>
                  <a:pt x="1590" y="23504"/>
                  <a:pt x="7553" y="23356"/>
                  <a:pt x="10652" y="22896"/>
                </a:cubicBezTo>
                <a:cubicBezTo>
                  <a:pt x="13540" y="22406"/>
                  <a:pt x="16841" y="25152"/>
                  <a:pt x="18165" y="24340"/>
                </a:cubicBezTo>
                <a:cubicBezTo>
                  <a:pt x="19489" y="23528"/>
                  <a:pt x="18338" y="16706"/>
                  <a:pt x="18595" y="18022"/>
                </a:cubicBezTo>
                <a:cubicBezTo>
                  <a:pt x="18595" y="17465"/>
                  <a:pt x="18873" y="26295"/>
                  <a:pt x="18873" y="25738"/>
                </a:cubicBezTo>
                <a:cubicBezTo>
                  <a:pt x="18873" y="25738"/>
                  <a:pt x="19298" y="16252"/>
                  <a:pt x="20000" y="16252"/>
                </a:cubicBezTo>
                <a:lnTo>
                  <a:pt x="20000" y="14467"/>
                </a:lnTo>
                <a:cubicBezTo>
                  <a:pt x="20000" y="14467"/>
                  <a:pt x="20800" y="14392"/>
                  <a:pt x="21600" y="14392"/>
                </a:cubicBezTo>
                <a:lnTo>
                  <a:pt x="21600" y="0"/>
                </a:lnTo>
                <a:lnTo>
                  <a:pt x="2972" y="0"/>
                </a:lnTo>
                <a:lnTo>
                  <a:pt x="2972" y="1815"/>
                </a:lnTo>
                <a:lnTo>
                  <a:pt x="1532" y="1815"/>
                </a:lnTo>
                <a:lnTo>
                  <a:pt x="1532" y="3675"/>
                </a:lnTo>
                <a:lnTo>
                  <a:pt x="0" y="3675"/>
                </a:lnTo>
                <a:lnTo>
                  <a:pt x="0" y="20782"/>
                </a:lnTo>
                <a:close/>
              </a:path>
            </a:pathLst>
          </a:custGeom>
          <a:solidFill>
            <a:srgbClr val="A7FFAB"/>
          </a:solidFill>
          <a:ln w="12700">
            <a:solidFill>
              <a:schemeClr val="accent1"/>
            </a:solidFill>
          </a:ln>
          <a:effectLst>
            <a:outerShdw blurRad="40000" dist="20000" dir="5400000" rotWithShape="0">
              <a:srgbClr val="000000">
                <a:alpha val="38000"/>
              </a:srgbClr>
            </a:outerShdw>
            <a:softEdge rad="12700"/>
          </a:effectLst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00"/>
                </a:solidFill>
              </a:rPr>
              <a:t>45t19</a:t>
            </a:r>
          </a:p>
        </p:txBody>
      </p:sp>
      <p:cxnSp>
        <p:nvCxnSpPr>
          <p:cNvPr id="54" name="Shape 200"/>
          <p:cNvCxnSpPr>
            <a:endCxn id="51" idx="3"/>
          </p:cNvCxnSpPr>
          <p:nvPr/>
        </p:nvCxnSpPr>
        <p:spPr>
          <a:xfrm flipH="1">
            <a:off x="7910192" y="6073197"/>
            <a:ext cx="286526" cy="638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55" name="Shape 204"/>
          <p:cNvSpPr/>
          <p:nvPr/>
        </p:nvSpPr>
        <p:spPr>
          <a:xfrm>
            <a:off x="6931162" y="6472896"/>
            <a:ext cx="917438" cy="2730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working3</a:t>
            </a:r>
          </a:p>
        </p:txBody>
      </p:sp>
      <p:cxnSp>
        <p:nvCxnSpPr>
          <p:cNvPr id="56" name="Shape 205"/>
          <p:cNvCxnSpPr>
            <a:endCxn id="51" idx="2"/>
          </p:cNvCxnSpPr>
          <p:nvPr/>
        </p:nvCxnSpPr>
        <p:spPr>
          <a:xfrm flipV="1">
            <a:off x="7522892" y="6251585"/>
            <a:ext cx="0" cy="221311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57" name="Shape 204"/>
          <p:cNvSpPr/>
          <p:nvPr/>
        </p:nvSpPr>
        <p:spPr>
          <a:xfrm>
            <a:off x="8074991" y="6491832"/>
            <a:ext cx="917438" cy="2730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working4</a:t>
            </a:r>
          </a:p>
        </p:txBody>
      </p:sp>
      <p:cxnSp>
        <p:nvCxnSpPr>
          <p:cNvPr id="58" name="Shape 205"/>
          <p:cNvCxnSpPr>
            <a:endCxn id="53" idx="0"/>
          </p:cNvCxnSpPr>
          <p:nvPr/>
        </p:nvCxnSpPr>
        <p:spPr>
          <a:xfrm flipV="1">
            <a:off x="8196718" y="6199345"/>
            <a:ext cx="0" cy="273551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65" name="Shape 200"/>
          <p:cNvCxnSpPr>
            <a:stCxn id="51" idx="1"/>
            <a:endCxn id="50" idx="1"/>
          </p:cNvCxnSpPr>
          <p:nvPr/>
        </p:nvCxnSpPr>
        <p:spPr>
          <a:xfrm flipH="1">
            <a:off x="6893344" y="6073835"/>
            <a:ext cx="242248" cy="22487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87" name="Shape 205"/>
          <p:cNvCxnSpPr>
            <a:endCxn id="90" idx="0"/>
          </p:cNvCxnSpPr>
          <p:nvPr/>
        </p:nvCxnSpPr>
        <p:spPr>
          <a:xfrm>
            <a:off x="8756700" y="4550557"/>
            <a:ext cx="0" cy="393653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88" name="Shape 212"/>
          <p:cNvSpPr/>
          <p:nvPr/>
        </p:nvSpPr>
        <p:spPr>
          <a:xfrm>
            <a:off x="8297285" y="3489837"/>
            <a:ext cx="838200" cy="355500"/>
          </a:xfrm>
          <a:prstGeom prst="rect">
            <a:avLst/>
          </a:prstGeom>
          <a:solidFill>
            <a:srgbClr val="666666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>
                <a:solidFill>
                  <a:srgbClr val="FFFFFF"/>
                </a:solidFill>
              </a:rPr>
              <a:t>HEAD</a:t>
            </a:r>
          </a:p>
        </p:txBody>
      </p:sp>
      <p:cxnSp>
        <p:nvCxnSpPr>
          <p:cNvPr id="89" name="Shape 205"/>
          <p:cNvCxnSpPr>
            <a:stCxn id="88" idx="2"/>
          </p:cNvCxnSpPr>
          <p:nvPr/>
        </p:nvCxnSpPr>
        <p:spPr>
          <a:xfrm>
            <a:off x="8716385" y="3845337"/>
            <a:ext cx="0" cy="423401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90" name="Shape 198"/>
          <p:cNvSpPr/>
          <p:nvPr/>
        </p:nvSpPr>
        <p:spPr>
          <a:xfrm>
            <a:off x="8369400" y="494421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57y23</a:t>
            </a:r>
          </a:p>
        </p:txBody>
      </p:sp>
      <p:sp>
        <p:nvSpPr>
          <p:cNvPr id="133" name="Shape 198"/>
          <p:cNvSpPr/>
          <p:nvPr/>
        </p:nvSpPr>
        <p:spPr>
          <a:xfrm>
            <a:off x="6809617" y="2786375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/>
            <a:r>
              <a:rPr lang="en-US" dirty="0"/>
              <a:t>57y23</a:t>
            </a:r>
          </a:p>
        </p:txBody>
      </p:sp>
      <p:cxnSp>
        <p:nvCxnSpPr>
          <p:cNvPr id="136" name="Elbow Connector 135"/>
          <p:cNvCxnSpPr>
            <a:endCxn id="133" idx="2"/>
          </p:cNvCxnSpPr>
          <p:nvPr/>
        </p:nvCxnSpPr>
        <p:spPr>
          <a:xfrm rot="16200000" flipV="1">
            <a:off x="6881992" y="3456801"/>
            <a:ext cx="1802335" cy="1172484"/>
          </a:xfrm>
          <a:prstGeom prst="bentConnector3">
            <a:avLst>
              <a:gd name="adj1" fmla="val -734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TextBox 136"/>
          <p:cNvSpPr txBox="1"/>
          <p:nvPr/>
        </p:nvSpPr>
        <p:spPr>
          <a:xfrm>
            <a:off x="6944323" y="0"/>
            <a:ext cx="2221143" cy="2246769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Push triggers CI pipeline: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rgbClr val="000000"/>
                </a:solidFill>
              </a:rPr>
              <a:t>Build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rgbClr val="000000"/>
                </a:solidFill>
              </a:rPr>
              <a:t>Unit test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rgbClr val="000000"/>
                </a:solidFill>
              </a:rPr>
              <a:t>Static Code Analysis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rgbClr val="000000"/>
                </a:solidFill>
              </a:rPr>
              <a:t>Code coverage test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rgbClr val="000000"/>
                </a:solidFill>
              </a:rPr>
              <a:t>Snippet, Security code analysis</a:t>
            </a:r>
          </a:p>
          <a:p>
            <a:r>
              <a:rPr lang="en-US" dirty="0">
                <a:solidFill>
                  <a:srgbClr val="000000"/>
                </a:solidFill>
              </a:rPr>
              <a:t>-     …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rgbClr val="000000"/>
                </a:solidFill>
              </a:rPr>
              <a:t>Deploy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rgbClr val="000000"/>
                </a:solidFill>
              </a:rPr>
              <a:t>Functional Test</a:t>
            </a:r>
          </a:p>
        </p:txBody>
      </p:sp>
      <p:cxnSp>
        <p:nvCxnSpPr>
          <p:cNvPr id="138" name="Elbow Connector 137"/>
          <p:cNvCxnSpPr>
            <a:stCxn id="133" idx="3"/>
            <a:endCxn id="137" idx="2"/>
          </p:cNvCxnSpPr>
          <p:nvPr/>
        </p:nvCxnSpPr>
        <p:spPr>
          <a:xfrm flipV="1">
            <a:off x="7584217" y="2246769"/>
            <a:ext cx="470678" cy="717356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Shape 200"/>
          <p:cNvCxnSpPr>
            <a:stCxn id="133" idx="1"/>
          </p:cNvCxnSpPr>
          <p:nvPr/>
        </p:nvCxnSpPr>
        <p:spPr>
          <a:xfrm flipH="1">
            <a:off x="6569393" y="2964125"/>
            <a:ext cx="240224" cy="24781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152" name="Shape 200"/>
          <p:cNvCxnSpPr>
            <a:endCxn id="133" idx="0"/>
          </p:cNvCxnSpPr>
          <p:nvPr/>
        </p:nvCxnSpPr>
        <p:spPr>
          <a:xfrm flipH="1">
            <a:off x="7196917" y="2530949"/>
            <a:ext cx="4767" cy="255426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60" name="TextBox 59"/>
          <p:cNvSpPr txBox="1"/>
          <p:nvPr/>
        </p:nvSpPr>
        <p:spPr>
          <a:xfrm>
            <a:off x="6553922" y="5381662"/>
            <a:ext cx="14360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Delete branch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48999" y="3776887"/>
            <a:ext cx="6110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push</a:t>
            </a:r>
          </a:p>
        </p:txBody>
      </p:sp>
      <p:sp>
        <p:nvSpPr>
          <p:cNvPr id="64" name="Shape 204"/>
          <p:cNvSpPr/>
          <p:nvPr/>
        </p:nvSpPr>
        <p:spPr>
          <a:xfrm>
            <a:off x="2746238" y="1684576"/>
            <a:ext cx="917438" cy="2730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FTR-8</a:t>
            </a:r>
          </a:p>
        </p:txBody>
      </p:sp>
      <p:cxnSp>
        <p:nvCxnSpPr>
          <p:cNvPr id="66" name="Shape 205"/>
          <p:cNvCxnSpPr>
            <a:stCxn id="64" idx="2"/>
          </p:cNvCxnSpPr>
          <p:nvPr/>
        </p:nvCxnSpPr>
        <p:spPr>
          <a:xfrm flipH="1">
            <a:off x="2276063" y="1957576"/>
            <a:ext cx="928894" cy="344424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67" name="Shape 204"/>
          <p:cNvSpPr/>
          <p:nvPr/>
        </p:nvSpPr>
        <p:spPr>
          <a:xfrm>
            <a:off x="639181" y="1708599"/>
            <a:ext cx="917438" cy="2730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FTR-7</a:t>
            </a:r>
          </a:p>
        </p:txBody>
      </p:sp>
      <p:cxnSp>
        <p:nvCxnSpPr>
          <p:cNvPr id="68" name="Shape 205"/>
          <p:cNvCxnSpPr/>
          <p:nvPr/>
        </p:nvCxnSpPr>
        <p:spPr>
          <a:xfrm flipH="1">
            <a:off x="1086444" y="1981599"/>
            <a:ext cx="10124" cy="344424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85" name="Shape 204"/>
          <p:cNvSpPr/>
          <p:nvPr/>
        </p:nvSpPr>
        <p:spPr>
          <a:xfrm>
            <a:off x="1147728" y="4277557"/>
            <a:ext cx="1531531" cy="2730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origin/fix/FTR-10</a:t>
            </a:r>
          </a:p>
        </p:txBody>
      </p:sp>
      <p:sp>
        <p:nvSpPr>
          <p:cNvPr id="91" name="Shape 204"/>
          <p:cNvSpPr/>
          <p:nvPr/>
        </p:nvSpPr>
        <p:spPr>
          <a:xfrm>
            <a:off x="6625999" y="2246768"/>
            <a:ext cx="1227166" cy="278115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fix/FTR-10</a:t>
            </a:r>
          </a:p>
        </p:txBody>
      </p:sp>
      <p:sp>
        <p:nvSpPr>
          <p:cNvPr id="94" name="Shape 204"/>
          <p:cNvSpPr/>
          <p:nvPr/>
        </p:nvSpPr>
        <p:spPr>
          <a:xfrm>
            <a:off x="7956553" y="4268738"/>
            <a:ext cx="1187448" cy="2730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fix/FTR-10</a:t>
            </a:r>
          </a:p>
        </p:txBody>
      </p:sp>
    </p:spTree>
    <p:extLst>
      <p:ext uri="{BB962C8B-B14F-4D97-AF65-F5344CB8AC3E}">
        <p14:creationId xmlns:p14="http://schemas.microsoft.com/office/powerpoint/2010/main" val="15490224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Shape 190"/>
          <p:cNvSpPr txBox="1">
            <a:spLocks noGrp="1"/>
          </p:cNvSpPr>
          <p:nvPr>
            <p:ph type="sldNum" idx="12"/>
          </p:nvPr>
        </p:nvSpPr>
        <p:spPr>
          <a:xfrm>
            <a:off x="7983870" y="7003399"/>
            <a:ext cx="838200" cy="228600"/>
          </a:xfrm>
          <a:prstGeom prst="rect">
            <a:avLst/>
          </a:prstGeom>
        </p:spPr>
        <p:txBody>
          <a:bodyPr wrap="square" lIns="91425" tIns="45700" rIns="91425" bIns="45700" anchor="t" anchorCtr="0">
            <a:noAutofit/>
          </a:bodyPr>
          <a:lstStyle/>
          <a:p>
            <a:pPr lvl="0" rtl="0">
              <a:spcBef>
                <a:spcPts val="0"/>
              </a:spcBef>
              <a:buClr>
                <a:schemeClr val="lt2"/>
              </a:buClr>
              <a:buSzPct val="25000"/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 lang="en-US"/>
          </a:p>
        </p:txBody>
      </p:sp>
      <p:sp>
        <p:nvSpPr>
          <p:cNvPr id="191" name="Shape 191"/>
          <p:cNvSpPr/>
          <p:nvPr/>
        </p:nvSpPr>
        <p:spPr>
          <a:xfrm>
            <a:off x="710600" y="23215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/>
              <a:t>98ca9</a:t>
            </a:r>
          </a:p>
        </p:txBody>
      </p:sp>
      <p:sp>
        <p:nvSpPr>
          <p:cNvPr id="192" name="Shape 192"/>
          <p:cNvSpPr/>
          <p:nvPr/>
        </p:nvSpPr>
        <p:spPr>
          <a:xfrm>
            <a:off x="1893825" y="23215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/>
              <a:t>34ac2</a:t>
            </a:r>
          </a:p>
        </p:txBody>
      </p:sp>
      <p:cxnSp>
        <p:nvCxnSpPr>
          <p:cNvPr id="194" name="Shape 194"/>
          <p:cNvCxnSpPr>
            <a:stCxn id="192" idx="1"/>
            <a:endCxn id="191" idx="3"/>
          </p:cNvCxnSpPr>
          <p:nvPr/>
        </p:nvCxnSpPr>
        <p:spPr>
          <a:xfrm rot="10800000">
            <a:off x="1485225" y="2499250"/>
            <a:ext cx="4086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196" name="Shape 196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Merriweather"/>
              <a:buNone/>
            </a:pPr>
            <a:r>
              <a:rPr lang="en-US" dirty="0">
                <a:latin typeface="Merriweather"/>
                <a:ea typeface="Merriweather"/>
                <a:cs typeface="Merriweather"/>
                <a:sym typeface="Merriweather"/>
              </a:rPr>
              <a:t>Open Merge Request, Approve MR</a:t>
            </a:r>
          </a:p>
        </p:txBody>
      </p:sp>
      <p:sp>
        <p:nvSpPr>
          <p:cNvPr id="197" name="Shape 197"/>
          <p:cNvSpPr/>
          <p:nvPr/>
        </p:nvSpPr>
        <p:spPr>
          <a:xfrm>
            <a:off x="489200" y="48876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/>
              <a:t>98ca9</a:t>
            </a:r>
          </a:p>
        </p:txBody>
      </p:sp>
      <p:sp>
        <p:nvSpPr>
          <p:cNvPr id="198" name="Shape 198"/>
          <p:cNvSpPr/>
          <p:nvPr/>
        </p:nvSpPr>
        <p:spPr>
          <a:xfrm>
            <a:off x="1672425" y="48876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34ac2</a:t>
            </a:r>
          </a:p>
        </p:txBody>
      </p:sp>
      <p:cxnSp>
        <p:nvCxnSpPr>
          <p:cNvPr id="200" name="Shape 200"/>
          <p:cNvCxnSpPr>
            <a:stCxn id="198" idx="1"/>
            <a:endCxn id="197" idx="3"/>
          </p:cNvCxnSpPr>
          <p:nvPr/>
        </p:nvCxnSpPr>
        <p:spPr>
          <a:xfrm rot="10800000">
            <a:off x="1263825" y="5065350"/>
            <a:ext cx="4086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202" name="Shape 202"/>
          <p:cNvSpPr txBox="1"/>
          <p:nvPr/>
        </p:nvSpPr>
        <p:spPr>
          <a:xfrm>
            <a:off x="-54119" y="1066528"/>
            <a:ext cx="2281125" cy="546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-US" sz="1800" dirty="0"/>
              <a:t>Remote Repository</a:t>
            </a:r>
          </a:p>
        </p:txBody>
      </p:sp>
      <p:sp>
        <p:nvSpPr>
          <p:cNvPr id="203" name="Shape 203"/>
          <p:cNvSpPr txBox="1"/>
          <p:nvPr/>
        </p:nvSpPr>
        <p:spPr>
          <a:xfrm>
            <a:off x="65825" y="3822500"/>
            <a:ext cx="2395950" cy="546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-US" sz="1800" dirty="0"/>
              <a:t>Local Repository</a:t>
            </a:r>
          </a:p>
        </p:txBody>
      </p:sp>
      <p:sp>
        <p:nvSpPr>
          <p:cNvPr id="204" name="Shape 204"/>
          <p:cNvSpPr/>
          <p:nvPr/>
        </p:nvSpPr>
        <p:spPr>
          <a:xfrm>
            <a:off x="2694843" y="4268738"/>
            <a:ext cx="1343757" cy="2730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origin/master</a:t>
            </a:r>
          </a:p>
        </p:txBody>
      </p:sp>
      <p:cxnSp>
        <p:nvCxnSpPr>
          <p:cNvPr id="205" name="Shape 205"/>
          <p:cNvCxnSpPr>
            <a:stCxn id="204" idx="2"/>
            <a:endCxn id="198" idx="0"/>
          </p:cNvCxnSpPr>
          <p:nvPr/>
        </p:nvCxnSpPr>
        <p:spPr>
          <a:xfrm flipH="1">
            <a:off x="2059725" y="4541738"/>
            <a:ext cx="1306997" cy="345862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208" name="Shape 208"/>
          <p:cNvSpPr/>
          <p:nvPr/>
        </p:nvSpPr>
        <p:spPr>
          <a:xfrm>
            <a:off x="1849425" y="1696050"/>
            <a:ext cx="863400" cy="2547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master</a:t>
            </a:r>
          </a:p>
        </p:txBody>
      </p:sp>
      <p:cxnSp>
        <p:nvCxnSpPr>
          <p:cNvPr id="209" name="Shape 209"/>
          <p:cNvCxnSpPr>
            <a:stCxn id="208" idx="2"/>
            <a:endCxn id="192" idx="0"/>
          </p:cNvCxnSpPr>
          <p:nvPr/>
        </p:nvCxnSpPr>
        <p:spPr>
          <a:xfrm>
            <a:off x="2281125" y="1950750"/>
            <a:ext cx="0" cy="37075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215" name="Shape 215"/>
          <p:cNvCxnSpPr/>
          <p:nvPr/>
        </p:nvCxnSpPr>
        <p:spPr>
          <a:xfrm>
            <a:off x="32125" y="3822500"/>
            <a:ext cx="5171700" cy="162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37" name="Shape 205"/>
          <p:cNvCxnSpPr>
            <a:endCxn id="198" idx="0"/>
          </p:cNvCxnSpPr>
          <p:nvPr/>
        </p:nvCxnSpPr>
        <p:spPr>
          <a:xfrm>
            <a:off x="2059725" y="4541738"/>
            <a:ext cx="0" cy="345862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62" name="Shape 205"/>
          <p:cNvCxnSpPr>
            <a:stCxn id="90" idx="1"/>
            <a:endCxn id="35" idx="3"/>
          </p:cNvCxnSpPr>
          <p:nvPr/>
        </p:nvCxnSpPr>
        <p:spPr>
          <a:xfrm flipH="1" flipV="1">
            <a:off x="6651096" y="5076370"/>
            <a:ext cx="1718304" cy="4559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41" name="Shape 198"/>
          <p:cNvSpPr/>
          <p:nvPr/>
        </p:nvSpPr>
        <p:spPr>
          <a:xfrm>
            <a:off x="2879962" y="5412739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67def</a:t>
            </a:r>
          </a:p>
        </p:txBody>
      </p:sp>
      <p:cxnSp>
        <p:nvCxnSpPr>
          <p:cNvPr id="42" name="Shape 200"/>
          <p:cNvCxnSpPr>
            <a:stCxn id="41" idx="1"/>
            <a:endCxn id="198" idx="3"/>
          </p:cNvCxnSpPr>
          <p:nvPr/>
        </p:nvCxnSpPr>
        <p:spPr>
          <a:xfrm flipH="1" flipV="1">
            <a:off x="2447025" y="5065350"/>
            <a:ext cx="432937" cy="525139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39" name="Shape 198"/>
          <p:cNvSpPr/>
          <p:nvPr/>
        </p:nvSpPr>
        <p:spPr>
          <a:xfrm>
            <a:off x="3958199" y="5408043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347e4</a:t>
            </a:r>
          </a:p>
        </p:txBody>
      </p:sp>
      <p:cxnSp>
        <p:nvCxnSpPr>
          <p:cNvPr id="40" name="Shape 200"/>
          <p:cNvCxnSpPr>
            <a:endCxn id="41" idx="3"/>
          </p:cNvCxnSpPr>
          <p:nvPr/>
        </p:nvCxnSpPr>
        <p:spPr>
          <a:xfrm flipH="1">
            <a:off x="3654562" y="5590489"/>
            <a:ext cx="269268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2" name="Flowchart: Multidocument 1"/>
          <p:cNvSpPr/>
          <p:nvPr/>
        </p:nvSpPr>
        <p:spPr>
          <a:xfrm>
            <a:off x="5105400" y="5424314"/>
            <a:ext cx="999626" cy="459574"/>
          </a:xfrm>
          <a:custGeom>
            <a:avLst/>
            <a:gdLst>
              <a:gd name="connsiteX0" fmla="*/ 0 w 21600"/>
              <a:gd name="connsiteY0" fmla="*/ 20782 h 21600"/>
              <a:gd name="connsiteX1" fmla="*/ 18595 w 21600"/>
              <a:gd name="connsiteY1" fmla="*/ 18022 h 21600"/>
              <a:gd name="connsiteX2" fmla="*/ 18595 w 21600"/>
              <a:gd name="connsiteY2" fmla="*/ 3675 h 21600"/>
              <a:gd name="connsiteX3" fmla="*/ 0 w 21600"/>
              <a:gd name="connsiteY3" fmla="*/ 3675 h 21600"/>
              <a:gd name="connsiteX4" fmla="*/ 0 w 21600"/>
              <a:gd name="connsiteY4" fmla="*/ 20782 h 21600"/>
              <a:gd name="connsiteX5" fmla="*/ 1532 w 21600"/>
              <a:gd name="connsiteY5" fmla="*/ 3675 h 21600"/>
              <a:gd name="connsiteX6" fmla="*/ 1532 w 21600"/>
              <a:gd name="connsiteY6" fmla="*/ 1815 h 21600"/>
              <a:gd name="connsiteX7" fmla="*/ 20000 w 21600"/>
              <a:gd name="connsiteY7" fmla="*/ 1815 h 21600"/>
              <a:gd name="connsiteX8" fmla="*/ 20000 w 21600"/>
              <a:gd name="connsiteY8" fmla="*/ 16252 h 21600"/>
              <a:gd name="connsiteX9" fmla="*/ 18595 w 21600"/>
              <a:gd name="connsiteY9" fmla="*/ 16352 h 21600"/>
              <a:gd name="connsiteX10" fmla="*/ 18595 w 21600"/>
              <a:gd name="connsiteY10" fmla="*/ 3675 h 21600"/>
              <a:gd name="connsiteX11" fmla="*/ 1532 w 21600"/>
              <a:gd name="connsiteY11" fmla="*/ 3675 h 21600"/>
              <a:gd name="connsiteX12" fmla="*/ 2972 w 21600"/>
              <a:gd name="connsiteY12" fmla="*/ 1815 h 21600"/>
              <a:gd name="connsiteX13" fmla="*/ 2972 w 21600"/>
              <a:gd name="connsiteY13" fmla="*/ 0 h 21600"/>
              <a:gd name="connsiteX14" fmla="*/ 21600 w 21600"/>
              <a:gd name="connsiteY14" fmla="*/ 0 h 21600"/>
              <a:gd name="connsiteX15" fmla="*/ 21600 w 21600"/>
              <a:gd name="connsiteY15" fmla="*/ 14392 h 21600"/>
              <a:gd name="connsiteX16" fmla="*/ 20000 w 21600"/>
              <a:gd name="connsiteY16" fmla="*/ 14467 h 21600"/>
              <a:gd name="connsiteX17" fmla="*/ 20000 w 21600"/>
              <a:gd name="connsiteY17" fmla="*/ 1815 h 21600"/>
              <a:gd name="connsiteX18" fmla="*/ 2972 w 21600"/>
              <a:gd name="connsiteY18" fmla="*/ 1815 h 21600"/>
              <a:gd name="connsiteX0" fmla="*/ 0 w 21600"/>
              <a:gd name="connsiteY0" fmla="*/ 3675 h 21600"/>
              <a:gd name="connsiteX1" fmla="*/ 18595 w 21600"/>
              <a:gd name="connsiteY1" fmla="*/ 3675 h 21600"/>
              <a:gd name="connsiteX2" fmla="*/ 18595 w 21600"/>
              <a:gd name="connsiteY2" fmla="*/ 18022 h 21600"/>
              <a:gd name="connsiteX3" fmla="*/ 0 w 21600"/>
              <a:gd name="connsiteY3" fmla="*/ 20782 h 21600"/>
              <a:gd name="connsiteX4" fmla="*/ 0 w 21600"/>
              <a:gd name="connsiteY4" fmla="*/ 3675 h 21600"/>
              <a:gd name="connsiteX5" fmla="*/ 1532 w 21600"/>
              <a:gd name="connsiteY5" fmla="*/ 3675 h 21600"/>
              <a:gd name="connsiteX6" fmla="*/ 1532 w 21600"/>
              <a:gd name="connsiteY6" fmla="*/ 1815 h 21600"/>
              <a:gd name="connsiteX7" fmla="*/ 20000 w 21600"/>
              <a:gd name="connsiteY7" fmla="*/ 1815 h 21600"/>
              <a:gd name="connsiteX8" fmla="*/ 20000 w 21600"/>
              <a:gd name="connsiteY8" fmla="*/ 16252 h 21600"/>
              <a:gd name="connsiteX9" fmla="*/ 18595 w 21600"/>
              <a:gd name="connsiteY9" fmla="*/ 16352 h 21600"/>
              <a:gd name="connsiteX10" fmla="*/ 2972 w 21600"/>
              <a:gd name="connsiteY10" fmla="*/ 1815 h 21600"/>
              <a:gd name="connsiteX11" fmla="*/ 2972 w 21600"/>
              <a:gd name="connsiteY11" fmla="*/ 0 h 21600"/>
              <a:gd name="connsiteX12" fmla="*/ 21600 w 21600"/>
              <a:gd name="connsiteY12" fmla="*/ 0 h 21600"/>
              <a:gd name="connsiteX13" fmla="*/ 21600 w 21600"/>
              <a:gd name="connsiteY13" fmla="*/ 14392 h 21600"/>
              <a:gd name="connsiteX14" fmla="*/ 20000 w 21600"/>
              <a:gd name="connsiteY14" fmla="*/ 14467 h 21600"/>
              <a:gd name="connsiteX0" fmla="*/ 0 w 21600"/>
              <a:gd name="connsiteY0" fmla="*/ 20782 h 21600"/>
              <a:gd name="connsiteX1" fmla="*/ 18595 w 21600"/>
              <a:gd name="connsiteY1" fmla="*/ 18022 h 21600"/>
              <a:gd name="connsiteX2" fmla="*/ 18595 w 21600"/>
              <a:gd name="connsiteY2" fmla="*/ 16352 h 21600"/>
              <a:gd name="connsiteX3" fmla="*/ 20000 w 21600"/>
              <a:gd name="connsiteY3" fmla="*/ 16252 h 21600"/>
              <a:gd name="connsiteX4" fmla="*/ 20000 w 21600"/>
              <a:gd name="connsiteY4" fmla="*/ 14467 h 21600"/>
              <a:gd name="connsiteX5" fmla="*/ 21600 w 21600"/>
              <a:gd name="connsiteY5" fmla="*/ 14392 h 21600"/>
              <a:gd name="connsiteX6" fmla="*/ 21600 w 21600"/>
              <a:gd name="connsiteY6" fmla="*/ 0 h 21600"/>
              <a:gd name="connsiteX7" fmla="*/ 2972 w 21600"/>
              <a:gd name="connsiteY7" fmla="*/ 0 h 21600"/>
              <a:gd name="connsiteX8" fmla="*/ 2972 w 21600"/>
              <a:gd name="connsiteY8" fmla="*/ 1815 h 21600"/>
              <a:gd name="connsiteX9" fmla="*/ 1532 w 21600"/>
              <a:gd name="connsiteY9" fmla="*/ 1815 h 21600"/>
              <a:gd name="connsiteX10" fmla="*/ 1532 w 21600"/>
              <a:gd name="connsiteY10" fmla="*/ 3675 h 21600"/>
              <a:gd name="connsiteX11" fmla="*/ 0 w 21600"/>
              <a:gd name="connsiteY11" fmla="*/ 3675 h 21600"/>
              <a:gd name="connsiteX12" fmla="*/ 0 w 21600"/>
              <a:gd name="connsiteY12" fmla="*/ 20782 h 21600"/>
              <a:gd name="connsiteX0" fmla="*/ 0 w 21600"/>
              <a:gd name="connsiteY0" fmla="*/ 20782 h 25763"/>
              <a:gd name="connsiteX1" fmla="*/ 18595 w 21600"/>
              <a:gd name="connsiteY1" fmla="*/ 18022 h 25763"/>
              <a:gd name="connsiteX2" fmla="*/ 18595 w 21600"/>
              <a:gd name="connsiteY2" fmla="*/ 3675 h 25763"/>
              <a:gd name="connsiteX3" fmla="*/ 0 w 21600"/>
              <a:gd name="connsiteY3" fmla="*/ 3675 h 25763"/>
              <a:gd name="connsiteX4" fmla="*/ 0 w 21600"/>
              <a:gd name="connsiteY4" fmla="*/ 20782 h 25763"/>
              <a:gd name="connsiteX5" fmla="*/ 1532 w 21600"/>
              <a:gd name="connsiteY5" fmla="*/ 3675 h 25763"/>
              <a:gd name="connsiteX6" fmla="*/ 1532 w 21600"/>
              <a:gd name="connsiteY6" fmla="*/ 1815 h 25763"/>
              <a:gd name="connsiteX7" fmla="*/ 20000 w 21600"/>
              <a:gd name="connsiteY7" fmla="*/ 1815 h 25763"/>
              <a:gd name="connsiteX8" fmla="*/ 20000 w 21600"/>
              <a:gd name="connsiteY8" fmla="*/ 16252 h 25763"/>
              <a:gd name="connsiteX9" fmla="*/ 18595 w 21600"/>
              <a:gd name="connsiteY9" fmla="*/ 16352 h 25763"/>
              <a:gd name="connsiteX10" fmla="*/ 18595 w 21600"/>
              <a:gd name="connsiteY10" fmla="*/ 3675 h 25763"/>
              <a:gd name="connsiteX11" fmla="*/ 1532 w 21600"/>
              <a:gd name="connsiteY11" fmla="*/ 3675 h 25763"/>
              <a:gd name="connsiteX12" fmla="*/ 2972 w 21600"/>
              <a:gd name="connsiteY12" fmla="*/ 1815 h 25763"/>
              <a:gd name="connsiteX13" fmla="*/ 2972 w 21600"/>
              <a:gd name="connsiteY13" fmla="*/ 0 h 25763"/>
              <a:gd name="connsiteX14" fmla="*/ 21600 w 21600"/>
              <a:gd name="connsiteY14" fmla="*/ 0 h 25763"/>
              <a:gd name="connsiteX15" fmla="*/ 21600 w 21600"/>
              <a:gd name="connsiteY15" fmla="*/ 14392 h 25763"/>
              <a:gd name="connsiteX16" fmla="*/ 20000 w 21600"/>
              <a:gd name="connsiteY16" fmla="*/ 14467 h 25763"/>
              <a:gd name="connsiteX17" fmla="*/ 20000 w 21600"/>
              <a:gd name="connsiteY17" fmla="*/ 1815 h 25763"/>
              <a:gd name="connsiteX18" fmla="*/ 2972 w 21600"/>
              <a:gd name="connsiteY18" fmla="*/ 1815 h 25763"/>
              <a:gd name="connsiteX0" fmla="*/ 0 w 21600"/>
              <a:gd name="connsiteY0" fmla="*/ 3675 h 25763"/>
              <a:gd name="connsiteX1" fmla="*/ 18595 w 21600"/>
              <a:gd name="connsiteY1" fmla="*/ 3675 h 25763"/>
              <a:gd name="connsiteX2" fmla="*/ 18595 w 21600"/>
              <a:gd name="connsiteY2" fmla="*/ 18022 h 25763"/>
              <a:gd name="connsiteX3" fmla="*/ 0 w 21600"/>
              <a:gd name="connsiteY3" fmla="*/ 20782 h 25763"/>
              <a:gd name="connsiteX4" fmla="*/ 0 w 21600"/>
              <a:gd name="connsiteY4" fmla="*/ 3675 h 25763"/>
              <a:gd name="connsiteX5" fmla="*/ 1532 w 21600"/>
              <a:gd name="connsiteY5" fmla="*/ 3675 h 25763"/>
              <a:gd name="connsiteX6" fmla="*/ 1532 w 21600"/>
              <a:gd name="connsiteY6" fmla="*/ 1815 h 25763"/>
              <a:gd name="connsiteX7" fmla="*/ 20000 w 21600"/>
              <a:gd name="connsiteY7" fmla="*/ 1815 h 25763"/>
              <a:gd name="connsiteX8" fmla="*/ 20000 w 21600"/>
              <a:gd name="connsiteY8" fmla="*/ 16252 h 25763"/>
              <a:gd name="connsiteX9" fmla="*/ 18595 w 21600"/>
              <a:gd name="connsiteY9" fmla="*/ 16352 h 25763"/>
              <a:gd name="connsiteX10" fmla="*/ 2972 w 21600"/>
              <a:gd name="connsiteY10" fmla="*/ 1815 h 25763"/>
              <a:gd name="connsiteX11" fmla="*/ 2972 w 21600"/>
              <a:gd name="connsiteY11" fmla="*/ 0 h 25763"/>
              <a:gd name="connsiteX12" fmla="*/ 21600 w 21600"/>
              <a:gd name="connsiteY12" fmla="*/ 0 h 25763"/>
              <a:gd name="connsiteX13" fmla="*/ 21600 w 21600"/>
              <a:gd name="connsiteY13" fmla="*/ 14392 h 25763"/>
              <a:gd name="connsiteX14" fmla="*/ 20000 w 21600"/>
              <a:gd name="connsiteY14" fmla="*/ 14467 h 25763"/>
              <a:gd name="connsiteX0" fmla="*/ 0 w 21600"/>
              <a:gd name="connsiteY0" fmla="*/ 20782 h 25763"/>
              <a:gd name="connsiteX1" fmla="*/ 18595 w 21600"/>
              <a:gd name="connsiteY1" fmla="*/ 18022 h 25763"/>
              <a:gd name="connsiteX2" fmla="*/ 18873 w 21600"/>
              <a:gd name="connsiteY2" fmla="*/ 25738 h 25763"/>
              <a:gd name="connsiteX3" fmla="*/ 20000 w 21600"/>
              <a:gd name="connsiteY3" fmla="*/ 16252 h 25763"/>
              <a:gd name="connsiteX4" fmla="*/ 20000 w 21600"/>
              <a:gd name="connsiteY4" fmla="*/ 14467 h 25763"/>
              <a:gd name="connsiteX5" fmla="*/ 21600 w 21600"/>
              <a:gd name="connsiteY5" fmla="*/ 14392 h 25763"/>
              <a:gd name="connsiteX6" fmla="*/ 21600 w 21600"/>
              <a:gd name="connsiteY6" fmla="*/ 0 h 25763"/>
              <a:gd name="connsiteX7" fmla="*/ 2972 w 21600"/>
              <a:gd name="connsiteY7" fmla="*/ 0 h 25763"/>
              <a:gd name="connsiteX8" fmla="*/ 2972 w 21600"/>
              <a:gd name="connsiteY8" fmla="*/ 1815 h 25763"/>
              <a:gd name="connsiteX9" fmla="*/ 1532 w 21600"/>
              <a:gd name="connsiteY9" fmla="*/ 1815 h 25763"/>
              <a:gd name="connsiteX10" fmla="*/ 1532 w 21600"/>
              <a:gd name="connsiteY10" fmla="*/ 3675 h 25763"/>
              <a:gd name="connsiteX11" fmla="*/ 0 w 21600"/>
              <a:gd name="connsiteY11" fmla="*/ 3675 h 25763"/>
              <a:gd name="connsiteX12" fmla="*/ 0 w 21600"/>
              <a:gd name="connsiteY12" fmla="*/ 20782 h 25763"/>
              <a:gd name="connsiteX0" fmla="*/ 0 w 21600"/>
              <a:gd name="connsiteY0" fmla="*/ 20782 h 26547"/>
              <a:gd name="connsiteX1" fmla="*/ 18595 w 21600"/>
              <a:gd name="connsiteY1" fmla="*/ 18022 h 26547"/>
              <a:gd name="connsiteX2" fmla="*/ 18595 w 21600"/>
              <a:gd name="connsiteY2" fmla="*/ 3675 h 26547"/>
              <a:gd name="connsiteX3" fmla="*/ 0 w 21600"/>
              <a:gd name="connsiteY3" fmla="*/ 3675 h 26547"/>
              <a:gd name="connsiteX4" fmla="*/ 0 w 21600"/>
              <a:gd name="connsiteY4" fmla="*/ 20782 h 26547"/>
              <a:gd name="connsiteX5" fmla="*/ 1532 w 21600"/>
              <a:gd name="connsiteY5" fmla="*/ 3675 h 26547"/>
              <a:gd name="connsiteX6" fmla="*/ 1532 w 21600"/>
              <a:gd name="connsiteY6" fmla="*/ 1815 h 26547"/>
              <a:gd name="connsiteX7" fmla="*/ 20000 w 21600"/>
              <a:gd name="connsiteY7" fmla="*/ 1815 h 26547"/>
              <a:gd name="connsiteX8" fmla="*/ 20000 w 21600"/>
              <a:gd name="connsiteY8" fmla="*/ 16252 h 26547"/>
              <a:gd name="connsiteX9" fmla="*/ 18595 w 21600"/>
              <a:gd name="connsiteY9" fmla="*/ 16352 h 26547"/>
              <a:gd name="connsiteX10" fmla="*/ 18595 w 21600"/>
              <a:gd name="connsiteY10" fmla="*/ 3675 h 26547"/>
              <a:gd name="connsiteX11" fmla="*/ 1532 w 21600"/>
              <a:gd name="connsiteY11" fmla="*/ 3675 h 26547"/>
              <a:gd name="connsiteX12" fmla="*/ 2972 w 21600"/>
              <a:gd name="connsiteY12" fmla="*/ 1815 h 26547"/>
              <a:gd name="connsiteX13" fmla="*/ 2972 w 21600"/>
              <a:gd name="connsiteY13" fmla="*/ 0 h 26547"/>
              <a:gd name="connsiteX14" fmla="*/ 21600 w 21600"/>
              <a:gd name="connsiteY14" fmla="*/ 0 h 26547"/>
              <a:gd name="connsiteX15" fmla="*/ 21600 w 21600"/>
              <a:gd name="connsiteY15" fmla="*/ 14392 h 26547"/>
              <a:gd name="connsiteX16" fmla="*/ 20000 w 21600"/>
              <a:gd name="connsiteY16" fmla="*/ 14467 h 26547"/>
              <a:gd name="connsiteX17" fmla="*/ 20000 w 21600"/>
              <a:gd name="connsiteY17" fmla="*/ 1815 h 26547"/>
              <a:gd name="connsiteX18" fmla="*/ 2972 w 21600"/>
              <a:gd name="connsiteY18" fmla="*/ 1815 h 26547"/>
              <a:gd name="connsiteX0" fmla="*/ 0 w 21600"/>
              <a:gd name="connsiteY0" fmla="*/ 3675 h 26547"/>
              <a:gd name="connsiteX1" fmla="*/ 18595 w 21600"/>
              <a:gd name="connsiteY1" fmla="*/ 3675 h 26547"/>
              <a:gd name="connsiteX2" fmla="*/ 18595 w 21600"/>
              <a:gd name="connsiteY2" fmla="*/ 18022 h 26547"/>
              <a:gd name="connsiteX3" fmla="*/ 0 w 21600"/>
              <a:gd name="connsiteY3" fmla="*/ 20782 h 26547"/>
              <a:gd name="connsiteX4" fmla="*/ 0 w 21600"/>
              <a:gd name="connsiteY4" fmla="*/ 3675 h 26547"/>
              <a:gd name="connsiteX5" fmla="*/ 1532 w 21600"/>
              <a:gd name="connsiteY5" fmla="*/ 3675 h 26547"/>
              <a:gd name="connsiteX6" fmla="*/ 1532 w 21600"/>
              <a:gd name="connsiteY6" fmla="*/ 1815 h 26547"/>
              <a:gd name="connsiteX7" fmla="*/ 20000 w 21600"/>
              <a:gd name="connsiteY7" fmla="*/ 1815 h 26547"/>
              <a:gd name="connsiteX8" fmla="*/ 20000 w 21600"/>
              <a:gd name="connsiteY8" fmla="*/ 16252 h 26547"/>
              <a:gd name="connsiteX9" fmla="*/ 18595 w 21600"/>
              <a:gd name="connsiteY9" fmla="*/ 16352 h 26547"/>
              <a:gd name="connsiteX10" fmla="*/ 2972 w 21600"/>
              <a:gd name="connsiteY10" fmla="*/ 1815 h 26547"/>
              <a:gd name="connsiteX11" fmla="*/ 2972 w 21600"/>
              <a:gd name="connsiteY11" fmla="*/ 0 h 26547"/>
              <a:gd name="connsiteX12" fmla="*/ 21600 w 21600"/>
              <a:gd name="connsiteY12" fmla="*/ 0 h 26547"/>
              <a:gd name="connsiteX13" fmla="*/ 21600 w 21600"/>
              <a:gd name="connsiteY13" fmla="*/ 14392 h 26547"/>
              <a:gd name="connsiteX14" fmla="*/ 20000 w 21600"/>
              <a:gd name="connsiteY14" fmla="*/ 14467 h 26547"/>
              <a:gd name="connsiteX0" fmla="*/ 0 w 21600"/>
              <a:gd name="connsiteY0" fmla="*/ 20782 h 26547"/>
              <a:gd name="connsiteX1" fmla="*/ 9817 w 21600"/>
              <a:gd name="connsiteY1" fmla="*/ 26506 h 26547"/>
              <a:gd name="connsiteX2" fmla="*/ 18595 w 21600"/>
              <a:gd name="connsiteY2" fmla="*/ 18022 h 26547"/>
              <a:gd name="connsiteX3" fmla="*/ 18873 w 21600"/>
              <a:gd name="connsiteY3" fmla="*/ 25738 h 26547"/>
              <a:gd name="connsiteX4" fmla="*/ 20000 w 21600"/>
              <a:gd name="connsiteY4" fmla="*/ 16252 h 26547"/>
              <a:gd name="connsiteX5" fmla="*/ 20000 w 21600"/>
              <a:gd name="connsiteY5" fmla="*/ 14467 h 26547"/>
              <a:gd name="connsiteX6" fmla="*/ 21600 w 21600"/>
              <a:gd name="connsiteY6" fmla="*/ 14392 h 26547"/>
              <a:gd name="connsiteX7" fmla="*/ 21600 w 21600"/>
              <a:gd name="connsiteY7" fmla="*/ 0 h 26547"/>
              <a:gd name="connsiteX8" fmla="*/ 2972 w 21600"/>
              <a:gd name="connsiteY8" fmla="*/ 0 h 26547"/>
              <a:gd name="connsiteX9" fmla="*/ 2972 w 21600"/>
              <a:gd name="connsiteY9" fmla="*/ 1815 h 26547"/>
              <a:gd name="connsiteX10" fmla="*/ 1532 w 21600"/>
              <a:gd name="connsiteY10" fmla="*/ 1815 h 26547"/>
              <a:gd name="connsiteX11" fmla="*/ 1532 w 21600"/>
              <a:gd name="connsiteY11" fmla="*/ 3675 h 26547"/>
              <a:gd name="connsiteX12" fmla="*/ 0 w 21600"/>
              <a:gd name="connsiteY12" fmla="*/ 3675 h 26547"/>
              <a:gd name="connsiteX13" fmla="*/ 0 w 21600"/>
              <a:gd name="connsiteY13" fmla="*/ 20782 h 26547"/>
              <a:gd name="connsiteX0" fmla="*/ 0 w 21600"/>
              <a:gd name="connsiteY0" fmla="*/ 20782 h 25763"/>
              <a:gd name="connsiteX1" fmla="*/ 18595 w 21600"/>
              <a:gd name="connsiteY1" fmla="*/ 18022 h 25763"/>
              <a:gd name="connsiteX2" fmla="*/ 18595 w 21600"/>
              <a:gd name="connsiteY2" fmla="*/ 3675 h 25763"/>
              <a:gd name="connsiteX3" fmla="*/ 0 w 21600"/>
              <a:gd name="connsiteY3" fmla="*/ 3675 h 25763"/>
              <a:gd name="connsiteX4" fmla="*/ 0 w 21600"/>
              <a:gd name="connsiteY4" fmla="*/ 20782 h 25763"/>
              <a:gd name="connsiteX5" fmla="*/ 1532 w 21600"/>
              <a:gd name="connsiteY5" fmla="*/ 3675 h 25763"/>
              <a:gd name="connsiteX6" fmla="*/ 1532 w 21600"/>
              <a:gd name="connsiteY6" fmla="*/ 1815 h 25763"/>
              <a:gd name="connsiteX7" fmla="*/ 20000 w 21600"/>
              <a:gd name="connsiteY7" fmla="*/ 1815 h 25763"/>
              <a:gd name="connsiteX8" fmla="*/ 20000 w 21600"/>
              <a:gd name="connsiteY8" fmla="*/ 16252 h 25763"/>
              <a:gd name="connsiteX9" fmla="*/ 18595 w 21600"/>
              <a:gd name="connsiteY9" fmla="*/ 16352 h 25763"/>
              <a:gd name="connsiteX10" fmla="*/ 18595 w 21600"/>
              <a:gd name="connsiteY10" fmla="*/ 3675 h 25763"/>
              <a:gd name="connsiteX11" fmla="*/ 1532 w 21600"/>
              <a:gd name="connsiteY11" fmla="*/ 3675 h 25763"/>
              <a:gd name="connsiteX12" fmla="*/ 2972 w 21600"/>
              <a:gd name="connsiteY12" fmla="*/ 1815 h 25763"/>
              <a:gd name="connsiteX13" fmla="*/ 2972 w 21600"/>
              <a:gd name="connsiteY13" fmla="*/ 0 h 25763"/>
              <a:gd name="connsiteX14" fmla="*/ 21600 w 21600"/>
              <a:gd name="connsiteY14" fmla="*/ 0 h 25763"/>
              <a:gd name="connsiteX15" fmla="*/ 21600 w 21600"/>
              <a:gd name="connsiteY15" fmla="*/ 14392 h 25763"/>
              <a:gd name="connsiteX16" fmla="*/ 20000 w 21600"/>
              <a:gd name="connsiteY16" fmla="*/ 14467 h 25763"/>
              <a:gd name="connsiteX17" fmla="*/ 20000 w 21600"/>
              <a:gd name="connsiteY17" fmla="*/ 1815 h 25763"/>
              <a:gd name="connsiteX18" fmla="*/ 2972 w 21600"/>
              <a:gd name="connsiteY18" fmla="*/ 1815 h 25763"/>
              <a:gd name="connsiteX0" fmla="*/ 0 w 21600"/>
              <a:gd name="connsiteY0" fmla="*/ 3675 h 25763"/>
              <a:gd name="connsiteX1" fmla="*/ 18595 w 21600"/>
              <a:gd name="connsiteY1" fmla="*/ 3675 h 25763"/>
              <a:gd name="connsiteX2" fmla="*/ 18595 w 21600"/>
              <a:gd name="connsiteY2" fmla="*/ 18022 h 25763"/>
              <a:gd name="connsiteX3" fmla="*/ 0 w 21600"/>
              <a:gd name="connsiteY3" fmla="*/ 20782 h 25763"/>
              <a:gd name="connsiteX4" fmla="*/ 0 w 21600"/>
              <a:gd name="connsiteY4" fmla="*/ 3675 h 25763"/>
              <a:gd name="connsiteX5" fmla="*/ 1532 w 21600"/>
              <a:gd name="connsiteY5" fmla="*/ 3675 h 25763"/>
              <a:gd name="connsiteX6" fmla="*/ 1532 w 21600"/>
              <a:gd name="connsiteY6" fmla="*/ 1815 h 25763"/>
              <a:gd name="connsiteX7" fmla="*/ 20000 w 21600"/>
              <a:gd name="connsiteY7" fmla="*/ 1815 h 25763"/>
              <a:gd name="connsiteX8" fmla="*/ 20000 w 21600"/>
              <a:gd name="connsiteY8" fmla="*/ 16252 h 25763"/>
              <a:gd name="connsiteX9" fmla="*/ 18595 w 21600"/>
              <a:gd name="connsiteY9" fmla="*/ 16352 h 25763"/>
              <a:gd name="connsiteX10" fmla="*/ 2972 w 21600"/>
              <a:gd name="connsiteY10" fmla="*/ 1815 h 25763"/>
              <a:gd name="connsiteX11" fmla="*/ 2972 w 21600"/>
              <a:gd name="connsiteY11" fmla="*/ 0 h 25763"/>
              <a:gd name="connsiteX12" fmla="*/ 21600 w 21600"/>
              <a:gd name="connsiteY12" fmla="*/ 0 h 25763"/>
              <a:gd name="connsiteX13" fmla="*/ 21600 w 21600"/>
              <a:gd name="connsiteY13" fmla="*/ 14392 h 25763"/>
              <a:gd name="connsiteX14" fmla="*/ 20000 w 21600"/>
              <a:gd name="connsiteY14" fmla="*/ 14467 h 25763"/>
              <a:gd name="connsiteX0" fmla="*/ 0 w 21600"/>
              <a:gd name="connsiteY0" fmla="*/ 20782 h 25763"/>
              <a:gd name="connsiteX1" fmla="*/ 10652 w 21600"/>
              <a:gd name="connsiteY1" fmla="*/ 22896 h 25763"/>
              <a:gd name="connsiteX2" fmla="*/ 18595 w 21600"/>
              <a:gd name="connsiteY2" fmla="*/ 18022 h 25763"/>
              <a:gd name="connsiteX3" fmla="*/ 18873 w 21600"/>
              <a:gd name="connsiteY3" fmla="*/ 25738 h 25763"/>
              <a:gd name="connsiteX4" fmla="*/ 20000 w 21600"/>
              <a:gd name="connsiteY4" fmla="*/ 16252 h 25763"/>
              <a:gd name="connsiteX5" fmla="*/ 20000 w 21600"/>
              <a:gd name="connsiteY5" fmla="*/ 14467 h 25763"/>
              <a:gd name="connsiteX6" fmla="*/ 21600 w 21600"/>
              <a:gd name="connsiteY6" fmla="*/ 14392 h 25763"/>
              <a:gd name="connsiteX7" fmla="*/ 21600 w 21600"/>
              <a:gd name="connsiteY7" fmla="*/ 0 h 25763"/>
              <a:gd name="connsiteX8" fmla="*/ 2972 w 21600"/>
              <a:gd name="connsiteY8" fmla="*/ 0 h 25763"/>
              <a:gd name="connsiteX9" fmla="*/ 2972 w 21600"/>
              <a:gd name="connsiteY9" fmla="*/ 1815 h 25763"/>
              <a:gd name="connsiteX10" fmla="*/ 1532 w 21600"/>
              <a:gd name="connsiteY10" fmla="*/ 1815 h 25763"/>
              <a:gd name="connsiteX11" fmla="*/ 1532 w 21600"/>
              <a:gd name="connsiteY11" fmla="*/ 3675 h 25763"/>
              <a:gd name="connsiteX12" fmla="*/ 0 w 21600"/>
              <a:gd name="connsiteY12" fmla="*/ 3675 h 25763"/>
              <a:gd name="connsiteX13" fmla="*/ 0 w 21600"/>
              <a:gd name="connsiteY13" fmla="*/ 20782 h 25763"/>
              <a:gd name="connsiteX0" fmla="*/ 0 w 21600"/>
              <a:gd name="connsiteY0" fmla="*/ 20782 h 25763"/>
              <a:gd name="connsiteX1" fmla="*/ 18595 w 21600"/>
              <a:gd name="connsiteY1" fmla="*/ 18022 h 25763"/>
              <a:gd name="connsiteX2" fmla="*/ 18595 w 21600"/>
              <a:gd name="connsiteY2" fmla="*/ 3675 h 25763"/>
              <a:gd name="connsiteX3" fmla="*/ 0 w 21600"/>
              <a:gd name="connsiteY3" fmla="*/ 3675 h 25763"/>
              <a:gd name="connsiteX4" fmla="*/ 0 w 21600"/>
              <a:gd name="connsiteY4" fmla="*/ 20782 h 25763"/>
              <a:gd name="connsiteX5" fmla="*/ 1532 w 21600"/>
              <a:gd name="connsiteY5" fmla="*/ 3675 h 25763"/>
              <a:gd name="connsiteX6" fmla="*/ 1532 w 21600"/>
              <a:gd name="connsiteY6" fmla="*/ 1815 h 25763"/>
              <a:gd name="connsiteX7" fmla="*/ 20000 w 21600"/>
              <a:gd name="connsiteY7" fmla="*/ 1815 h 25763"/>
              <a:gd name="connsiteX8" fmla="*/ 20000 w 21600"/>
              <a:gd name="connsiteY8" fmla="*/ 16252 h 25763"/>
              <a:gd name="connsiteX9" fmla="*/ 18595 w 21600"/>
              <a:gd name="connsiteY9" fmla="*/ 16352 h 25763"/>
              <a:gd name="connsiteX10" fmla="*/ 18595 w 21600"/>
              <a:gd name="connsiteY10" fmla="*/ 3675 h 25763"/>
              <a:gd name="connsiteX11" fmla="*/ 1532 w 21600"/>
              <a:gd name="connsiteY11" fmla="*/ 3675 h 25763"/>
              <a:gd name="connsiteX12" fmla="*/ 2972 w 21600"/>
              <a:gd name="connsiteY12" fmla="*/ 1815 h 25763"/>
              <a:gd name="connsiteX13" fmla="*/ 2972 w 21600"/>
              <a:gd name="connsiteY13" fmla="*/ 0 h 25763"/>
              <a:gd name="connsiteX14" fmla="*/ 21600 w 21600"/>
              <a:gd name="connsiteY14" fmla="*/ 0 h 25763"/>
              <a:gd name="connsiteX15" fmla="*/ 21600 w 21600"/>
              <a:gd name="connsiteY15" fmla="*/ 14392 h 25763"/>
              <a:gd name="connsiteX16" fmla="*/ 20000 w 21600"/>
              <a:gd name="connsiteY16" fmla="*/ 14467 h 25763"/>
              <a:gd name="connsiteX17" fmla="*/ 20000 w 21600"/>
              <a:gd name="connsiteY17" fmla="*/ 1815 h 25763"/>
              <a:gd name="connsiteX18" fmla="*/ 2972 w 21600"/>
              <a:gd name="connsiteY18" fmla="*/ 1815 h 25763"/>
              <a:gd name="connsiteX0" fmla="*/ 0 w 21600"/>
              <a:gd name="connsiteY0" fmla="*/ 3675 h 25763"/>
              <a:gd name="connsiteX1" fmla="*/ 18595 w 21600"/>
              <a:gd name="connsiteY1" fmla="*/ 3675 h 25763"/>
              <a:gd name="connsiteX2" fmla="*/ 18595 w 21600"/>
              <a:gd name="connsiteY2" fmla="*/ 18022 h 25763"/>
              <a:gd name="connsiteX3" fmla="*/ 0 w 21600"/>
              <a:gd name="connsiteY3" fmla="*/ 20782 h 25763"/>
              <a:gd name="connsiteX4" fmla="*/ 0 w 21600"/>
              <a:gd name="connsiteY4" fmla="*/ 3675 h 25763"/>
              <a:gd name="connsiteX5" fmla="*/ 1532 w 21600"/>
              <a:gd name="connsiteY5" fmla="*/ 3675 h 25763"/>
              <a:gd name="connsiteX6" fmla="*/ 1532 w 21600"/>
              <a:gd name="connsiteY6" fmla="*/ 1815 h 25763"/>
              <a:gd name="connsiteX7" fmla="*/ 20000 w 21600"/>
              <a:gd name="connsiteY7" fmla="*/ 1815 h 25763"/>
              <a:gd name="connsiteX8" fmla="*/ 20000 w 21600"/>
              <a:gd name="connsiteY8" fmla="*/ 16252 h 25763"/>
              <a:gd name="connsiteX9" fmla="*/ 18595 w 21600"/>
              <a:gd name="connsiteY9" fmla="*/ 16352 h 25763"/>
              <a:gd name="connsiteX10" fmla="*/ 2972 w 21600"/>
              <a:gd name="connsiteY10" fmla="*/ 1815 h 25763"/>
              <a:gd name="connsiteX11" fmla="*/ 2972 w 21600"/>
              <a:gd name="connsiteY11" fmla="*/ 0 h 25763"/>
              <a:gd name="connsiteX12" fmla="*/ 21600 w 21600"/>
              <a:gd name="connsiteY12" fmla="*/ 0 h 25763"/>
              <a:gd name="connsiteX13" fmla="*/ 21600 w 21600"/>
              <a:gd name="connsiteY13" fmla="*/ 14392 h 25763"/>
              <a:gd name="connsiteX14" fmla="*/ 20000 w 21600"/>
              <a:gd name="connsiteY14" fmla="*/ 14467 h 25763"/>
              <a:gd name="connsiteX0" fmla="*/ 0 w 21600"/>
              <a:gd name="connsiteY0" fmla="*/ 20782 h 25763"/>
              <a:gd name="connsiteX1" fmla="*/ 10652 w 21600"/>
              <a:gd name="connsiteY1" fmla="*/ 22896 h 25763"/>
              <a:gd name="connsiteX2" fmla="*/ 18165 w 21600"/>
              <a:gd name="connsiteY2" fmla="*/ 24340 h 25763"/>
              <a:gd name="connsiteX3" fmla="*/ 18595 w 21600"/>
              <a:gd name="connsiteY3" fmla="*/ 18022 h 25763"/>
              <a:gd name="connsiteX4" fmla="*/ 18873 w 21600"/>
              <a:gd name="connsiteY4" fmla="*/ 25738 h 25763"/>
              <a:gd name="connsiteX5" fmla="*/ 20000 w 21600"/>
              <a:gd name="connsiteY5" fmla="*/ 16252 h 25763"/>
              <a:gd name="connsiteX6" fmla="*/ 20000 w 21600"/>
              <a:gd name="connsiteY6" fmla="*/ 14467 h 25763"/>
              <a:gd name="connsiteX7" fmla="*/ 21600 w 21600"/>
              <a:gd name="connsiteY7" fmla="*/ 14392 h 25763"/>
              <a:gd name="connsiteX8" fmla="*/ 21600 w 21600"/>
              <a:gd name="connsiteY8" fmla="*/ 0 h 25763"/>
              <a:gd name="connsiteX9" fmla="*/ 2972 w 21600"/>
              <a:gd name="connsiteY9" fmla="*/ 0 h 25763"/>
              <a:gd name="connsiteX10" fmla="*/ 2972 w 21600"/>
              <a:gd name="connsiteY10" fmla="*/ 1815 h 25763"/>
              <a:gd name="connsiteX11" fmla="*/ 1532 w 21600"/>
              <a:gd name="connsiteY11" fmla="*/ 1815 h 25763"/>
              <a:gd name="connsiteX12" fmla="*/ 1532 w 21600"/>
              <a:gd name="connsiteY12" fmla="*/ 3675 h 25763"/>
              <a:gd name="connsiteX13" fmla="*/ 0 w 21600"/>
              <a:gd name="connsiteY13" fmla="*/ 3675 h 25763"/>
              <a:gd name="connsiteX14" fmla="*/ 0 w 21600"/>
              <a:gd name="connsiteY14" fmla="*/ 20782 h 257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1600" h="25763" stroke="0" extrusionOk="0">
                <a:moveTo>
                  <a:pt x="0" y="20782"/>
                </a:moveTo>
                <a:cubicBezTo>
                  <a:pt x="9298" y="23542"/>
                  <a:pt x="9298" y="18022"/>
                  <a:pt x="18595" y="18022"/>
                </a:cubicBezTo>
                <a:lnTo>
                  <a:pt x="18595" y="3675"/>
                </a:lnTo>
                <a:lnTo>
                  <a:pt x="0" y="3675"/>
                </a:lnTo>
                <a:lnTo>
                  <a:pt x="0" y="20782"/>
                </a:lnTo>
                <a:close/>
                <a:moveTo>
                  <a:pt x="1532" y="3675"/>
                </a:moveTo>
                <a:lnTo>
                  <a:pt x="1532" y="1815"/>
                </a:lnTo>
                <a:lnTo>
                  <a:pt x="20000" y="1815"/>
                </a:lnTo>
                <a:lnTo>
                  <a:pt x="20000" y="16252"/>
                </a:lnTo>
                <a:cubicBezTo>
                  <a:pt x="19298" y="16252"/>
                  <a:pt x="18595" y="16352"/>
                  <a:pt x="18595" y="16352"/>
                </a:cubicBezTo>
                <a:lnTo>
                  <a:pt x="18595" y="3675"/>
                </a:lnTo>
                <a:lnTo>
                  <a:pt x="1532" y="3675"/>
                </a:lnTo>
                <a:close/>
                <a:moveTo>
                  <a:pt x="2972" y="1815"/>
                </a:moveTo>
                <a:lnTo>
                  <a:pt x="2972" y="0"/>
                </a:lnTo>
                <a:lnTo>
                  <a:pt x="21600" y="0"/>
                </a:lnTo>
                <a:lnTo>
                  <a:pt x="21600" y="14392"/>
                </a:lnTo>
                <a:cubicBezTo>
                  <a:pt x="20800" y="14392"/>
                  <a:pt x="20000" y="14467"/>
                  <a:pt x="20000" y="14467"/>
                </a:cubicBezTo>
                <a:lnTo>
                  <a:pt x="20000" y="1815"/>
                </a:lnTo>
                <a:lnTo>
                  <a:pt x="2972" y="1815"/>
                </a:lnTo>
                <a:close/>
              </a:path>
              <a:path w="21600" h="25763" fill="none" extrusionOk="0">
                <a:moveTo>
                  <a:pt x="0" y="3675"/>
                </a:moveTo>
                <a:lnTo>
                  <a:pt x="18595" y="3675"/>
                </a:lnTo>
                <a:lnTo>
                  <a:pt x="18595" y="18022"/>
                </a:lnTo>
                <a:cubicBezTo>
                  <a:pt x="9298" y="18022"/>
                  <a:pt x="9298" y="23542"/>
                  <a:pt x="0" y="20782"/>
                </a:cubicBezTo>
                <a:lnTo>
                  <a:pt x="0" y="3675"/>
                </a:lnTo>
                <a:close/>
                <a:moveTo>
                  <a:pt x="1532" y="3675"/>
                </a:moveTo>
                <a:lnTo>
                  <a:pt x="1532" y="1815"/>
                </a:lnTo>
                <a:lnTo>
                  <a:pt x="20000" y="1815"/>
                </a:lnTo>
                <a:lnTo>
                  <a:pt x="20000" y="16252"/>
                </a:lnTo>
                <a:cubicBezTo>
                  <a:pt x="19298" y="16252"/>
                  <a:pt x="18595" y="16352"/>
                  <a:pt x="18595" y="16352"/>
                </a:cubicBezTo>
                <a:moveTo>
                  <a:pt x="2972" y="1815"/>
                </a:moveTo>
                <a:lnTo>
                  <a:pt x="2972" y="0"/>
                </a:lnTo>
                <a:lnTo>
                  <a:pt x="21600" y="0"/>
                </a:lnTo>
                <a:lnTo>
                  <a:pt x="21600" y="14392"/>
                </a:lnTo>
                <a:cubicBezTo>
                  <a:pt x="20800" y="14392"/>
                  <a:pt x="20000" y="14467"/>
                  <a:pt x="20000" y="14467"/>
                </a:cubicBezTo>
              </a:path>
              <a:path w="21600" h="25763" fill="none" stroke="0">
                <a:moveTo>
                  <a:pt x="0" y="20782"/>
                </a:moveTo>
                <a:cubicBezTo>
                  <a:pt x="1590" y="23504"/>
                  <a:pt x="7553" y="23356"/>
                  <a:pt x="10652" y="22896"/>
                </a:cubicBezTo>
                <a:cubicBezTo>
                  <a:pt x="13540" y="22406"/>
                  <a:pt x="16841" y="25152"/>
                  <a:pt x="18165" y="24340"/>
                </a:cubicBezTo>
                <a:cubicBezTo>
                  <a:pt x="19489" y="23528"/>
                  <a:pt x="18338" y="16706"/>
                  <a:pt x="18595" y="18022"/>
                </a:cubicBezTo>
                <a:cubicBezTo>
                  <a:pt x="18595" y="17465"/>
                  <a:pt x="18873" y="26295"/>
                  <a:pt x="18873" y="25738"/>
                </a:cubicBezTo>
                <a:cubicBezTo>
                  <a:pt x="18873" y="25738"/>
                  <a:pt x="19298" y="16252"/>
                  <a:pt x="20000" y="16252"/>
                </a:cubicBezTo>
                <a:lnTo>
                  <a:pt x="20000" y="14467"/>
                </a:lnTo>
                <a:cubicBezTo>
                  <a:pt x="20000" y="14467"/>
                  <a:pt x="20800" y="14392"/>
                  <a:pt x="21600" y="14392"/>
                </a:cubicBezTo>
                <a:lnTo>
                  <a:pt x="21600" y="0"/>
                </a:lnTo>
                <a:lnTo>
                  <a:pt x="2972" y="0"/>
                </a:lnTo>
                <a:lnTo>
                  <a:pt x="2972" y="1815"/>
                </a:lnTo>
                <a:lnTo>
                  <a:pt x="1532" y="1815"/>
                </a:lnTo>
                <a:lnTo>
                  <a:pt x="1532" y="3675"/>
                </a:lnTo>
                <a:lnTo>
                  <a:pt x="0" y="3675"/>
                </a:lnTo>
                <a:lnTo>
                  <a:pt x="0" y="20782"/>
                </a:lnTo>
                <a:close/>
              </a:path>
            </a:pathLst>
          </a:custGeom>
          <a:solidFill>
            <a:srgbClr val="A7FFAB"/>
          </a:solidFill>
          <a:ln w="12700">
            <a:solidFill>
              <a:schemeClr val="accent1"/>
            </a:solidFill>
          </a:ln>
          <a:effectLst>
            <a:outerShdw blurRad="40000" dist="20000" dir="5400000" rotWithShape="0">
              <a:srgbClr val="000000">
                <a:alpha val="38000"/>
              </a:srgbClr>
            </a:outerShdw>
            <a:softEdge rad="12700"/>
          </a:effectLst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00"/>
                </a:solidFill>
              </a:rPr>
              <a:t>24t56</a:t>
            </a:r>
          </a:p>
        </p:txBody>
      </p:sp>
      <p:cxnSp>
        <p:nvCxnSpPr>
          <p:cNvPr id="38" name="Shape 200"/>
          <p:cNvCxnSpPr/>
          <p:nvPr/>
        </p:nvCxnSpPr>
        <p:spPr>
          <a:xfrm flipH="1" flipV="1">
            <a:off x="4732802" y="5631052"/>
            <a:ext cx="372598" cy="11474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35" name="Shape 198"/>
          <p:cNvSpPr/>
          <p:nvPr/>
        </p:nvSpPr>
        <p:spPr>
          <a:xfrm>
            <a:off x="5876496" y="489862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345r3</a:t>
            </a:r>
          </a:p>
        </p:txBody>
      </p:sp>
      <p:cxnSp>
        <p:nvCxnSpPr>
          <p:cNvPr id="44" name="Shape 200"/>
          <p:cNvCxnSpPr/>
          <p:nvPr/>
        </p:nvCxnSpPr>
        <p:spPr>
          <a:xfrm flipH="1" flipV="1">
            <a:off x="2426586" y="5053473"/>
            <a:ext cx="3429471" cy="1102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71" name="Shape 204"/>
          <p:cNvSpPr/>
          <p:nvPr/>
        </p:nvSpPr>
        <p:spPr>
          <a:xfrm>
            <a:off x="3897956" y="6142376"/>
            <a:ext cx="917438" cy="2730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working1</a:t>
            </a:r>
          </a:p>
        </p:txBody>
      </p:sp>
      <p:cxnSp>
        <p:nvCxnSpPr>
          <p:cNvPr id="72" name="Shape 205"/>
          <p:cNvCxnSpPr>
            <a:stCxn id="71" idx="0"/>
            <a:endCxn id="39" idx="2"/>
          </p:cNvCxnSpPr>
          <p:nvPr/>
        </p:nvCxnSpPr>
        <p:spPr>
          <a:xfrm flipH="1" flipV="1">
            <a:off x="4345499" y="5763543"/>
            <a:ext cx="11176" cy="378833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92" name="Shape 204"/>
          <p:cNvSpPr/>
          <p:nvPr/>
        </p:nvSpPr>
        <p:spPr>
          <a:xfrm>
            <a:off x="4959058" y="6431769"/>
            <a:ext cx="917438" cy="2730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working2</a:t>
            </a:r>
          </a:p>
        </p:txBody>
      </p:sp>
      <p:cxnSp>
        <p:nvCxnSpPr>
          <p:cNvPr id="93" name="Shape 205"/>
          <p:cNvCxnSpPr>
            <a:endCxn id="2" idx="0"/>
          </p:cNvCxnSpPr>
          <p:nvPr/>
        </p:nvCxnSpPr>
        <p:spPr>
          <a:xfrm flipV="1">
            <a:off x="5105400" y="5795034"/>
            <a:ext cx="0" cy="636735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46" name="Shape 198"/>
          <p:cNvSpPr/>
          <p:nvPr/>
        </p:nvSpPr>
        <p:spPr>
          <a:xfrm>
            <a:off x="5831577" y="2816793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345r3</a:t>
            </a:r>
          </a:p>
        </p:txBody>
      </p:sp>
      <p:cxnSp>
        <p:nvCxnSpPr>
          <p:cNvPr id="47" name="Shape 200"/>
          <p:cNvCxnSpPr>
            <a:stCxn id="46" idx="1"/>
            <a:endCxn id="192" idx="3"/>
          </p:cNvCxnSpPr>
          <p:nvPr/>
        </p:nvCxnSpPr>
        <p:spPr>
          <a:xfrm flipH="1" flipV="1">
            <a:off x="2668425" y="2499250"/>
            <a:ext cx="3163152" cy="495293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50" name="Shape 198"/>
          <p:cNvSpPr/>
          <p:nvPr/>
        </p:nvSpPr>
        <p:spPr>
          <a:xfrm rot="10800000" flipV="1">
            <a:off x="6118744" y="5941059"/>
            <a:ext cx="774600" cy="310525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567r4</a:t>
            </a:r>
          </a:p>
        </p:txBody>
      </p:sp>
      <p:sp>
        <p:nvSpPr>
          <p:cNvPr id="51" name="Shape 198"/>
          <p:cNvSpPr/>
          <p:nvPr/>
        </p:nvSpPr>
        <p:spPr>
          <a:xfrm>
            <a:off x="7135592" y="5896085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e3rf5</a:t>
            </a:r>
          </a:p>
        </p:txBody>
      </p:sp>
      <p:cxnSp>
        <p:nvCxnSpPr>
          <p:cNvPr id="52" name="Shape 200"/>
          <p:cNvCxnSpPr>
            <a:stCxn id="50" idx="0"/>
            <a:endCxn id="35" idx="2"/>
          </p:cNvCxnSpPr>
          <p:nvPr/>
        </p:nvCxnSpPr>
        <p:spPr>
          <a:xfrm flipH="1" flipV="1">
            <a:off x="6263796" y="5254120"/>
            <a:ext cx="242248" cy="686939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53" name="Flowchart: Multidocument 1"/>
          <p:cNvSpPr/>
          <p:nvPr/>
        </p:nvSpPr>
        <p:spPr>
          <a:xfrm>
            <a:off x="8196718" y="5867519"/>
            <a:ext cx="795711" cy="411357"/>
          </a:xfrm>
          <a:custGeom>
            <a:avLst/>
            <a:gdLst>
              <a:gd name="connsiteX0" fmla="*/ 0 w 21600"/>
              <a:gd name="connsiteY0" fmla="*/ 20782 h 21600"/>
              <a:gd name="connsiteX1" fmla="*/ 18595 w 21600"/>
              <a:gd name="connsiteY1" fmla="*/ 18022 h 21600"/>
              <a:gd name="connsiteX2" fmla="*/ 18595 w 21600"/>
              <a:gd name="connsiteY2" fmla="*/ 3675 h 21600"/>
              <a:gd name="connsiteX3" fmla="*/ 0 w 21600"/>
              <a:gd name="connsiteY3" fmla="*/ 3675 h 21600"/>
              <a:gd name="connsiteX4" fmla="*/ 0 w 21600"/>
              <a:gd name="connsiteY4" fmla="*/ 20782 h 21600"/>
              <a:gd name="connsiteX5" fmla="*/ 1532 w 21600"/>
              <a:gd name="connsiteY5" fmla="*/ 3675 h 21600"/>
              <a:gd name="connsiteX6" fmla="*/ 1532 w 21600"/>
              <a:gd name="connsiteY6" fmla="*/ 1815 h 21600"/>
              <a:gd name="connsiteX7" fmla="*/ 20000 w 21600"/>
              <a:gd name="connsiteY7" fmla="*/ 1815 h 21600"/>
              <a:gd name="connsiteX8" fmla="*/ 20000 w 21600"/>
              <a:gd name="connsiteY8" fmla="*/ 16252 h 21600"/>
              <a:gd name="connsiteX9" fmla="*/ 18595 w 21600"/>
              <a:gd name="connsiteY9" fmla="*/ 16352 h 21600"/>
              <a:gd name="connsiteX10" fmla="*/ 18595 w 21600"/>
              <a:gd name="connsiteY10" fmla="*/ 3675 h 21600"/>
              <a:gd name="connsiteX11" fmla="*/ 1532 w 21600"/>
              <a:gd name="connsiteY11" fmla="*/ 3675 h 21600"/>
              <a:gd name="connsiteX12" fmla="*/ 2972 w 21600"/>
              <a:gd name="connsiteY12" fmla="*/ 1815 h 21600"/>
              <a:gd name="connsiteX13" fmla="*/ 2972 w 21600"/>
              <a:gd name="connsiteY13" fmla="*/ 0 h 21600"/>
              <a:gd name="connsiteX14" fmla="*/ 21600 w 21600"/>
              <a:gd name="connsiteY14" fmla="*/ 0 h 21600"/>
              <a:gd name="connsiteX15" fmla="*/ 21600 w 21600"/>
              <a:gd name="connsiteY15" fmla="*/ 14392 h 21600"/>
              <a:gd name="connsiteX16" fmla="*/ 20000 w 21600"/>
              <a:gd name="connsiteY16" fmla="*/ 14467 h 21600"/>
              <a:gd name="connsiteX17" fmla="*/ 20000 w 21600"/>
              <a:gd name="connsiteY17" fmla="*/ 1815 h 21600"/>
              <a:gd name="connsiteX18" fmla="*/ 2972 w 21600"/>
              <a:gd name="connsiteY18" fmla="*/ 1815 h 21600"/>
              <a:gd name="connsiteX0" fmla="*/ 0 w 21600"/>
              <a:gd name="connsiteY0" fmla="*/ 3675 h 21600"/>
              <a:gd name="connsiteX1" fmla="*/ 18595 w 21600"/>
              <a:gd name="connsiteY1" fmla="*/ 3675 h 21600"/>
              <a:gd name="connsiteX2" fmla="*/ 18595 w 21600"/>
              <a:gd name="connsiteY2" fmla="*/ 18022 h 21600"/>
              <a:gd name="connsiteX3" fmla="*/ 0 w 21600"/>
              <a:gd name="connsiteY3" fmla="*/ 20782 h 21600"/>
              <a:gd name="connsiteX4" fmla="*/ 0 w 21600"/>
              <a:gd name="connsiteY4" fmla="*/ 3675 h 21600"/>
              <a:gd name="connsiteX5" fmla="*/ 1532 w 21600"/>
              <a:gd name="connsiteY5" fmla="*/ 3675 h 21600"/>
              <a:gd name="connsiteX6" fmla="*/ 1532 w 21600"/>
              <a:gd name="connsiteY6" fmla="*/ 1815 h 21600"/>
              <a:gd name="connsiteX7" fmla="*/ 20000 w 21600"/>
              <a:gd name="connsiteY7" fmla="*/ 1815 h 21600"/>
              <a:gd name="connsiteX8" fmla="*/ 20000 w 21600"/>
              <a:gd name="connsiteY8" fmla="*/ 16252 h 21600"/>
              <a:gd name="connsiteX9" fmla="*/ 18595 w 21600"/>
              <a:gd name="connsiteY9" fmla="*/ 16352 h 21600"/>
              <a:gd name="connsiteX10" fmla="*/ 2972 w 21600"/>
              <a:gd name="connsiteY10" fmla="*/ 1815 h 21600"/>
              <a:gd name="connsiteX11" fmla="*/ 2972 w 21600"/>
              <a:gd name="connsiteY11" fmla="*/ 0 h 21600"/>
              <a:gd name="connsiteX12" fmla="*/ 21600 w 21600"/>
              <a:gd name="connsiteY12" fmla="*/ 0 h 21600"/>
              <a:gd name="connsiteX13" fmla="*/ 21600 w 21600"/>
              <a:gd name="connsiteY13" fmla="*/ 14392 h 21600"/>
              <a:gd name="connsiteX14" fmla="*/ 20000 w 21600"/>
              <a:gd name="connsiteY14" fmla="*/ 14467 h 21600"/>
              <a:gd name="connsiteX0" fmla="*/ 0 w 21600"/>
              <a:gd name="connsiteY0" fmla="*/ 20782 h 21600"/>
              <a:gd name="connsiteX1" fmla="*/ 18595 w 21600"/>
              <a:gd name="connsiteY1" fmla="*/ 18022 h 21600"/>
              <a:gd name="connsiteX2" fmla="*/ 18595 w 21600"/>
              <a:gd name="connsiteY2" fmla="*/ 16352 h 21600"/>
              <a:gd name="connsiteX3" fmla="*/ 20000 w 21600"/>
              <a:gd name="connsiteY3" fmla="*/ 16252 h 21600"/>
              <a:gd name="connsiteX4" fmla="*/ 20000 w 21600"/>
              <a:gd name="connsiteY4" fmla="*/ 14467 h 21600"/>
              <a:gd name="connsiteX5" fmla="*/ 21600 w 21600"/>
              <a:gd name="connsiteY5" fmla="*/ 14392 h 21600"/>
              <a:gd name="connsiteX6" fmla="*/ 21600 w 21600"/>
              <a:gd name="connsiteY6" fmla="*/ 0 h 21600"/>
              <a:gd name="connsiteX7" fmla="*/ 2972 w 21600"/>
              <a:gd name="connsiteY7" fmla="*/ 0 h 21600"/>
              <a:gd name="connsiteX8" fmla="*/ 2972 w 21600"/>
              <a:gd name="connsiteY8" fmla="*/ 1815 h 21600"/>
              <a:gd name="connsiteX9" fmla="*/ 1532 w 21600"/>
              <a:gd name="connsiteY9" fmla="*/ 1815 h 21600"/>
              <a:gd name="connsiteX10" fmla="*/ 1532 w 21600"/>
              <a:gd name="connsiteY10" fmla="*/ 3675 h 21600"/>
              <a:gd name="connsiteX11" fmla="*/ 0 w 21600"/>
              <a:gd name="connsiteY11" fmla="*/ 3675 h 21600"/>
              <a:gd name="connsiteX12" fmla="*/ 0 w 21600"/>
              <a:gd name="connsiteY12" fmla="*/ 20782 h 21600"/>
              <a:gd name="connsiteX0" fmla="*/ 0 w 21600"/>
              <a:gd name="connsiteY0" fmla="*/ 20782 h 25763"/>
              <a:gd name="connsiteX1" fmla="*/ 18595 w 21600"/>
              <a:gd name="connsiteY1" fmla="*/ 18022 h 25763"/>
              <a:gd name="connsiteX2" fmla="*/ 18595 w 21600"/>
              <a:gd name="connsiteY2" fmla="*/ 3675 h 25763"/>
              <a:gd name="connsiteX3" fmla="*/ 0 w 21600"/>
              <a:gd name="connsiteY3" fmla="*/ 3675 h 25763"/>
              <a:gd name="connsiteX4" fmla="*/ 0 w 21600"/>
              <a:gd name="connsiteY4" fmla="*/ 20782 h 25763"/>
              <a:gd name="connsiteX5" fmla="*/ 1532 w 21600"/>
              <a:gd name="connsiteY5" fmla="*/ 3675 h 25763"/>
              <a:gd name="connsiteX6" fmla="*/ 1532 w 21600"/>
              <a:gd name="connsiteY6" fmla="*/ 1815 h 25763"/>
              <a:gd name="connsiteX7" fmla="*/ 20000 w 21600"/>
              <a:gd name="connsiteY7" fmla="*/ 1815 h 25763"/>
              <a:gd name="connsiteX8" fmla="*/ 20000 w 21600"/>
              <a:gd name="connsiteY8" fmla="*/ 16252 h 25763"/>
              <a:gd name="connsiteX9" fmla="*/ 18595 w 21600"/>
              <a:gd name="connsiteY9" fmla="*/ 16352 h 25763"/>
              <a:gd name="connsiteX10" fmla="*/ 18595 w 21600"/>
              <a:gd name="connsiteY10" fmla="*/ 3675 h 25763"/>
              <a:gd name="connsiteX11" fmla="*/ 1532 w 21600"/>
              <a:gd name="connsiteY11" fmla="*/ 3675 h 25763"/>
              <a:gd name="connsiteX12" fmla="*/ 2972 w 21600"/>
              <a:gd name="connsiteY12" fmla="*/ 1815 h 25763"/>
              <a:gd name="connsiteX13" fmla="*/ 2972 w 21600"/>
              <a:gd name="connsiteY13" fmla="*/ 0 h 25763"/>
              <a:gd name="connsiteX14" fmla="*/ 21600 w 21600"/>
              <a:gd name="connsiteY14" fmla="*/ 0 h 25763"/>
              <a:gd name="connsiteX15" fmla="*/ 21600 w 21600"/>
              <a:gd name="connsiteY15" fmla="*/ 14392 h 25763"/>
              <a:gd name="connsiteX16" fmla="*/ 20000 w 21600"/>
              <a:gd name="connsiteY16" fmla="*/ 14467 h 25763"/>
              <a:gd name="connsiteX17" fmla="*/ 20000 w 21600"/>
              <a:gd name="connsiteY17" fmla="*/ 1815 h 25763"/>
              <a:gd name="connsiteX18" fmla="*/ 2972 w 21600"/>
              <a:gd name="connsiteY18" fmla="*/ 1815 h 25763"/>
              <a:gd name="connsiteX0" fmla="*/ 0 w 21600"/>
              <a:gd name="connsiteY0" fmla="*/ 3675 h 25763"/>
              <a:gd name="connsiteX1" fmla="*/ 18595 w 21600"/>
              <a:gd name="connsiteY1" fmla="*/ 3675 h 25763"/>
              <a:gd name="connsiteX2" fmla="*/ 18595 w 21600"/>
              <a:gd name="connsiteY2" fmla="*/ 18022 h 25763"/>
              <a:gd name="connsiteX3" fmla="*/ 0 w 21600"/>
              <a:gd name="connsiteY3" fmla="*/ 20782 h 25763"/>
              <a:gd name="connsiteX4" fmla="*/ 0 w 21600"/>
              <a:gd name="connsiteY4" fmla="*/ 3675 h 25763"/>
              <a:gd name="connsiteX5" fmla="*/ 1532 w 21600"/>
              <a:gd name="connsiteY5" fmla="*/ 3675 h 25763"/>
              <a:gd name="connsiteX6" fmla="*/ 1532 w 21600"/>
              <a:gd name="connsiteY6" fmla="*/ 1815 h 25763"/>
              <a:gd name="connsiteX7" fmla="*/ 20000 w 21600"/>
              <a:gd name="connsiteY7" fmla="*/ 1815 h 25763"/>
              <a:gd name="connsiteX8" fmla="*/ 20000 w 21600"/>
              <a:gd name="connsiteY8" fmla="*/ 16252 h 25763"/>
              <a:gd name="connsiteX9" fmla="*/ 18595 w 21600"/>
              <a:gd name="connsiteY9" fmla="*/ 16352 h 25763"/>
              <a:gd name="connsiteX10" fmla="*/ 2972 w 21600"/>
              <a:gd name="connsiteY10" fmla="*/ 1815 h 25763"/>
              <a:gd name="connsiteX11" fmla="*/ 2972 w 21600"/>
              <a:gd name="connsiteY11" fmla="*/ 0 h 25763"/>
              <a:gd name="connsiteX12" fmla="*/ 21600 w 21600"/>
              <a:gd name="connsiteY12" fmla="*/ 0 h 25763"/>
              <a:gd name="connsiteX13" fmla="*/ 21600 w 21600"/>
              <a:gd name="connsiteY13" fmla="*/ 14392 h 25763"/>
              <a:gd name="connsiteX14" fmla="*/ 20000 w 21600"/>
              <a:gd name="connsiteY14" fmla="*/ 14467 h 25763"/>
              <a:gd name="connsiteX0" fmla="*/ 0 w 21600"/>
              <a:gd name="connsiteY0" fmla="*/ 20782 h 25763"/>
              <a:gd name="connsiteX1" fmla="*/ 18595 w 21600"/>
              <a:gd name="connsiteY1" fmla="*/ 18022 h 25763"/>
              <a:gd name="connsiteX2" fmla="*/ 18873 w 21600"/>
              <a:gd name="connsiteY2" fmla="*/ 25738 h 25763"/>
              <a:gd name="connsiteX3" fmla="*/ 20000 w 21600"/>
              <a:gd name="connsiteY3" fmla="*/ 16252 h 25763"/>
              <a:gd name="connsiteX4" fmla="*/ 20000 w 21600"/>
              <a:gd name="connsiteY4" fmla="*/ 14467 h 25763"/>
              <a:gd name="connsiteX5" fmla="*/ 21600 w 21600"/>
              <a:gd name="connsiteY5" fmla="*/ 14392 h 25763"/>
              <a:gd name="connsiteX6" fmla="*/ 21600 w 21600"/>
              <a:gd name="connsiteY6" fmla="*/ 0 h 25763"/>
              <a:gd name="connsiteX7" fmla="*/ 2972 w 21600"/>
              <a:gd name="connsiteY7" fmla="*/ 0 h 25763"/>
              <a:gd name="connsiteX8" fmla="*/ 2972 w 21600"/>
              <a:gd name="connsiteY8" fmla="*/ 1815 h 25763"/>
              <a:gd name="connsiteX9" fmla="*/ 1532 w 21600"/>
              <a:gd name="connsiteY9" fmla="*/ 1815 h 25763"/>
              <a:gd name="connsiteX10" fmla="*/ 1532 w 21600"/>
              <a:gd name="connsiteY10" fmla="*/ 3675 h 25763"/>
              <a:gd name="connsiteX11" fmla="*/ 0 w 21600"/>
              <a:gd name="connsiteY11" fmla="*/ 3675 h 25763"/>
              <a:gd name="connsiteX12" fmla="*/ 0 w 21600"/>
              <a:gd name="connsiteY12" fmla="*/ 20782 h 25763"/>
              <a:gd name="connsiteX0" fmla="*/ 0 w 21600"/>
              <a:gd name="connsiteY0" fmla="*/ 20782 h 26547"/>
              <a:gd name="connsiteX1" fmla="*/ 18595 w 21600"/>
              <a:gd name="connsiteY1" fmla="*/ 18022 h 26547"/>
              <a:gd name="connsiteX2" fmla="*/ 18595 w 21600"/>
              <a:gd name="connsiteY2" fmla="*/ 3675 h 26547"/>
              <a:gd name="connsiteX3" fmla="*/ 0 w 21600"/>
              <a:gd name="connsiteY3" fmla="*/ 3675 h 26547"/>
              <a:gd name="connsiteX4" fmla="*/ 0 w 21600"/>
              <a:gd name="connsiteY4" fmla="*/ 20782 h 26547"/>
              <a:gd name="connsiteX5" fmla="*/ 1532 w 21600"/>
              <a:gd name="connsiteY5" fmla="*/ 3675 h 26547"/>
              <a:gd name="connsiteX6" fmla="*/ 1532 w 21600"/>
              <a:gd name="connsiteY6" fmla="*/ 1815 h 26547"/>
              <a:gd name="connsiteX7" fmla="*/ 20000 w 21600"/>
              <a:gd name="connsiteY7" fmla="*/ 1815 h 26547"/>
              <a:gd name="connsiteX8" fmla="*/ 20000 w 21600"/>
              <a:gd name="connsiteY8" fmla="*/ 16252 h 26547"/>
              <a:gd name="connsiteX9" fmla="*/ 18595 w 21600"/>
              <a:gd name="connsiteY9" fmla="*/ 16352 h 26547"/>
              <a:gd name="connsiteX10" fmla="*/ 18595 w 21600"/>
              <a:gd name="connsiteY10" fmla="*/ 3675 h 26547"/>
              <a:gd name="connsiteX11" fmla="*/ 1532 w 21600"/>
              <a:gd name="connsiteY11" fmla="*/ 3675 h 26547"/>
              <a:gd name="connsiteX12" fmla="*/ 2972 w 21600"/>
              <a:gd name="connsiteY12" fmla="*/ 1815 h 26547"/>
              <a:gd name="connsiteX13" fmla="*/ 2972 w 21600"/>
              <a:gd name="connsiteY13" fmla="*/ 0 h 26547"/>
              <a:gd name="connsiteX14" fmla="*/ 21600 w 21600"/>
              <a:gd name="connsiteY14" fmla="*/ 0 h 26547"/>
              <a:gd name="connsiteX15" fmla="*/ 21600 w 21600"/>
              <a:gd name="connsiteY15" fmla="*/ 14392 h 26547"/>
              <a:gd name="connsiteX16" fmla="*/ 20000 w 21600"/>
              <a:gd name="connsiteY16" fmla="*/ 14467 h 26547"/>
              <a:gd name="connsiteX17" fmla="*/ 20000 w 21600"/>
              <a:gd name="connsiteY17" fmla="*/ 1815 h 26547"/>
              <a:gd name="connsiteX18" fmla="*/ 2972 w 21600"/>
              <a:gd name="connsiteY18" fmla="*/ 1815 h 26547"/>
              <a:gd name="connsiteX0" fmla="*/ 0 w 21600"/>
              <a:gd name="connsiteY0" fmla="*/ 3675 h 26547"/>
              <a:gd name="connsiteX1" fmla="*/ 18595 w 21600"/>
              <a:gd name="connsiteY1" fmla="*/ 3675 h 26547"/>
              <a:gd name="connsiteX2" fmla="*/ 18595 w 21600"/>
              <a:gd name="connsiteY2" fmla="*/ 18022 h 26547"/>
              <a:gd name="connsiteX3" fmla="*/ 0 w 21600"/>
              <a:gd name="connsiteY3" fmla="*/ 20782 h 26547"/>
              <a:gd name="connsiteX4" fmla="*/ 0 w 21600"/>
              <a:gd name="connsiteY4" fmla="*/ 3675 h 26547"/>
              <a:gd name="connsiteX5" fmla="*/ 1532 w 21600"/>
              <a:gd name="connsiteY5" fmla="*/ 3675 h 26547"/>
              <a:gd name="connsiteX6" fmla="*/ 1532 w 21600"/>
              <a:gd name="connsiteY6" fmla="*/ 1815 h 26547"/>
              <a:gd name="connsiteX7" fmla="*/ 20000 w 21600"/>
              <a:gd name="connsiteY7" fmla="*/ 1815 h 26547"/>
              <a:gd name="connsiteX8" fmla="*/ 20000 w 21600"/>
              <a:gd name="connsiteY8" fmla="*/ 16252 h 26547"/>
              <a:gd name="connsiteX9" fmla="*/ 18595 w 21600"/>
              <a:gd name="connsiteY9" fmla="*/ 16352 h 26547"/>
              <a:gd name="connsiteX10" fmla="*/ 2972 w 21600"/>
              <a:gd name="connsiteY10" fmla="*/ 1815 h 26547"/>
              <a:gd name="connsiteX11" fmla="*/ 2972 w 21600"/>
              <a:gd name="connsiteY11" fmla="*/ 0 h 26547"/>
              <a:gd name="connsiteX12" fmla="*/ 21600 w 21600"/>
              <a:gd name="connsiteY12" fmla="*/ 0 h 26547"/>
              <a:gd name="connsiteX13" fmla="*/ 21600 w 21600"/>
              <a:gd name="connsiteY13" fmla="*/ 14392 h 26547"/>
              <a:gd name="connsiteX14" fmla="*/ 20000 w 21600"/>
              <a:gd name="connsiteY14" fmla="*/ 14467 h 26547"/>
              <a:gd name="connsiteX0" fmla="*/ 0 w 21600"/>
              <a:gd name="connsiteY0" fmla="*/ 20782 h 26547"/>
              <a:gd name="connsiteX1" fmla="*/ 9817 w 21600"/>
              <a:gd name="connsiteY1" fmla="*/ 26506 h 26547"/>
              <a:gd name="connsiteX2" fmla="*/ 18595 w 21600"/>
              <a:gd name="connsiteY2" fmla="*/ 18022 h 26547"/>
              <a:gd name="connsiteX3" fmla="*/ 18873 w 21600"/>
              <a:gd name="connsiteY3" fmla="*/ 25738 h 26547"/>
              <a:gd name="connsiteX4" fmla="*/ 20000 w 21600"/>
              <a:gd name="connsiteY4" fmla="*/ 16252 h 26547"/>
              <a:gd name="connsiteX5" fmla="*/ 20000 w 21600"/>
              <a:gd name="connsiteY5" fmla="*/ 14467 h 26547"/>
              <a:gd name="connsiteX6" fmla="*/ 21600 w 21600"/>
              <a:gd name="connsiteY6" fmla="*/ 14392 h 26547"/>
              <a:gd name="connsiteX7" fmla="*/ 21600 w 21600"/>
              <a:gd name="connsiteY7" fmla="*/ 0 h 26547"/>
              <a:gd name="connsiteX8" fmla="*/ 2972 w 21600"/>
              <a:gd name="connsiteY8" fmla="*/ 0 h 26547"/>
              <a:gd name="connsiteX9" fmla="*/ 2972 w 21600"/>
              <a:gd name="connsiteY9" fmla="*/ 1815 h 26547"/>
              <a:gd name="connsiteX10" fmla="*/ 1532 w 21600"/>
              <a:gd name="connsiteY10" fmla="*/ 1815 h 26547"/>
              <a:gd name="connsiteX11" fmla="*/ 1532 w 21600"/>
              <a:gd name="connsiteY11" fmla="*/ 3675 h 26547"/>
              <a:gd name="connsiteX12" fmla="*/ 0 w 21600"/>
              <a:gd name="connsiteY12" fmla="*/ 3675 h 26547"/>
              <a:gd name="connsiteX13" fmla="*/ 0 w 21600"/>
              <a:gd name="connsiteY13" fmla="*/ 20782 h 26547"/>
              <a:gd name="connsiteX0" fmla="*/ 0 w 21600"/>
              <a:gd name="connsiteY0" fmla="*/ 20782 h 25763"/>
              <a:gd name="connsiteX1" fmla="*/ 18595 w 21600"/>
              <a:gd name="connsiteY1" fmla="*/ 18022 h 25763"/>
              <a:gd name="connsiteX2" fmla="*/ 18595 w 21600"/>
              <a:gd name="connsiteY2" fmla="*/ 3675 h 25763"/>
              <a:gd name="connsiteX3" fmla="*/ 0 w 21600"/>
              <a:gd name="connsiteY3" fmla="*/ 3675 h 25763"/>
              <a:gd name="connsiteX4" fmla="*/ 0 w 21600"/>
              <a:gd name="connsiteY4" fmla="*/ 20782 h 25763"/>
              <a:gd name="connsiteX5" fmla="*/ 1532 w 21600"/>
              <a:gd name="connsiteY5" fmla="*/ 3675 h 25763"/>
              <a:gd name="connsiteX6" fmla="*/ 1532 w 21600"/>
              <a:gd name="connsiteY6" fmla="*/ 1815 h 25763"/>
              <a:gd name="connsiteX7" fmla="*/ 20000 w 21600"/>
              <a:gd name="connsiteY7" fmla="*/ 1815 h 25763"/>
              <a:gd name="connsiteX8" fmla="*/ 20000 w 21600"/>
              <a:gd name="connsiteY8" fmla="*/ 16252 h 25763"/>
              <a:gd name="connsiteX9" fmla="*/ 18595 w 21600"/>
              <a:gd name="connsiteY9" fmla="*/ 16352 h 25763"/>
              <a:gd name="connsiteX10" fmla="*/ 18595 w 21600"/>
              <a:gd name="connsiteY10" fmla="*/ 3675 h 25763"/>
              <a:gd name="connsiteX11" fmla="*/ 1532 w 21600"/>
              <a:gd name="connsiteY11" fmla="*/ 3675 h 25763"/>
              <a:gd name="connsiteX12" fmla="*/ 2972 w 21600"/>
              <a:gd name="connsiteY12" fmla="*/ 1815 h 25763"/>
              <a:gd name="connsiteX13" fmla="*/ 2972 w 21600"/>
              <a:gd name="connsiteY13" fmla="*/ 0 h 25763"/>
              <a:gd name="connsiteX14" fmla="*/ 21600 w 21600"/>
              <a:gd name="connsiteY14" fmla="*/ 0 h 25763"/>
              <a:gd name="connsiteX15" fmla="*/ 21600 w 21600"/>
              <a:gd name="connsiteY15" fmla="*/ 14392 h 25763"/>
              <a:gd name="connsiteX16" fmla="*/ 20000 w 21600"/>
              <a:gd name="connsiteY16" fmla="*/ 14467 h 25763"/>
              <a:gd name="connsiteX17" fmla="*/ 20000 w 21600"/>
              <a:gd name="connsiteY17" fmla="*/ 1815 h 25763"/>
              <a:gd name="connsiteX18" fmla="*/ 2972 w 21600"/>
              <a:gd name="connsiteY18" fmla="*/ 1815 h 25763"/>
              <a:gd name="connsiteX0" fmla="*/ 0 w 21600"/>
              <a:gd name="connsiteY0" fmla="*/ 3675 h 25763"/>
              <a:gd name="connsiteX1" fmla="*/ 18595 w 21600"/>
              <a:gd name="connsiteY1" fmla="*/ 3675 h 25763"/>
              <a:gd name="connsiteX2" fmla="*/ 18595 w 21600"/>
              <a:gd name="connsiteY2" fmla="*/ 18022 h 25763"/>
              <a:gd name="connsiteX3" fmla="*/ 0 w 21600"/>
              <a:gd name="connsiteY3" fmla="*/ 20782 h 25763"/>
              <a:gd name="connsiteX4" fmla="*/ 0 w 21600"/>
              <a:gd name="connsiteY4" fmla="*/ 3675 h 25763"/>
              <a:gd name="connsiteX5" fmla="*/ 1532 w 21600"/>
              <a:gd name="connsiteY5" fmla="*/ 3675 h 25763"/>
              <a:gd name="connsiteX6" fmla="*/ 1532 w 21600"/>
              <a:gd name="connsiteY6" fmla="*/ 1815 h 25763"/>
              <a:gd name="connsiteX7" fmla="*/ 20000 w 21600"/>
              <a:gd name="connsiteY7" fmla="*/ 1815 h 25763"/>
              <a:gd name="connsiteX8" fmla="*/ 20000 w 21600"/>
              <a:gd name="connsiteY8" fmla="*/ 16252 h 25763"/>
              <a:gd name="connsiteX9" fmla="*/ 18595 w 21600"/>
              <a:gd name="connsiteY9" fmla="*/ 16352 h 25763"/>
              <a:gd name="connsiteX10" fmla="*/ 2972 w 21600"/>
              <a:gd name="connsiteY10" fmla="*/ 1815 h 25763"/>
              <a:gd name="connsiteX11" fmla="*/ 2972 w 21600"/>
              <a:gd name="connsiteY11" fmla="*/ 0 h 25763"/>
              <a:gd name="connsiteX12" fmla="*/ 21600 w 21600"/>
              <a:gd name="connsiteY12" fmla="*/ 0 h 25763"/>
              <a:gd name="connsiteX13" fmla="*/ 21600 w 21600"/>
              <a:gd name="connsiteY13" fmla="*/ 14392 h 25763"/>
              <a:gd name="connsiteX14" fmla="*/ 20000 w 21600"/>
              <a:gd name="connsiteY14" fmla="*/ 14467 h 25763"/>
              <a:gd name="connsiteX0" fmla="*/ 0 w 21600"/>
              <a:gd name="connsiteY0" fmla="*/ 20782 h 25763"/>
              <a:gd name="connsiteX1" fmla="*/ 10652 w 21600"/>
              <a:gd name="connsiteY1" fmla="*/ 22896 h 25763"/>
              <a:gd name="connsiteX2" fmla="*/ 18595 w 21600"/>
              <a:gd name="connsiteY2" fmla="*/ 18022 h 25763"/>
              <a:gd name="connsiteX3" fmla="*/ 18873 w 21600"/>
              <a:gd name="connsiteY3" fmla="*/ 25738 h 25763"/>
              <a:gd name="connsiteX4" fmla="*/ 20000 w 21600"/>
              <a:gd name="connsiteY4" fmla="*/ 16252 h 25763"/>
              <a:gd name="connsiteX5" fmla="*/ 20000 w 21600"/>
              <a:gd name="connsiteY5" fmla="*/ 14467 h 25763"/>
              <a:gd name="connsiteX6" fmla="*/ 21600 w 21600"/>
              <a:gd name="connsiteY6" fmla="*/ 14392 h 25763"/>
              <a:gd name="connsiteX7" fmla="*/ 21600 w 21600"/>
              <a:gd name="connsiteY7" fmla="*/ 0 h 25763"/>
              <a:gd name="connsiteX8" fmla="*/ 2972 w 21600"/>
              <a:gd name="connsiteY8" fmla="*/ 0 h 25763"/>
              <a:gd name="connsiteX9" fmla="*/ 2972 w 21600"/>
              <a:gd name="connsiteY9" fmla="*/ 1815 h 25763"/>
              <a:gd name="connsiteX10" fmla="*/ 1532 w 21600"/>
              <a:gd name="connsiteY10" fmla="*/ 1815 h 25763"/>
              <a:gd name="connsiteX11" fmla="*/ 1532 w 21600"/>
              <a:gd name="connsiteY11" fmla="*/ 3675 h 25763"/>
              <a:gd name="connsiteX12" fmla="*/ 0 w 21600"/>
              <a:gd name="connsiteY12" fmla="*/ 3675 h 25763"/>
              <a:gd name="connsiteX13" fmla="*/ 0 w 21600"/>
              <a:gd name="connsiteY13" fmla="*/ 20782 h 25763"/>
              <a:gd name="connsiteX0" fmla="*/ 0 w 21600"/>
              <a:gd name="connsiteY0" fmla="*/ 20782 h 25763"/>
              <a:gd name="connsiteX1" fmla="*/ 18595 w 21600"/>
              <a:gd name="connsiteY1" fmla="*/ 18022 h 25763"/>
              <a:gd name="connsiteX2" fmla="*/ 18595 w 21600"/>
              <a:gd name="connsiteY2" fmla="*/ 3675 h 25763"/>
              <a:gd name="connsiteX3" fmla="*/ 0 w 21600"/>
              <a:gd name="connsiteY3" fmla="*/ 3675 h 25763"/>
              <a:gd name="connsiteX4" fmla="*/ 0 w 21600"/>
              <a:gd name="connsiteY4" fmla="*/ 20782 h 25763"/>
              <a:gd name="connsiteX5" fmla="*/ 1532 w 21600"/>
              <a:gd name="connsiteY5" fmla="*/ 3675 h 25763"/>
              <a:gd name="connsiteX6" fmla="*/ 1532 w 21600"/>
              <a:gd name="connsiteY6" fmla="*/ 1815 h 25763"/>
              <a:gd name="connsiteX7" fmla="*/ 20000 w 21600"/>
              <a:gd name="connsiteY7" fmla="*/ 1815 h 25763"/>
              <a:gd name="connsiteX8" fmla="*/ 20000 w 21600"/>
              <a:gd name="connsiteY8" fmla="*/ 16252 h 25763"/>
              <a:gd name="connsiteX9" fmla="*/ 18595 w 21600"/>
              <a:gd name="connsiteY9" fmla="*/ 16352 h 25763"/>
              <a:gd name="connsiteX10" fmla="*/ 18595 w 21600"/>
              <a:gd name="connsiteY10" fmla="*/ 3675 h 25763"/>
              <a:gd name="connsiteX11" fmla="*/ 1532 w 21600"/>
              <a:gd name="connsiteY11" fmla="*/ 3675 h 25763"/>
              <a:gd name="connsiteX12" fmla="*/ 2972 w 21600"/>
              <a:gd name="connsiteY12" fmla="*/ 1815 h 25763"/>
              <a:gd name="connsiteX13" fmla="*/ 2972 w 21600"/>
              <a:gd name="connsiteY13" fmla="*/ 0 h 25763"/>
              <a:gd name="connsiteX14" fmla="*/ 21600 w 21600"/>
              <a:gd name="connsiteY14" fmla="*/ 0 h 25763"/>
              <a:gd name="connsiteX15" fmla="*/ 21600 w 21600"/>
              <a:gd name="connsiteY15" fmla="*/ 14392 h 25763"/>
              <a:gd name="connsiteX16" fmla="*/ 20000 w 21600"/>
              <a:gd name="connsiteY16" fmla="*/ 14467 h 25763"/>
              <a:gd name="connsiteX17" fmla="*/ 20000 w 21600"/>
              <a:gd name="connsiteY17" fmla="*/ 1815 h 25763"/>
              <a:gd name="connsiteX18" fmla="*/ 2972 w 21600"/>
              <a:gd name="connsiteY18" fmla="*/ 1815 h 25763"/>
              <a:gd name="connsiteX0" fmla="*/ 0 w 21600"/>
              <a:gd name="connsiteY0" fmla="*/ 3675 h 25763"/>
              <a:gd name="connsiteX1" fmla="*/ 18595 w 21600"/>
              <a:gd name="connsiteY1" fmla="*/ 3675 h 25763"/>
              <a:gd name="connsiteX2" fmla="*/ 18595 w 21600"/>
              <a:gd name="connsiteY2" fmla="*/ 18022 h 25763"/>
              <a:gd name="connsiteX3" fmla="*/ 0 w 21600"/>
              <a:gd name="connsiteY3" fmla="*/ 20782 h 25763"/>
              <a:gd name="connsiteX4" fmla="*/ 0 w 21600"/>
              <a:gd name="connsiteY4" fmla="*/ 3675 h 25763"/>
              <a:gd name="connsiteX5" fmla="*/ 1532 w 21600"/>
              <a:gd name="connsiteY5" fmla="*/ 3675 h 25763"/>
              <a:gd name="connsiteX6" fmla="*/ 1532 w 21600"/>
              <a:gd name="connsiteY6" fmla="*/ 1815 h 25763"/>
              <a:gd name="connsiteX7" fmla="*/ 20000 w 21600"/>
              <a:gd name="connsiteY7" fmla="*/ 1815 h 25763"/>
              <a:gd name="connsiteX8" fmla="*/ 20000 w 21600"/>
              <a:gd name="connsiteY8" fmla="*/ 16252 h 25763"/>
              <a:gd name="connsiteX9" fmla="*/ 18595 w 21600"/>
              <a:gd name="connsiteY9" fmla="*/ 16352 h 25763"/>
              <a:gd name="connsiteX10" fmla="*/ 2972 w 21600"/>
              <a:gd name="connsiteY10" fmla="*/ 1815 h 25763"/>
              <a:gd name="connsiteX11" fmla="*/ 2972 w 21600"/>
              <a:gd name="connsiteY11" fmla="*/ 0 h 25763"/>
              <a:gd name="connsiteX12" fmla="*/ 21600 w 21600"/>
              <a:gd name="connsiteY12" fmla="*/ 0 h 25763"/>
              <a:gd name="connsiteX13" fmla="*/ 21600 w 21600"/>
              <a:gd name="connsiteY13" fmla="*/ 14392 h 25763"/>
              <a:gd name="connsiteX14" fmla="*/ 20000 w 21600"/>
              <a:gd name="connsiteY14" fmla="*/ 14467 h 25763"/>
              <a:gd name="connsiteX0" fmla="*/ 0 w 21600"/>
              <a:gd name="connsiteY0" fmla="*/ 20782 h 25763"/>
              <a:gd name="connsiteX1" fmla="*/ 10652 w 21600"/>
              <a:gd name="connsiteY1" fmla="*/ 22896 h 25763"/>
              <a:gd name="connsiteX2" fmla="*/ 18165 w 21600"/>
              <a:gd name="connsiteY2" fmla="*/ 24340 h 25763"/>
              <a:gd name="connsiteX3" fmla="*/ 18595 w 21600"/>
              <a:gd name="connsiteY3" fmla="*/ 18022 h 25763"/>
              <a:gd name="connsiteX4" fmla="*/ 18873 w 21600"/>
              <a:gd name="connsiteY4" fmla="*/ 25738 h 25763"/>
              <a:gd name="connsiteX5" fmla="*/ 20000 w 21600"/>
              <a:gd name="connsiteY5" fmla="*/ 16252 h 25763"/>
              <a:gd name="connsiteX6" fmla="*/ 20000 w 21600"/>
              <a:gd name="connsiteY6" fmla="*/ 14467 h 25763"/>
              <a:gd name="connsiteX7" fmla="*/ 21600 w 21600"/>
              <a:gd name="connsiteY7" fmla="*/ 14392 h 25763"/>
              <a:gd name="connsiteX8" fmla="*/ 21600 w 21600"/>
              <a:gd name="connsiteY8" fmla="*/ 0 h 25763"/>
              <a:gd name="connsiteX9" fmla="*/ 2972 w 21600"/>
              <a:gd name="connsiteY9" fmla="*/ 0 h 25763"/>
              <a:gd name="connsiteX10" fmla="*/ 2972 w 21600"/>
              <a:gd name="connsiteY10" fmla="*/ 1815 h 25763"/>
              <a:gd name="connsiteX11" fmla="*/ 1532 w 21600"/>
              <a:gd name="connsiteY11" fmla="*/ 1815 h 25763"/>
              <a:gd name="connsiteX12" fmla="*/ 1532 w 21600"/>
              <a:gd name="connsiteY12" fmla="*/ 3675 h 25763"/>
              <a:gd name="connsiteX13" fmla="*/ 0 w 21600"/>
              <a:gd name="connsiteY13" fmla="*/ 3675 h 25763"/>
              <a:gd name="connsiteX14" fmla="*/ 0 w 21600"/>
              <a:gd name="connsiteY14" fmla="*/ 20782 h 257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1600" h="25763" stroke="0" extrusionOk="0">
                <a:moveTo>
                  <a:pt x="0" y="20782"/>
                </a:moveTo>
                <a:cubicBezTo>
                  <a:pt x="9298" y="23542"/>
                  <a:pt x="9298" y="18022"/>
                  <a:pt x="18595" y="18022"/>
                </a:cubicBezTo>
                <a:lnTo>
                  <a:pt x="18595" y="3675"/>
                </a:lnTo>
                <a:lnTo>
                  <a:pt x="0" y="3675"/>
                </a:lnTo>
                <a:lnTo>
                  <a:pt x="0" y="20782"/>
                </a:lnTo>
                <a:close/>
                <a:moveTo>
                  <a:pt x="1532" y="3675"/>
                </a:moveTo>
                <a:lnTo>
                  <a:pt x="1532" y="1815"/>
                </a:lnTo>
                <a:lnTo>
                  <a:pt x="20000" y="1815"/>
                </a:lnTo>
                <a:lnTo>
                  <a:pt x="20000" y="16252"/>
                </a:lnTo>
                <a:cubicBezTo>
                  <a:pt x="19298" y="16252"/>
                  <a:pt x="18595" y="16352"/>
                  <a:pt x="18595" y="16352"/>
                </a:cubicBezTo>
                <a:lnTo>
                  <a:pt x="18595" y="3675"/>
                </a:lnTo>
                <a:lnTo>
                  <a:pt x="1532" y="3675"/>
                </a:lnTo>
                <a:close/>
                <a:moveTo>
                  <a:pt x="2972" y="1815"/>
                </a:moveTo>
                <a:lnTo>
                  <a:pt x="2972" y="0"/>
                </a:lnTo>
                <a:lnTo>
                  <a:pt x="21600" y="0"/>
                </a:lnTo>
                <a:lnTo>
                  <a:pt x="21600" y="14392"/>
                </a:lnTo>
                <a:cubicBezTo>
                  <a:pt x="20800" y="14392"/>
                  <a:pt x="20000" y="14467"/>
                  <a:pt x="20000" y="14467"/>
                </a:cubicBezTo>
                <a:lnTo>
                  <a:pt x="20000" y="1815"/>
                </a:lnTo>
                <a:lnTo>
                  <a:pt x="2972" y="1815"/>
                </a:lnTo>
                <a:close/>
              </a:path>
              <a:path w="21600" h="25763" fill="none" extrusionOk="0">
                <a:moveTo>
                  <a:pt x="0" y="3675"/>
                </a:moveTo>
                <a:lnTo>
                  <a:pt x="18595" y="3675"/>
                </a:lnTo>
                <a:lnTo>
                  <a:pt x="18595" y="18022"/>
                </a:lnTo>
                <a:cubicBezTo>
                  <a:pt x="9298" y="18022"/>
                  <a:pt x="9298" y="23542"/>
                  <a:pt x="0" y="20782"/>
                </a:cubicBezTo>
                <a:lnTo>
                  <a:pt x="0" y="3675"/>
                </a:lnTo>
                <a:close/>
                <a:moveTo>
                  <a:pt x="1532" y="3675"/>
                </a:moveTo>
                <a:lnTo>
                  <a:pt x="1532" y="1815"/>
                </a:lnTo>
                <a:lnTo>
                  <a:pt x="20000" y="1815"/>
                </a:lnTo>
                <a:lnTo>
                  <a:pt x="20000" y="16252"/>
                </a:lnTo>
                <a:cubicBezTo>
                  <a:pt x="19298" y="16252"/>
                  <a:pt x="18595" y="16352"/>
                  <a:pt x="18595" y="16352"/>
                </a:cubicBezTo>
                <a:moveTo>
                  <a:pt x="2972" y="1815"/>
                </a:moveTo>
                <a:lnTo>
                  <a:pt x="2972" y="0"/>
                </a:lnTo>
                <a:lnTo>
                  <a:pt x="21600" y="0"/>
                </a:lnTo>
                <a:lnTo>
                  <a:pt x="21600" y="14392"/>
                </a:lnTo>
                <a:cubicBezTo>
                  <a:pt x="20800" y="14392"/>
                  <a:pt x="20000" y="14467"/>
                  <a:pt x="20000" y="14467"/>
                </a:cubicBezTo>
              </a:path>
              <a:path w="21600" h="25763" fill="none" stroke="0">
                <a:moveTo>
                  <a:pt x="0" y="20782"/>
                </a:moveTo>
                <a:cubicBezTo>
                  <a:pt x="1590" y="23504"/>
                  <a:pt x="7553" y="23356"/>
                  <a:pt x="10652" y="22896"/>
                </a:cubicBezTo>
                <a:cubicBezTo>
                  <a:pt x="13540" y="22406"/>
                  <a:pt x="16841" y="25152"/>
                  <a:pt x="18165" y="24340"/>
                </a:cubicBezTo>
                <a:cubicBezTo>
                  <a:pt x="19489" y="23528"/>
                  <a:pt x="18338" y="16706"/>
                  <a:pt x="18595" y="18022"/>
                </a:cubicBezTo>
                <a:cubicBezTo>
                  <a:pt x="18595" y="17465"/>
                  <a:pt x="18873" y="26295"/>
                  <a:pt x="18873" y="25738"/>
                </a:cubicBezTo>
                <a:cubicBezTo>
                  <a:pt x="18873" y="25738"/>
                  <a:pt x="19298" y="16252"/>
                  <a:pt x="20000" y="16252"/>
                </a:cubicBezTo>
                <a:lnTo>
                  <a:pt x="20000" y="14467"/>
                </a:lnTo>
                <a:cubicBezTo>
                  <a:pt x="20000" y="14467"/>
                  <a:pt x="20800" y="14392"/>
                  <a:pt x="21600" y="14392"/>
                </a:cubicBezTo>
                <a:lnTo>
                  <a:pt x="21600" y="0"/>
                </a:lnTo>
                <a:lnTo>
                  <a:pt x="2972" y="0"/>
                </a:lnTo>
                <a:lnTo>
                  <a:pt x="2972" y="1815"/>
                </a:lnTo>
                <a:lnTo>
                  <a:pt x="1532" y="1815"/>
                </a:lnTo>
                <a:lnTo>
                  <a:pt x="1532" y="3675"/>
                </a:lnTo>
                <a:lnTo>
                  <a:pt x="0" y="3675"/>
                </a:lnTo>
                <a:lnTo>
                  <a:pt x="0" y="20782"/>
                </a:lnTo>
                <a:close/>
              </a:path>
            </a:pathLst>
          </a:custGeom>
          <a:solidFill>
            <a:srgbClr val="A7FFAB"/>
          </a:solidFill>
          <a:ln w="12700">
            <a:solidFill>
              <a:schemeClr val="accent1"/>
            </a:solidFill>
          </a:ln>
          <a:effectLst>
            <a:outerShdw blurRad="40000" dist="20000" dir="5400000" rotWithShape="0">
              <a:srgbClr val="000000">
                <a:alpha val="38000"/>
              </a:srgbClr>
            </a:outerShdw>
            <a:softEdge rad="12700"/>
          </a:effectLst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00"/>
                </a:solidFill>
              </a:rPr>
              <a:t>45t19</a:t>
            </a:r>
          </a:p>
        </p:txBody>
      </p:sp>
      <p:cxnSp>
        <p:nvCxnSpPr>
          <p:cNvPr id="54" name="Shape 200"/>
          <p:cNvCxnSpPr>
            <a:endCxn id="51" idx="3"/>
          </p:cNvCxnSpPr>
          <p:nvPr/>
        </p:nvCxnSpPr>
        <p:spPr>
          <a:xfrm flipH="1">
            <a:off x="7910192" y="6073197"/>
            <a:ext cx="286526" cy="638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55" name="Shape 204"/>
          <p:cNvSpPr/>
          <p:nvPr/>
        </p:nvSpPr>
        <p:spPr>
          <a:xfrm>
            <a:off x="6931162" y="6472896"/>
            <a:ext cx="917438" cy="2730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working3</a:t>
            </a:r>
          </a:p>
        </p:txBody>
      </p:sp>
      <p:cxnSp>
        <p:nvCxnSpPr>
          <p:cNvPr id="56" name="Shape 205"/>
          <p:cNvCxnSpPr>
            <a:endCxn id="51" idx="2"/>
          </p:cNvCxnSpPr>
          <p:nvPr/>
        </p:nvCxnSpPr>
        <p:spPr>
          <a:xfrm flipV="1">
            <a:off x="7522892" y="6251585"/>
            <a:ext cx="0" cy="221311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57" name="Shape 204"/>
          <p:cNvSpPr/>
          <p:nvPr/>
        </p:nvSpPr>
        <p:spPr>
          <a:xfrm>
            <a:off x="8074991" y="6491832"/>
            <a:ext cx="917438" cy="2730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working4</a:t>
            </a:r>
          </a:p>
        </p:txBody>
      </p:sp>
      <p:cxnSp>
        <p:nvCxnSpPr>
          <p:cNvPr id="58" name="Shape 205"/>
          <p:cNvCxnSpPr>
            <a:endCxn id="53" idx="0"/>
          </p:cNvCxnSpPr>
          <p:nvPr/>
        </p:nvCxnSpPr>
        <p:spPr>
          <a:xfrm flipV="1">
            <a:off x="8196718" y="6199345"/>
            <a:ext cx="0" cy="273551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65" name="Shape 200"/>
          <p:cNvCxnSpPr>
            <a:stCxn id="51" idx="1"/>
            <a:endCxn id="50" idx="1"/>
          </p:cNvCxnSpPr>
          <p:nvPr/>
        </p:nvCxnSpPr>
        <p:spPr>
          <a:xfrm flipH="1">
            <a:off x="6893344" y="6073835"/>
            <a:ext cx="242248" cy="22487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87" name="Shape 205"/>
          <p:cNvCxnSpPr>
            <a:endCxn id="90" idx="0"/>
          </p:cNvCxnSpPr>
          <p:nvPr/>
        </p:nvCxnSpPr>
        <p:spPr>
          <a:xfrm>
            <a:off x="8724900" y="4555532"/>
            <a:ext cx="31800" cy="388678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88" name="Shape 212"/>
          <p:cNvSpPr/>
          <p:nvPr/>
        </p:nvSpPr>
        <p:spPr>
          <a:xfrm>
            <a:off x="8297285" y="3489837"/>
            <a:ext cx="838200" cy="355500"/>
          </a:xfrm>
          <a:prstGeom prst="rect">
            <a:avLst/>
          </a:prstGeom>
          <a:solidFill>
            <a:srgbClr val="666666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>
                <a:solidFill>
                  <a:srgbClr val="FFFFFF"/>
                </a:solidFill>
              </a:rPr>
              <a:t>HEAD</a:t>
            </a:r>
          </a:p>
        </p:txBody>
      </p:sp>
      <p:cxnSp>
        <p:nvCxnSpPr>
          <p:cNvPr id="89" name="Shape 205"/>
          <p:cNvCxnSpPr>
            <a:stCxn id="88" idx="2"/>
          </p:cNvCxnSpPr>
          <p:nvPr/>
        </p:nvCxnSpPr>
        <p:spPr>
          <a:xfrm>
            <a:off x="8716385" y="3845337"/>
            <a:ext cx="8515" cy="409606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90" name="Shape 198"/>
          <p:cNvSpPr/>
          <p:nvPr/>
        </p:nvSpPr>
        <p:spPr>
          <a:xfrm>
            <a:off x="8369400" y="494421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57y23</a:t>
            </a:r>
          </a:p>
        </p:txBody>
      </p:sp>
      <p:sp>
        <p:nvSpPr>
          <p:cNvPr id="133" name="Shape 198"/>
          <p:cNvSpPr/>
          <p:nvPr/>
        </p:nvSpPr>
        <p:spPr>
          <a:xfrm>
            <a:off x="6809617" y="2786375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57y23</a:t>
            </a:r>
          </a:p>
        </p:txBody>
      </p:sp>
      <p:cxnSp>
        <p:nvCxnSpPr>
          <p:cNvPr id="146" name="Shape 200"/>
          <p:cNvCxnSpPr/>
          <p:nvPr/>
        </p:nvCxnSpPr>
        <p:spPr>
          <a:xfrm flipH="1">
            <a:off x="6606177" y="2982152"/>
            <a:ext cx="240224" cy="24781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152" name="Shape 200"/>
          <p:cNvCxnSpPr>
            <a:endCxn id="133" idx="0"/>
          </p:cNvCxnSpPr>
          <p:nvPr/>
        </p:nvCxnSpPr>
        <p:spPr>
          <a:xfrm>
            <a:off x="7196917" y="2565225"/>
            <a:ext cx="0" cy="22115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61" name="TextBox 60"/>
          <p:cNvSpPr txBox="1"/>
          <p:nvPr/>
        </p:nvSpPr>
        <p:spPr>
          <a:xfrm>
            <a:off x="6922857" y="609600"/>
            <a:ext cx="2221143" cy="5232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CI runs again </a:t>
            </a:r>
            <a:br>
              <a:rPr lang="en-US" dirty="0">
                <a:solidFill>
                  <a:srgbClr val="000000"/>
                </a:solidFill>
              </a:rPr>
            </a:br>
            <a:r>
              <a:rPr lang="en-US" dirty="0">
                <a:solidFill>
                  <a:srgbClr val="000000"/>
                </a:solidFill>
              </a:rPr>
              <a:t>Approve MR</a:t>
            </a:r>
          </a:p>
        </p:txBody>
      </p:sp>
      <p:cxnSp>
        <p:nvCxnSpPr>
          <p:cNvPr id="63" name="Elbow Connector 62"/>
          <p:cNvCxnSpPr>
            <a:cxnSpLocks/>
            <a:stCxn id="133" idx="3"/>
            <a:endCxn id="61" idx="2"/>
          </p:cNvCxnSpPr>
          <p:nvPr/>
        </p:nvCxnSpPr>
        <p:spPr>
          <a:xfrm flipV="1">
            <a:off x="7584217" y="1132820"/>
            <a:ext cx="449212" cy="1831305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Shape 204"/>
          <p:cNvSpPr/>
          <p:nvPr/>
        </p:nvSpPr>
        <p:spPr>
          <a:xfrm>
            <a:off x="1828800" y="1684576"/>
            <a:ext cx="917438" cy="2730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FTR-8</a:t>
            </a:r>
          </a:p>
        </p:txBody>
      </p:sp>
      <p:cxnSp>
        <p:nvCxnSpPr>
          <p:cNvPr id="67" name="Shape 205"/>
          <p:cNvCxnSpPr/>
          <p:nvPr/>
        </p:nvCxnSpPr>
        <p:spPr>
          <a:xfrm flipH="1">
            <a:off x="2276063" y="1957576"/>
            <a:ext cx="10124" cy="344424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68" name="Shape 204"/>
          <p:cNvSpPr/>
          <p:nvPr/>
        </p:nvSpPr>
        <p:spPr>
          <a:xfrm>
            <a:off x="639181" y="1708599"/>
            <a:ext cx="917438" cy="2730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FTR-7</a:t>
            </a:r>
          </a:p>
        </p:txBody>
      </p:sp>
      <p:cxnSp>
        <p:nvCxnSpPr>
          <p:cNvPr id="69" name="Shape 205"/>
          <p:cNvCxnSpPr/>
          <p:nvPr/>
        </p:nvCxnSpPr>
        <p:spPr>
          <a:xfrm flipH="1">
            <a:off x="1086444" y="1981599"/>
            <a:ext cx="10124" cy="344424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59" name="Shape 204"/>
          <p:cNvSpPr/>
          <p:nvPr/>
        </p:nvSpPr>
        <p:spPr>
          <a:xfrm>
            <a:off x="1147728" y="4277557"/>
            <a:ext cx="1531531" cy="2730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origin/fix/FTR-10</a:t>
            </a:r>
          </a:p>
        </p:txBody>
      </p:sp>
      <p:sp>
        <p:nvSpPr>
          <p:cNvPr id="60" name="Shape 204"/>
          <p:cNvSpPr/>
          <p:nvPr/>
        </p:nvSpPr>
        <p:spPr>
          <a:xfrm>
            <a:off x="6625999" y="2246768"/>
            <a:ext cx="1227166" cy="278115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fix/FTR-10</a:t>
            </a:r>
          </a:p>
        </p:txBody>
      </p:sp>
      <p:sp>
        <p:nvSpPr>
          <p:cNvPr id="64" name="Shape 204"/>
          <p:cNvSpPr/>
          <p:nvPr/>
        </p:nvSpPr>
        <p:spPr>
          <a:xfrm>
            <a:off x="8033429" y="4252625"/>
            <a:ext cx="1110572" cy="297932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fix/FTR-10</a:t>
            </a:r>
          </a:p>
        </p:txBody>
      </p:sp>
    </p:spTree>
    <p:extLst>
      <p:ext uri="{BB962C8B-B14F-4D97-AF65-F5344CB8AC3E}">
        <p14:creationId xmlns:p14="http://schemas.microsoft.com/office/powerpoint/2010/main" val="26353341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Shape 190"/>
          <p:cNvSpPr txBox="1">
            <a:spLocks noGrp="1"/>
          </p:cNvSpPr>
          <p:nvPr>
            <p:ph type="sldNum" idx="12"/>
          </p:nvPr>
        </p:nvSpPr>
        <p:spPr>
          <a:xfrm>
            <a:off x="7983870" y="7003399"/>
            <a:ext cx="838200" cy="228600"/>
          </a:xfrm>
          <a:prstGeom prst="rect">
            <a:avLst/>
          </a:prstGeom>
        </p:spPr>
        <p:txBody>
          <a:bodyPr wrap="square" lIns="91425" tIns="45700" rIns="91425" bIns="45700" anchor="t" anchorCtr="0">
            <a:noAutofit/>
          </a:bodyPr>
          <a:lstStyle/>
          <a:p>
            <a:pPr lvl="0" rtl="0">
              <a:spcBef>
                <a:spcPts val="0"/>
              </a:spcBef>
              <a:buClr>
                <a:schemeClr val="lt2"/>
              </a:buClr>
              <a:buSzPct val="25000"/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 lang="en-US"/>
          </a:p>
        </p:txBody>
      </p:sp>
      <p:sp>
        <p:nvSpPr>
          <p:cNvPr id="191" name="Shape 191"/>
          <p:cNvSpPr/>
          <p:nvPr/>
        </p:nvSpPr>
        <p:spPr>
          <a:xfrm>
            <a:off x="710600" y="23215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/>
              <a:t>98ca9</a:t>
            </a:r>
          </a:p>
        </p:txBody>
      </p:sp>
      <p:sp>
        <p:nvSpPr>
          <p:cNvPr id="192" name="Shape 192"/>
          <p:cNvSpPr/>
          <p:nvPr/>
        </p:nvSpPr>
        <p:spPr>
          <a:xfrm>
            <a:off x="1893825" y="23215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/>
              <a:t>34ac2</a:t>
            </a:r>
          </a:p>
        </p:txBody>
      </p:sp>
      <p:cxnSp>
        <p:nvCxnSpPr>
          <p:cNvPr id="194" name="Shape 194"/>
          <p:cNvCxnSpPr>
            <a:stCxn id="192" idx="1"/>
            <a:endCxn id="191" idx="3"/>
          </p:cNvCxnSpPr>
          <p:nvPr/>
        </p:nvCxnSpPr>
        <p:spPr>
          <a:xfrm rot="10800000">
            <a:off x="1485225" y="2499250"/>
            <a:ext cx="4086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196" name="Shape 196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Merriweather"/>
              <a:buNone/>
            </a:pPr>
            <a:r>
              <a:rPr lang="en-US" dirty="0">
                <a:latin typeface="Merriweather"/>
                <a:ea typeface="Merriweather"/>
                <a:cs typeface="Merriweather"/>
                <a:sym typeface="Merriweather"/>
              </a:rPr>
              <a:t>The other commit was merged, FF merge is not possible now</a:t>
            </a:r>
          </a:p>
        </p:txBody>
      </p:sp>
      <p:sp>
        <p:nvSpPr>
          <p:cNvPr id="197" name="Shape 197"/>
          <p:cNvSpPr/>
          <p:nvPr/>
        </p:nvSpPr>
        <p:spPr>
          <a:xfrm>
            <a:off x="489200" y="48876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/>
              <a:t>98ca9</a:t>
            </a:r>
          </a:p>
        </p:txBody>
      </p:sp>
      <p:sp>
        <p:nvSpPr>
          <p:cNvPr id="198" name="Shape 198"/>
          <p:cNvSpPr/>
          <p:nvPr/>
        </p:nvSpPr>
        <p:spPr>
          <a:xfrm>
            <a:off x="1672425" y="48876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34ac2</a:t>
            </a:r>
          </a:p>
        </p:txBody>
      </p:sp>
      <p:cxnSp>
        <p:nvCxnSpPr>
          <p:cNvPr id="200" name="Shape 200"/>
          <p:cNvCxnSpPr>
            <a:stCxn id="198" idx="1"/>
            <a:endCxn id="197" idx="3"/>
          </p:cNvCxnSpPr>
          <p:nvPr/>
        </p:nvCxnSpPr>
        <p:spPr>
          <a:xfrm rot="10800000">
            <a:off x="1263825" y="5065350"/>
            <a:ext cx="4086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202" name="Shape 202"/>
          <p:cNvSpPr txBox="1"/>
          <p:nvPr/>
        </p:nvSpPr>
        <p:spPr>
          <a:xfrm>
            <a:off x="0" y="1150050"/>
            <a:ext cx="2281125" cy="546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-US" sz="1800" dirty="0"/>
              <a:t>Remote Repository</a:t>
            </a:r>
          </a:p>
        </p:txBody>
      </p:sp>
      <p:sp>
        <p:nvSpPr>
          <p:cNvPr id="203" name="Shape 203"/>
          <p:cNvSpPr txBox="1"/>
          <p:nvPr/>
        </p:nvSpPr>
        <p:spPr>
          <a:xfrm>
            <a:off x="65825" y="3822500"/>
            <a:ext cx="2395950" cy="546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-US" sz="1800" dirty="0"/>
              <a:t>Local Repository</a:t>
            </a:r>
          </a:p>
        </p:txBody>
      </p:sp>
      <p:sp>
        <p:nvSpPr>
          <p:cNvPr id="204" name="Shape 204"/>
          <p:cNvSpPr/>
          <p:nvPr/>
        </p:nvSpPr>
        <p:spPr>
          <a:xfrm>
            <a:off x="2694843" y="4268738"/>
            <a:ext cx="1343757" cy="2730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origin/master</a:t>
            </a:r>
          </a:p>
        </p:txBody>
      </p:sp>
      <p:cxnSp>
        <p:nvCxnSpPr>
          <p:cNvPr id="205" name="Shape 205"/>
          <p:cNvCxnSpPr>
            <a:stCxn id="204" idx="2"/>
            <a:endCxn id="198" idx="0"/>
          </p:cNvCxnSpPr>
          <p:nvPr/>
        </p:nvCxnSpPr>
        <p:spPr>
          <a:xfrm flipH="1">
            <a:off x="2059725" y="4541738"/>
            <a:ext cx="1306997" cy="345862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208" name="Shape 208"/>
          <p:cNvSpPr/>
          <p:nvPr/>
        </p:nvSpPr>
        <p:spPr>
          <a:xfrm>
            <a:off x="6931162" y="1696050"/>
            <a:ext cx="863400" cy="2547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master</a:t>
            </a:r>
          </a:p>
        </p:txBody>
      </p:sp>
      <p:cxnSp>
        <p:nvCxnSpPr>
          <p:cNvPr id="209" name="Shape 209"/>
          <p:cNvCxnSpPr>
            <a:stCxn id="208" idx="2"/>
            <a:endCxn id="59" idx="0"/>
          </p:cNvCxnSpPr>
          <p:nvPr/>
        </p:nvCxnSpPr>
        <p:spPr>
          <a:xfrm>
            <a:off x="7362862" y="1950750"/>
            <a:ext cx="0" cy="36955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215" name="Shape 215"/>
          <p:cNvCxnSpPr/>
          <p:nvPr/>
        </p:nvCxnSpPr>
        <p:spPr>
          <a:xfrm>
            <a:off x="32125" y="3822500"/>
            <a:ext cx="5171700" cy="162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37" name="Shape 205"/>
          <p:cNvCxnSpPr>
            <a:endCxn id="198" idx="0"/>
          </p:cNvCxnSpPr>
          <p:nvPr/>
        </p:nvCxnSpPr>
        <p:spPr>
          <a:xfrm>
            <a:off x="2059725" y="4541738"/>
            <a:ext cx="0" cy="345862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62" name="Shape 205"/>
          <p:cNvCxnSpPr>
            <a:stCxn id="90" idx="1"/>
            <a:endCxn id="35" idx="3"/>
          </p:cNvCxnSpPr>
          <p:nvPr/>
        </p:nvCxnSpPr>
        <p:spPr>
          <a:xfrm flipH="1" flipV="1">
            <a:off x="6651096" y="5076370"/>
            <a:ext cx="1718304" cy="4559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41" name="Shape 198"/>
          <p:cNvSpPr/>
          <p:nvPr/>
        </p:nvSpPr>
        <p:spPr>
          <a:xfrm>
            <a:off x="2879962" y="5412739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67def</a:t>
            </a:r>
          </a:p>
        </p:txBody>
      </p:sp>
      <p:cxnSp>
        <p:nvCxnSpPr>
          <p:cNvPr id="42" name="Shape 200"/>
          <p:cNvCxnSpPr>
            <a:stCxn id="41" idx="1"/>
            <a:endCxn id="198" idx="3"/>
          </p:cNvCxnSpPr>
          <p:nvPr/>
        </p:nvCxnSpPr>
        <p:spPr>
          <a:xfrm flipH="1" flipV="1">
            <a:off x="2447025" y="5065350"/>
            <a:ext cx="432937" cy="525139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39" name="Shape 198"/>
          <p:cNvSpPr/>
          <p:nvPr/>
        </p:nvSpPr>
        <p:spPr>
          <a:xfrm>
            <a:off x="3958199" y="5408043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347e4</a:t>
            </a:r>
          </a:p>
        </p:txBody>
      </p:sp>
      <p:cxnSp>
        <p:nvCxnSpPr>
          <p:cNvPr id="40" name="Shape 200"/>
          <p:cNvCxnSpPr>
            <a:endCxn id="41" idx="3"/>
          </p:cNvCxnSpPr>
          <p:nvPr/>
        </p:nvCxnSpPr>
        <p:spPr>
          <a:xfrm flipH="1">
            <a:off x="3654562" y="5590489"/>
            <a:ext cx="269268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2" name="Flowchart: Multidocument 1"/>
          <p:cNvSpPr/>
          <p:nvPr/>
        </p:nvSpPr>
        <p:spPr>
          <a:xfrm>
            <a:off x="5105400" y="5424314"/>
            <a:ext cx="999626" cy="459574"/>
          </a:xfrm>
          <a:custGeom>
            <a:avLst/>
            <a:gdLst>
              <a:gd name="connsiteX0" fmla="*/ 0 w 21600"/>
              <a:gd name="connsiteY0" fmla="*/ 20782 h 21600"/>
              <a:gd name="connsiteX1" fmla="*/ 18595 w 21600"/>
              <a:gd name="connsiteY1" fmla="*/ 18022 h 21600"/>
              <a:gd name="connsiteX2" fmla="*/ 18595 w 21600"/>
              <a:gd name="connsiteY2" fmla="*/ 3675 h 21600"/>
              <a:gd name="connsiteX3" fmla="*/ 0 w 21600"/>
              <a:gd name="connsiteY3" fmla="*/ 3675 h 21600"/>
              <a:gd name="connsiteX4" fmla="*/ 0 w 21600"/>
              <a:gd name="connsiteY4" fmla="*/ 20782 h 21600"/>
              <a:gd name="connsiteX5" fmla="*/ 1532 w 21600"/>
              <a:gd name="connsiteY5" fmla="*/ 3675 h 21600"/>
              <a:gd name="connsiteX6" fmla="*/ 1532 w 21600"/>
              <a:gd name="connsiteY6" fmla="*/ 1815 h 21600"/>
              <a:gd name="connsiteX7" fmla="*/ 20000 w 21600"/>
              <a:gd name="connsiteY7" fmla="*/ 1815 h 21600"/>
              <a:gd name="connsiteX8" fmla="*/ 20000 w 21600"/>
              <a:gd name="connsiteY8" fmla="*/ 16252 h 21600"/>
              <a:gd name="connsiteX9" fmla="*/ 18595 w 21600"/>
              <a:gd name="connsiteY9" fmla="*/ 16352 h 21600"/>
              <a:gd name="connsiteX10" fmla="*/ 18595 w 21600"/>
              <a:gd name="connsiteY10" fmla="*/ 3675 h 21600"/>
              <a:gd name="connsiteX11" fmla="*/ 1532 w 21600"/>
              <a:gd name="connsiteY11" fmla="*/ 3675 h 21600"/>
              <a:gd name="connsiteX12" fmla="*/ 2972 w 21600"/>
              <a:gd name="connsiteY12" fmla="*/ 1815 h 21600"/>
              <a:gd name="connsiteX13" fmla="*/ 2972 w 21600"/>
              <a:gd name="connsiteY13" fmla="*/ 0 h 21600"/>
              <a:gd name="connsiteX14" fmla="*/ 21600 w 21600"/>
              <a:gd name="connsiteY14" fmla="*/ 0 h 21600"/>
              <a:gd name="connsiteX15" fmla="*/ 21600 w 21600"/>
              <a:gd name="connsiteY15" fmla="*/ 14392 h 21600"/>
              <a:gd name="connsiteX16" fmla="*/ 20000 w 21600"/>
              <a:gd name="connsiteY16" fmla="*/ 14467 h 21600"/>
              <a:gd name="connsiteX17" fmla="*/ 20000 w 21600"/>
              <a:gd name="connsiteY17" fmla="*/ 1815 h 21600"/>
              <a:gd name="connsiteX18" fmla="*/ 2972 w 21600"/>
              <a:gd name="connsiteY18" fmla="*/ 1815 h 21600"/>
              <a:gd name="connsiteX0" fmla="*/ 0 w 21600"/>
              <a:gd name="connsiteY0" fmla="*/ 3675 h 21600"/>
              <a:gd name="connsiteX1" fmla="*/ 18595 w 21600"/>
              <a:gd name="connsiteY1" fmla="*/ 3675 h 21600"/>
              <a:gd name="connsiteX2" fmla="*/ 18595 w 21600"/>
              <a:gd name="connsiteY2" fmla="*/ 18022 h 21600"/>
              <a:gd name="connsiteX3" fmla="*/ 0 w 21600"/>
              <a:gd name="connsiteY3" fmla="*/ 20782 h 21600"/>
              <a:gd name="connsiteX4" fmla="*/ 0 w 21600"/>
              <a:gd name="connsiteY4" fmla="*/ 3675 h 21600"/>
              <a:gd name="connsiteX5" fmla="*/ 1532 w 21600"/>
              <a:gd name="connsiteY5" fmla="*/ 3675 h 21600"/>
              <a:gd name="connsiteX6" fmla="*/ 1532 w 21600"/>
              <a:gd name="connsiteY6" fmla="*/ 1815 h 21600"/>
              <a:gd name="connsiteX7" fmla="*/ 20000 w 21600"/>
              <a:gd name="connsiteY7" fmla="*/ 1815 h 21600"/>
              <a:gd name="connsiteX8" fmla="*/ 20000 w 21600"/>
              <a:gd name="connsiteY8" fmla="*/ 16252 h 21600"/>
              <a:gd name="connsiteX9" fmla="*/ 18595 w 21600"/>
              <a:gd name="connsiteY9" fmla="*/ 16352 h 21600"/>
              <a:gd name="connsiteX10" fmla="*/ 2972 w 21600"/>
              <a:gd name="connsiteY10" fmla="*/ 1815 h 21600"/>
              <a:gd name="connsiteX11" fmla="*/ 2972 w 21600"/>
              <a:gd name="connsiteY11" fmla="*/ 0 h 21600"/>
              <a:gd name="connsiteX12" fmla="*/ 21600 w 21600"/>
              <a:gd name="connsiteY12" fmla="*/ 0 h 21600"/>
              <a:gd name="connsiteX13" fmla="*/ 21600 w 21600"/>
              <a:gd name="connsiteY13" fmla="*/ 14392 h 21600"/>
              <a:gd name="connsiteX14" fmla="*/ 20000 w 21600"/>
              <a:gd name="connsiteY14" fmla="*/ 14467 h 21600"/>
              <a:gd name="connsiteX0" fmla="*/ 0 w 21600"/>
              <a:gd name="connsiteY0" fmla="*/ 20782 h 21600"/>
              <a:gd name="connsiteX1" fmla="*/ 18595 w 21600"/>
              <a:gd name="connsiteY1" fmla="*/ 18022 h 21600"/>
              <a:gd name="connsiteX2" fmla="*/ 18595 w 21600"/>
              <a:gd name="connsiteY2" fmla="*/ 16352 h 21600"/>
              <a:gd name="connsiteX3" fmla="*/ 20000 w 21600"/>
              <a:gd name="connsiteY3" fmla="*/ 16252 h 21600"/>
              <a:gd name="connsiteX4" fmla="*/ 20000 w 21600"/>
              <a:gd name="connsiteY4" fmla="*/ 14467 h 21600"/>
              <a:gd name="connsiteX5" fmla="*/ 21600 w 21600"/>
              <a:gd name="connsiteY5" fmla="*/ 14392 h 21600"/>
              <a:gd name="connsiteX6" fmla="*/ 21600 w 21600"/>
              <a:gd name="connsiteY6" fmla="*/ 0 h 21600"/>
              <a:gd name="connsiteX7" fmla="*/ 2972 w 21600"/>
              <a:gd name="connsiteY7" fmla="*/ 0 h 21600"/>
              <a:gd name="connsiteX8" fmla="*/ 2972 w 21600"/>
              <a:gd name="connsiteY8" fmla="*/ 1815 h 21600"/>
              <a:gd name="connsiteX9" fmla="*/ 1532 w 21600"/>
              <a:gd name="connsiteY9" fmla="*/ 1815 h 21600"/>
              <a:gd name="connsiteX10" fmla="*/ 1532 w 21600"/>
              <a:gd name="connsiteY10" fmla="*/ 3675 h 21600"/>
              <a:gd name="connsiteX11" fmla="*/ 0 w 21600"/>
              <a:gd name="connsiteY11" fmla="*/ 3675 h 21600"/>
              <a:gd name="connsiteX12" fmla="*/ 0 w 21600"/>
              <a:gd name="connsiteY12" fmla="*/ 20782 h 21600"/>
              <a:gd name="connsiteX0" fmla="*/ 0 w 21600"/>
              <a:gd name="connsiteY0" fmla="*/ 20782 h 25763"/>
              <a:gd name="connsiteX1" fmla="*/ 18595 w 21600"/>
              <a:gd name="connsiteY1" fmla="*/ 18022 h 25763"/>
              <a:gd name="connsiteX2" fmla="*/ 18595 w 21600"/>
              <a:gd name="connsiteY2" fmla="*/ 3675 h 25763"/>
              <a:gd name="connsiteX3" fmla="*/ 0 w 21600"/>
              <a:gd name="connsiteY3" fmla="*/ 3675 h 25763"/>
              <a:gd name="connsiteX4" fmla="*/ 0 w 21600"/>
              <a:gd name="connsiteY4" fmla="*/ 20782 h 25763"/>
              <a:gd name="connsiteX5" fmla="*/ 1532 w 21600"/>
              <a:gd name="connsiteY5" fmla="*/ 3675 h 25763"/>
              <a:gd name="connsiteX6" fmla="*/ 1532 w 21600"/>
              <a:gd name="connsiteY6" fmla="*/ 1815 h 25763"/>
              <a:gd name="connsiteX7" fmla="*/ 20000 w 21600"/>
              <a:gd name="connsiteY7" fmla="*/ 1815 h 25763"/>
              <a:gd name="connsiteX8" fmla="*/ 20000 w 21600"/>
              <a:gd name="connsiteY8" fmla="*/ 16252 h 25763"/>
              <a:gd name="connsiteX9" fmla="*/ 18595 w 21600"/>
              <a:gd name="connsiteY9" fmla="*/ 16352 h 25763"/>
              <a:gd name="connsiteX10" fmla="*/ 18595 w 21600"/>
              <a:gd name="connsiteY10" fmla="*/ 3675 h 25763"/>
              <a:gd name="connsiteX11" fmla="*/ 1532 w 21600"/>
              <a:gd name="connsiteY11" fmla="*/ 3675 h 25763"/>
              <a:gd name="connsiteX12" fmla="*/ 2972 w 21600"/>
              <a:gd name="connsiteY12" fmla="*/ 1815 h 25763"/>
              <a:gd name="connsiteX13" fmla="*/ 2972 w 21600"/>
              <a:gd name="connsiteY13" fmla="*/ 0 h 25763"/>
              <a:gd name="connsiteX14" fmla="*/ 21600 w 21600"/>
              <a:gd name="connsiteY14" fmla="*/ 0 h 25763"/>
              <a:gd name="connsiteX15" fmla="*/ 21600 w 21600"/>
              <a:gd name="connsiteY15" fmla="*/ 14392 h 25763"/>
              <a:gd name="connsiteX16" fmla="*/ 20000 w 21600"/>
              <a:gd name="connsiteY16" fmla="*/ 14467 h 25763"/>
              <a:gd name="connsiteX17" fmla="*/ 20000 w 21600"/>
              <a:gd name="connsiteY17" fmla="*/ 1815 h 25763"/>
              <a:gd name="connsiteX18" fmla="*/ 2972 w 21600"/>
              <a:gd name="connsiteY18" fmla="*/ 1815 h 25763"/>
              <a:gd name="connsiteX0" fmla="*/ 0 w 21600"/>
              <a:gd name="connsiteY0" fmla="*/ 3675 h 25763"/>
              <a:gd name="connsiteX1" fmla="*/ 18595 w 21600"/>
              <a:gd name="connsiteY1" fmla="*/ 3675 h 25763"/>
              <a:gd name="connsiteX2" fmla="*/ 18595 w 21600"/>
              <a:gd name="connsiteY2" fmla="*/ 18022 h 25763"/>
              <a:gd name="connsiteX3" fmla="*/ 0 w 21600"/>
              <a:gd name="connsiteY3" fmla="*/ 20782 h 25763"/>
              <a:gd name="connsiteX4" fmla="*/ 0 w 21600"/>
              <a:gd name="connsiteY4" fmla="*/ 3675 h 25763"/>
              <a:gd name="connsiteX5" fmla="*/ 1532 w 21600"/>
              <a:gd name="connsiteY5" fmla="*/ 3675 h 25763"/>
              <a:gd name="connsiteX6" fmla="*/ 1532 w 21600"/>
              <a:gd name="connsiteY6" fmla="*/ 1815 h 25763"/>
              <a:gd name="connsiteX7" fmla="*/ 20000 w 21600"/>
              <a:gd name="connsiteY7" fmla="*/ 1815 h 25763"/>
              <a:gd name="connsiteX8" fmla="*/ 20000 w 21600"/>
              <a:gd name="connsiteY8" fmla="*/ 16252 h 25763"/>
              <a:gd name="connsiteX9" fmla="*/ 18595 w 21600"/>
              <a:gd name="connsiteY9" fmla="*/ 16352 h 25763"/>
              <a:gd name="connsiteX10" fmla="*/ 2972 w 21600"/>
              <a:gd name="connsiteY10" fmla="*/ 1815 h 25763"/>
              <a:gd name="connsiteX11" fmla="*/ 2972 w 21600"/>
              <a:gd name="connsiteY11" fmla="*/ 0 h 25763"/>
              <a:gd name="connsiteX12" fmla="*/ 21600 w 21600"/>
              <a:gd name="connsiteY12" fmla="*/ 0 h 25763"/>
              <a:gd name="connsiteX13" fmla="*/ 21600 w 21600"/>
              <a:gd name="connsiteY13" fmla="*/ 14392 h 25763"/>
              <a:gd name="connsiteX14" fmla="*/ 20000 w 21600"/>
              <a:gd name="connsiteY14" fmla="*/ 14467 h 25763"/>
              <a:gd name="connsiteX0" fmla="*/ 0 w 21600"/>
              <a:gd name="connsiteY0" fmla="*/ 20782 h 25763"/>
              <a:gd name="connsiteX1" fmla="*/ 18595 w 21600"/>
              <a:gd name="connsiteY1" fmla="*/ 18022 h 25763"/>
              <a:gd name="connsiteX2" fmla="*/ 18873 w 21600"/>
              <a:gd name="connsiteY2" fmla="*/ 25738 h 25763"/>
              <a:gd name="connsiteX3" fmla="*/ 20000 w 21600"/>
              <a:gd name="connsiteY3" fmla="*/ 16252 h 25763"/>
              <a:gd name="connsiteX4" fmla="*/ 20000 w 21600"/>
              <a:gd name="connsiteY4" fmla="*/ 14467 h 25763"/>
              <a:gd name="connsiteX5" fmla="*/ 21600 w 21600"/>
              <a:gd name="connsiteY5" fmla="*/ 14392 h 25763"/>
              <a:gd name="connsiteX6" fmla="*/ 21600 w 21600"/>
              <a:gd name="connsiteY6" fmla="*/ 0 h 25763"/>
              <a:gd name="connsiteX7" fmla="*/ 2972 w 21600"/>
              <a:gd name="connsiteY7" fmla="*/ 0 h 25763"/>
              <a:gd name="connsiteX8" fmla="*/ 2972 w 21600"/>
              <a:gd name="connsiteY8" fmla="*/ 1815 h 25763"/>
              <a:gd name="connsiteX9" fmla="*/ 1532 w 21600"/>
              <a:gd name="connsiteY9" fmla="*/ 1815 h 25763"/>
              <a:gd name="connsiteX10" fmla="*/ 1532 w 21600"/>
              <a:gd name="connsiteY10" fmla="*/ 3675 h 25763"/>
              <a:gd name="connsiteX11" fmla="*/ 0 w 21600"/>
              <a:gd name="connsiteY11" fmla="*/ 3675 h 25763"/>
              <a:gd name="connsiteX12" fmla="*/ 0 w 21600"/>
              <a:gd name="connsiteY12" fmla="*/ 20782 h 25763"/>
              <a:gd name="connsiteX0" fmla="*/ 0 w 21600"/>
              <a:gd name="connsiteY0" fmla="*/ 20782 h 26547"/>
              <a:gd name="connsiteX1" fmla="*/ 18595 w 21600"/>
              <a:gd name="connsiteY1" fmla="*/ 18022 h 26547"/>
              <a:gd name="connsiteX2" fmla="*/ 18595 w 21600"/>
              <a:gd name="connsiteY2" fmla="*/ 3675 h 26547"/>
              <a:gd name="connsiteX3" fmla="*/ 0 w 21600"/>
              <a:gd name="connsiteY3" fmla="*/ 3675 h 26547"/>
              <a:gd name="connsiteX4" fmla="*/ 0 w 21600"/>
              <a:gd name="connsiteY4" fmla="*/ 20782 h 26547"/>
              <a:gd name="connsiteX5" fmla="*/ 1532 w 21600"/>
              <a:gd name="connsiteY5" fmla="*/ 3675 h 26547"/>
              <a:gd name="connsiteX6" fmla="*/ 1532 w 21600"/>
              <a:gd name="connsiteY6" fmla="*/ 1815 h 26547"/>
              <a:gd name="connsiteX7" fmla="*/ 20000 w 21600"/>
              <a:gd name="connsiteY7" fmla="*/ 1815 h 26547"/>
              <a:gd name="connsiteX8" fmla="*/ 20000 w 21600"/>
              <a:gd name="connsiteY8" fmla="*/ 16252 h 26547"/>
              <a:gd name="connsiteX9" fmla="*/ 18595 w 21600"/>
              <a:gd name="connsiteY9" fmla="*/ 16352 h 26547"/>
              <a:gd name="connsiteX10" fmla="*/ 18595 w 21600"/>
              <a:gd name="connsiteY10" fmla="*/ 3675 h 26547"/>
              <a:gd name="connsiteX11" fmla="*/ 1532 w 21600"/>
              <a:gd name="connsiteY11" fmla="*/ 3675 h 26547"/>
              <a:gd name="connsiteX12" fmla="*/ 2972 w 21600"/>
              <a:gd name="connsiteY12" fmla="*/ 1815 h 26547"/>
              <a:gd name="connsiteX13" fmla="*/ 2972 w 21600"/>
              <a:gd name="connsiteY13" fmla="*/ 0 h 26547"/>
              <a:gd name="connsiteX14" fmla="*/ 21600 w 21600"/>
              <a:gd name="connsiteY14" fmla="*/ 0 h 26547"/>
              <a:gd name="connsiteX15" fmla="*/ 21600 w 21600"/>
              <a:gd name="connsiteY15" fmla="*/ 14392 h 26547"/>
              <a:gd name="connsiteX16" fmla="*/ 20000 w 21600"/>
              <a:gd name="connsiteY16" fmla="*/ 14467 h 26547"/>
              <a:gd name="connsiteX17" fmla="*/ 20000 w 21600"/>
              <a:gd name="connsiteY17" fmla="*/ 1815 h 26547"/>
              <a:gd name="connsiteX18" fmla="*/ 2972 w 21600"/>
              <a:gd name="connsiteY18" fmla="*/ 1815 h 26547"/>
              <a:gd name="connsiteX0" fmla="*/ 0 w 21600"/>
              <a:gd name="connsiteY0" fmla="*/ 3675 h 26547"/>
              <a:gd name="connsiteX1" fmla="*/ 18595 w 21600"/>
              <a:gd name="connsiteY1" fmla="*/ 3675 h 26547"/>
              <a:gd name="connsiteX2" fmla="*/ 18595 w 21600"/>
              <a:gd name="connsiteY2" fmla="*/ 18022 h 26547"/>
              <a:gd name="connsiteX3" fmla="*/ 0 w 21600"/>
              <a:gd name="connsiteY3" fmla="*/ 20782 h 26547"/>
              <a:gd name="connsiteX4" fmla="*/ 0 w 21600"/>
              <a:gd name="connsiteY4" fmla="*/ 3675 h 26547"/>
              <a:gd name="connsiteX5" fmla="*/ 1532 w 21600"/>
              <a:gd name="connsiteY5" fmla="*/ 3675 h 26547"/>
              <a:gd name="connsiteX6" fmla="*/ 1532 w 21600"/>
              <a:gd name="connsiteY6" fmla="*/ 1815 h 26547"/>
              <a:gd name="connsiteX7" fmla="*/ 20000 w 21600"/>
              <a:gd name="connsiteY7" fmla="*/ 1815 h 26547"/>
              <a:gd name="connsiteX8" fmla="*/ 20000 w 21600"/>
              <a:gd name="connsiteY8" fmla="*/ 16252 h 26547"/>
              <a:gd name="connsiteX9" fmla="*/ 18595 w 21600"/>
              <a:gd name="connsiteY9" fmla="*/ 16352 h 26547"/>
              <a:gd name="connsiteX10" fmla="*/ 2972 w 21600"/>
              <a:gd name="connsiteY10" fmla="*/ 1815 h 26547"/>
              <a:gd name="connsiteX11" fmla="*/ 2972 w 21600"/>
              <a:gd name="connsiteY11" fmla="*/ 0 h 26547"/>
              <a:gd name="connsiteX12" fmla="*/ 21600 w 21600"/>
              <a:gd name="connsiteY12" fmla="*/ 0 h 26547"/>
              <a:gd name="connsiteX13" fmla="*/ 21600 w 21600"/>
              <a:gd name="connsiteY13" fmla="*/ 14392 h 26547"/>
              <a:gd name="connsiteX14" fmla="*/ 20000 w 21600"/>
              <a:gd name="connsiteY14" fmla="*/ 14467 h 26547"/>
              <a:gd name="connsiteX0" fmla="*/ 0 w 21600"/>
              <a:gd name="connsiteY0" fmla="*/ 20782 h 26547"/>
              <a:gd name="connsiteX1" fmla="*/ 9817 w 21600"/>
              <a:gd name="connsiteY1" fmla="*/ 26506 h 26547"/>
              <a:gd name="connsiteX2" fmla="*/ 18595 w 21600"/>
              <a:gd name="connsiteY2" fmla="*/ 18022 h 26547"/>
              <a:gd name="connsiteX3" fmla="*/ 18873 w 21600"/>
              <a:gd name="connsiteY3" fmla="*/ 25738 h 26547"/>
              <a:gd name="connsiteX4" fmla="*/ 20000 w 21600"/>
              <a:gd name="connsiteY4" fmla="*/ 16252 h 26547"/>
              <a:gd name="connsiteX5" fmla="*/ 20000 w 21600"/>
              <a:gd name="connsiteY5" fmla="*/ 14467 h 26547"/>
              <a:gd name="connsiteX6" fmla="*/ 21600 w 21600"/>
              <a:gd name="connsiteY6" fmla="*/ 14392 h 26547"/>
              <a:gd name="connsiteX7" fmla="*/ 21600 w 21600"/>
              <a:gd name="connsiteY7" fmla="*/ 0 h 26547"/>
              <a:gd name="connsiteX8" fmla="*/ 2972 w 21600"/>
              <a:gd name="connsiteY8" fmla="*/ 0 h 26547"/>
              <a:gd name="connsiteX9" fmla="*/ 2972 w 21600"/>
              <a:gd name="connsiteY9" fmla="*/ 1815 h 26547"/>
              <a:gd name="connsiteX10" fmla="*/ 1532 w 21600"/>
              <a:gd name="connsiteY10" fmla="*/ 1815 h 26547"/>
              <a:gd name="connsiteX11" fmla="*/ 1532 w 21600"/>
              <a:gd name="connsiteY11" fmla="*/ 3675 h 26547"/>
              <a:gd name="connsiteX12" fmla="*/ 0 w 21600"/>
              <a:gd name="connsiteY12" fmla="*/ 3675 h 26547"/>
              <a:gd name="connsiteX13" fmla="*/ 0 w 21600"/>
              <a:gd name="connsiteY13" fmla="*/ 20782 h 26547"/>
              <a:gd name="connsiteX0" fmla="*/ 0 w 21600"/>
              <a:gd name="connsiteY0" fmla="*/ 20782 h 25763"/>
              <a:gd name="connsiteX1" fmla="*/ 18595 w 21600"/>
              <a:gd name="connsiteY1" fmla="*/ 18022 h 25763"/>
              <a:gd name="connsiteX2" fmla="*/ 18595 w 21600"/>
              <a:gd name="connsiteY2" fmla="*/ 3675 h 25763"/>
              <a:gd name="connsiteX3" fmla="*/ 0 w 21600"/>
              <a:gd name="connsiteY3" fmla="*/ 3675 h 25763"/>
              <a:gd name="connsiteX4" fmla="*/ 0 w 21600"/>
              <a:gd name="connsiteY4" fmla="*/ 20782 h 25763"/>
              <a:gd name="connsiteX5" fmla="*/ 1532 w 21600"/>
              <a:gd name="connsiteY5" fmla="*/ 3675 h 25763"/>
              <a:gd name="connsiteX6" fmla="*/ 1532 w 21600"/>
              <a:gd name="connsiteY6" fmla="*/ 1815 h 25763"/>
              <a:gd name="connsiteX7" fmla="*/ 20000 w 21600"/>
              <a:gd name="connsiteY7" fmla="*/ 1815 h 25763"/>
              <a:gd name="connsiteX8" fmla="*/ 20000 w 21600"/>
              <a:gd name="connsiteY8" fmla="*/ 16252 h 25763"/>
              <a:gd name="connsiteX9" fmla="*/ 18595 w 21600"/>
              <a:gd name="connsiteY9" fmla="*/ 16352 h 25763"/>
              <a:gd name="connsiteX10" fmla="*/ 18595 w 21600"/>
              <a:gd name="connsiteY10" fmla="*/ 3675 h 25763"/>
              <a:gd name="connsiteX11" fmla="*/ 1532 w 21600"/>
              <a:gd name="connsiteY11" fmla="*/ 3675 h 25763"/>
              <a:gd name="connsiteX12" fmla="*/ 2972 w 21600"/>
              <a:gd name="connsiteY12" fmla="*/ 1815 h 25763"/>
              <a:gd name="connsiteX13" fmla="*/ 2972 w 21600"/>
              <a:gd name="connsiteY13" fmla="*/ 0 h 25763"/>
              <a:gd name="connsiteX14" fmla="*/ 21600 w 21600"/>
              <a:gd name="connsiteY14" fmla="*/ 0 h 25763"/>
              <a:gd name="connsiteX15" fmla="*/ 21600 w 21600"/>
              <a:gd name="connsiteY15" fmla="*/ 14392 h 25763"/>
              <a:gd name="connsiteX16" fmla="*/ 20000 w 21600"/>
              <a:gd name="connsiteY16" fmla="*/ 14467 h 25763"/>
              <a:gd name="connsiteX17" fmla="*/ 20000 w 21600"/>
              <a:gd name="connsiteY17" fmla="*/ 1815 h 25763"/>
              <a:gd name="connsiteX18" fmla="*/ 2972 w 21600"/>
              <a:gd name="connsiteY18" fmla="*/ 1815 h 25763"/>
              <a:gd name="connsiteX0" fmla="*/ 0 w 21600"/>
              <a:gd name="connsiteY0" fmla="*/ 3675 h 25763"/>
              <a:gd name="connsiteX1" fmla="*/ 18595 w 21600"/>
              <a:gd name="connsiteY1" fmla="*/ 3675 h 25763"/>
              <a:gd name="connsiteX2" fmla="*/ 18595 w 21600"/>
              <a:gd name="connsiteY2" fmla="*/ 18022 h 25763"/>
              <a:gd name="connsiteX3" fmla="*/ 0 w 21600"/>
              <a:gd name="connsiteY3" fmla="*/ 20782 h 25763"/>
              <a:gd name="connsiteX4" fmla="*/ 0 w 21600"/>
              <a:gd name="connsiteY4" fmla="*/ 3675 h 25763"/>
              <a:gd name="connsiteX5" fmla="*/ 1532 w 21600"/>
              <a:gd name="connsiteY5" fmla="*/ 3675 h 25763"/>
              <a:gd name="connsiteX6" fmla="*/ 1532 w 21600"/>
              <a:gd name="connsiteY6" fmla="*/ 1815 h 25763"/>
              <a:gd name="connsiteX7" fmla="*/ 20000 w 21600"/>
              <a:gd name="connsiteY7" fmla="*/ 1815 h 25763"/>
              <a:gd name="connsiteX8" fmla="*/ 20000 w 21600"/>
              <a:gd name="connsiteY8" fmla="*/ 16252 h 25763"/>
              <a:gd name="connsiteX9" fmla="*/ 18595 w 21600"/>
              <a:gd name="connsiteY9" fmla="*/ 16352 h 25763"/>
              <a:gd name="connsiteX10" fmla="*/ 2972 w 21600"/>
              <a:gd name="connsiteY10" fmla="*/ 1815 h 25763"/>
              <a:gd name="connsiteX11" fmla="*/ 2972 w 21600"/>
              <a:gd name="connsiteY11" fmla="*/ 0 h 25763"/>
              <a:gd name="connsiteX12" fmla="*/ 21600 w 21600"/>
              <a:gd name="connsiteY12" fmla="*/ 0 h 25763"/>
              <a:gd name="connsiteX13" fmla="*/ 21600 w 21600"/>
              <a:gd name="connsiteY13" fmla="*/ 14392 h 25763"/>
              <a:gd name="connsiteX14" fmla="*/ 20000 w 21600"/>
              <a:gd name="connsiteY14" fmla="*/ 14467 h 25763"/>
              <a:gd name="connsiteX0" fmla="*/ 0 w 21600"/>
              <a:gd name="connsiteY0" fmla="*/ 20782 h 25763"/>
              <a:gd name="connsiteX1" fmla="*/ 10652 w 21600"/>
              <a:gd name="connsiteY1" fmla="*/ 22896 h 25763"/>
              <a:gd name="connsiteX2" fmla="*/ 18595 w 21600"/>
              <a:gd name="connsiteY2" fmla="*/ 18022 h 25763"/>
              <a:gd name="connsiteX3" fmla="*/ 18873 w 21600"/>
              <a:gd name="connsiteY3" fmla="*/ 25738 h 25763"/>
              <a:gd name="connsiteX4" fmla="*/ 20000 w 21600"/>
              <a:gd name="connsiteY4" fmla="*/ 16252 h 25763"/>
              <a:gd name="connsiteX5" fmla="*/ 20000 w 21600"/>
              <a:gd name="connsiteY5" fmla="*/ 14467 h 25763"/>
              <a:gd name="connsiteX6" fmla="*/ 21600 w 21600"/>
              <a:gd name="connsiteY6" fmla="*/ 14392 h 25763"/>
              <a:gd name="connsiteX7" fmla="*/ 21600 w 21600"/>
              <a:gd name="connsiteY7" fmla="*/ 0 h 25763"/>
              <a:gd name="connsiteX8" fmla="*/ 2972 w 21600"/>
              <a:gd name="connsiteY8" fmla="*/ 0 h 25763"/>
              <a:gd name="connsiteX9" fmla="*/ 2972 w 21600"/>
              <a:gd name="connsiteY9" fmla="*/ 1815 h 25763"/>
              <a:gd name="connsiteX10" fmla="*/ 1532 w 21600"/>
              <a:gd name="connsiteY10" fmla="*/ 1815 h 25763"/>
              <a:gd name="connsiteX11" fmla="*/ 1532 w 21600"/>
              <a:gd name="connsiteY11" fmla="*/ 3675 h 25763"/>
              <a:gd name="connsiteX12" fmla="*/ 0 w 21600"/>
              <a:gd name="connsiteY12" fmla="*/ 3675 h 25763"/>
              <a:gd name="connsiteX13" fmla="*/ 0 w 21600"/>
              <a:gd name="connsiteY13" fmla="*/ 20782 h 25763"/>
              <a:gd name="connsiteX0" fmla="*/ 0 w 21600"/>
              <a:gd name="connsiteY0" fmla="*/ 20782 h 25763"/>
              <a:gd name="connsiteX1" fmla="*/ 18595 w 21600"/>
              <a:gd name="connsiteY1" fmla="*/ 18022 h 25763"/>
              <a:gd name="connsiteX2" fmla="*/ 18595 w 21600"/>
              <a:gd name="connsiteY2" fmla="*/ 3675 h 25763"/>
              <a:gd name="connsiteX3" fmla="*/ 0 w 21600"/>
              <a:gd name="connsiteY3" fmla="*/ 3675 h 25763"/>
              <a:gd name="connsiteX4" fmla="*/ 0 w 21600"/>
              <a:gd name="connsiteY4" fmla="*/ 20782 h 25763"/>
              <a:gd name="connsiteX5" fmla="*/ 1532 w 21600"/>
              <a:gd name="connsiteY5" fmla="*/ 3675 h 25763"/>
              <a:gd name="connsiteX6" fmla="*/ 1532 w 21600"/>
              <a:gd name="connsiteY6" fmla="*/ 1815 h 25763"/>
              <a:gd name="connsiteX7" fmla="*/ 20000 w 21600"/>
              <a:gd name="connsiteY7" fmla="*/ 1815 h 25763"/>
              <a:gd name="connsiteX8" fmla="*/ 20000 w 21600"/>
              <a:gd name="connsiteY8" fmla="*/ 16252 h 25763"/>
              <a:gd name="connsiteX9" fmla="*/ 18595 w 21600"/>
              <a:gd name="connsiteY9" fmla="*/ 16352 h 25763"/>
              <a:gd name="connsiteX10" fmla="*/ 18595 w 21600"/>
              <a:gd name="connsiteY10" fmla="*/ 3675 h 25763"/>
              <a:gd name="connsiteX11" fmla="*/ 1532 w 21600"/>
              <a:gd name="connsiteY11" fmla="*/ 3675 h 25763"/>
              <a:gd name="connsiteX12" fmla="*/ 2972 w 21600"/>
              <a:gd name="connsiteY12" fmla="*/ 1815 h 25763"/>
              <a:gd name="connsiteX13" fmla="*/ 2972 w 21600"/>
              <a:gd name="connsiteY13" fmla="*/ 0 h 25763"/>
              <a:gd name="connsiteX14" fmla="*/ 21600 w 21600"/>
              <a:gd name="connsiteY14" fmla="*/ 0 h 25763"/>
              <a:gd name="connsiteX15" fmla="*/ 21600 w 21600"/>
              <a:gd name="connsiteY15" fmla="*/ 14392 h 25763"/>
              <a:gd name="connsiteX16" fmla="*/ 20000 w 21600"/>
              <a:gd name="connsiteY16" fmla="*/ 14467 h 25763"/>
              <a:gd name="connsiteX17" fmla="*/ 20000 w 21600"/>
              <a:gd name="connsiteY17" fmla="*/ 1815 h 25763"/>
              <a:gd name="connsiteX18" fmla="*/ 2972 w 21600"/>
              <a:gd name="connsiteY18" fmla="*/ 1815 h 25763"/>
              <a:gd name="connsiteX0" fmla="*/ 0 w 21600"/>
              <a:gd name="connsiteY0" fmla="*/ 3675 h 25763"/>
              <a:gd name="connsiteX1" fmla="*/ 18595 w 21600"/>
              <a:gd name="connsiteY1" fmla="*/ 3675 h 25763"/>
              <a:gd name="connsiteX2" fmla="*/ 18595 w 21600"/>
              <a:gd name="connsiteY2" fmla="*/ 18022 h 25763"/>
              <a:gd name="connsiteX3" fmla="*/ 0 w 21600"/>
              <a:gd name="connsiteY3" fmla="*/ 20782 h 25763"/>
              <a:gd name="connsiteX4" fmla="*/ 0 w 21600"/>
              <a:gd name="connsiteY4" fmla="*/ 3675 h 25763"/>
              <a:gd name="connsiteX5" fmla="*/ 1532 w 21600"/>
              <a:gd name="connsiteY5" fmla="*/ 3675 h 25763"/>
              <a:gd name="connsiteX6" fmla="*/ 1532 w 21600"/>
              <a:gd name="connsiteY6" fmla="*/ 1815 h 25763"/>
              <a:gd name="connsiteX7" fmla="*/ 20000 w 21600"/>
              <a:gd name="connsiteY7" fmla="*/ 1815 h 25763"/>
              <a:gd name="connsiteX8" fmla="*/ 20000 w 21600"/>
              <a:gd name="connsiteY8" fmla="*/ 16252 h 25763"/>
              <a:gd name="connsiteX9" fmla="*/ 18595 w 21600"/>
              <a:gd name="connsiteY9" fmla="*/ 16352 h 25763"/>
              <a:gd name="connsiteX10" fmla="*/ 2972 w 21600"/>
              <a:gd name="connsiteY10" fmla="*/ 1815 h 25763"/>
              <a:gd name="connsiteX11" fmla="*/ 2972 w 21600"/>
              <a:gd name="connsiteY11" fmla="*/ 0 h 25763"/>
              <a:gd name="connsiteX12" fmla="*/ 21600 w 21600"/>
              <a:gd name="connsiteY12" fmla="*/ 0 h 25763"/>
              <a:gd name="connsiteX13" fmla="*/ 21600 w 21600"/>
              <a:gd name="connsiteY13" fmla="*/ 14392 h 25763"/>
              <a:gd name="connsiteX14" fmla="*/ 20000 w 21600"/>
              <a:gd name="connsiteY14" fmla="*/ 14467 h 25763"/>
              <a:gd name="connsiteX0" fmla="*/ 0 w 21600"/>
              <a:gd name="connsiteY0" fmla="*/ 20782 h 25763"/>
              <a:gd name="connsiteX1" fmla="*/ 10652 w 21600"/>
              <a:gd name="connsiteY1" fmla="*/ 22896 h 25763"/>
              <a:gd name="connsiteX2" fmla="*/ 18165 w 21600"/>
              <a:gd name="connsiteY2" fmla="*/ 24340 h 25763"/>
              <a:gd name="connsiteX3" fmla="*/ 18595 w 21600"/>
              <a:gd name="connsiteY3" fmla="*/ 18022 h 25763"/>
              <a:gd name="connsiteX4" fmla="*/ 18873 w 21600"/>
              <a:gd name="connsiteY4" fmla="*/ 25738 h 25763"/>
              <a:gd name="connsiteX5" fmla="*/ 20000 w 21600"/>
              <a:gd name="connsiteY5" fmla="*/ 16252 h 25763"/>
              <a:gd name="connsiteX6" fmla="*/ 20000 w 21600"/>
              <a:gd name="connsiteY6" fmla="*/ 14467 h 25763"/>
              <a:gd name="connsiteX7" fmla="*/ 21600 w 21600"/>
              <a:gd name="connsiteY7" fmla="*/ 14392 h 25763"/>
              <a:gd name="connsiteX8" fmla="*/ 21600 w 21600"/>
              <a:gd name="connsiteY8" fmla="*/ 0 h 25763"/>
              <a:gd name="connsiteX9" fmla="*/ 2972 w 21600"/>
              <a:gd name="connsiteY9" fmla="*/ 0 h 25763"/>
              <a:gd name="connsiteX10" fmla="*/ 2972 w 21600"/>
              <a:gd name="connsiteY10" fmla="*/ 1815 h 25763"/>
              <a:gd name="connsiteX11" fmla="*/ 1532 w 21600"/>
              <a:gd name="connsiteY11" fmla="*/ 1815 h 25763"/>
              <a:gd name="connsiteX12" fmla="*/ 1532 w 21600"/>
              <a:gd name="connsiteY12" fmla="*/ 3675 h 25763"/>
              <a:gd name="connsiteX13" fmla="*/ 0 w 21600"/>
              <a:gd name="connsiteY13" fmla="*/ 3675 h 25763"/>
              <a:gd name="connsiteX14" fmla="*/ 0 w 21600"/>
              <a:gd name="connsiteY14" fmla="*/ 20782 h 257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1600" h="25763" stroke="0" extrusionOk="0">
                <a:moveTo>
                  <a:pt x="0" y="20782"/>
                </a:moveTo>
                <a:cubicBezTo>
                  <a:pt x="9298" y="23542"/>
                  <a:pt x="9298" y="18022"/>
                  <a:pt x="18595" y="18022"/>
                </a:cubicBezTo>
                <a:lnTo>
                  <a:pt x="18595" y="3675"/>
                </a:lnTo>
                <a:lnTo>
                  <a:pt x="0" y="3675"/>
                </a:lnTo>
                <a:lnTo>
                  <a:pt x="0" y="20782"/>
                </a:lnTo>
                <a:close/>
                <a:moveTo>
                  <a:pt x="1532" y="3675"/>
                </a:moveTo>
                <a:lnTo>
                  <a:pt x="1532" y="1815"/>
                </a:lnTo>
                <a:lnTo>
                  <a:pt x="20000" y="1815"/>
                </a:lnTo>
                <a:lnTo>
                  <a:pt x="20000" y="16252"/>
                </a:lnTo>
                <a:cubicBezTo>
                  <a:pt x="19298" y="16252"/>
                  <a:pt x="18595" y="16352"/>
                  <a:pt x="18595" y="16352"/>
                </a:cubicBezTo>
                <a:lnTo>
                  <a:pt x="18595" y="3675"/>
                </a:lnTo>
                <a:lnTo>
                  <a:pt x="1532" y="3675"/>
                </a:lnTo>
                <a:close/>
                <a:moveTo>
                  <a:pt x="2972" y="1815"/>
                </a:moveTo>
                <a:lnTo>
                  <a:pt x="2972" y="0"/>
                </a:lnTo>
                <a:lnTo>
                  <a:pt x="21600" y="0"/>
                </a:lnTo>
                <a:lnTo>
                  <a:pt x="21600" y="14392"/>
                </a:lnTo>
                <a:cubicBezTo>
                  <a:pt x="20800" y="14392"/>
                  <a:pt x="20000" y="14467"/>
                  <a:pt x="20000" y="14467"/>
                </a:cubicBezTo>
                <a:lnTo>
                  <a:pt x="20000" y="1815"/>
                </a:lnTo>
                <a:lnTo>
                  <a:pt x="2972" y="1815"/>
                </a:lnTo>
                <a:close/>
              </a:path>
              <a:path w="21600" h="25763" fill="none" extrusionOk="0">
                <a:moveTo>
                  <a:pt x="0" y="3675"/>
                </a:moveTo>
                <a:lnTo>
                  <a:pt x="18595" y="3675"/>
                </a:lnTo>
                <a:lnTo>
                  <a:pt x="18595" y="18022"/>
                </a:lnTo>
                <a:cubicBezTo>
                  <a:pt x="9298" y="18022"/>
                  <a:pt x="9298" y="23542"/>
                  <a:pt x="0" y="20782"/>
                </a:cubicBezTo>
                <a:lnTo>
                  <a:pt x="0" y="3675"/>
                </a:lnTo>
                <a:close/>
                <a:moveTo>
                  <a:pt x="1532" y="3675"/>
                </a:moveTo>
                <a:lnTo>
                  <a:pt x="1532" y="1815"/>
                </a:lnTo>
                <a:lnTo>
                  <a:pt x="20000" y="1815"/>
                </a:lnTo>
                <a:lnTo>
                  <a:pt x="20000" y="16252"/>
                </a:lnTo>
                <a:cubicBezTo>
                  <a:pt x="19298" y="16252"/>
                  <a:pt x="18595" y="16352"/>
                  <a:pt x="18595" y="16352"/>
                </a:cubicBezTo>
                <a:moveTo>
                  <a:pt x="2972" y="1815"/>
                </a:moveTo>
                <a:lnTo>
                  <a:pt x="2972" y="0"/>
                </a:lnTo>
                <a:lnTo>
                  <a:pt x="21600" y="0"/>
                </a:lnTo>
                <a:lnTo>
                  <a:pt x="21600" y="14392"/>
                </a:lnTo>
                <a:cubicBezTo>
                  <a:pt x="20800" y="14392"/>
                  <a:pt x="20000" y="14467"/>
                  <a:pt x="20000" y="14467"/>
                </a:cubicBezTo>
              </a:path>
              <a:path w="21600" h="25763" fill="none" stroke="0">
                <a:moveTo>
                  <a:pt x="0" y="20782"/>
                </a:moveTo>
                <a:cubicBezTo>
                  <a:pt x="1590" y="23504"/>
                  <a:pt x="7553" y="23356"/>
                  <a:pt x="10652" y="22896"/>
                </a:cubicBezTo>
                <a:cubicBezTo>
                  <a:pt x="13540" y="22406"/>
                  <a:pt x="16841" y="25152"/>
                  <a:pt x="18165" y="24340"/>
                </a:cubicBezTo>
                <a:cubicBezTo>
                  <a:pt x="19489" y="23528"/>
                  <a:pt x="18338" y="16706"/>
                  <a:pt x="18595" y="18022"/>
                </a:cubicBezTo>
                <a:cubicBezTo>
                  <a:pt x="18595" y="17465"/>
                  <a:pt x="18873" y="26295"/>
                  <a:pt x="18873" y="25738"/>
                </a:cubicBezTo>
                <a:cubicBezTo>
                  <a:pt x="18873" y="25738"/>
                  <a:pt x="19298" y="16252"/>
                  <a:pt x="20000" y="16252"/>
                </a:cubicBezTo>
                <a:lnTo>
                  <a:pt x="20000" y="14467"/>
                </a:lnTo>
                <a:cubicBezTo>
                  <a:pt x="20000" y="14467"/>
                  <a:pt x="20800" y="14392"/>
                  <a:pt x="21600" y="14392"/>
                </a:cubicBezTo>
                <a:lnTo>
                  <a:pt x="21600" y="0"/>
                </a:lnTo>
                <a:lnTo>
                  <a:pt x="2972" y="0"/>
                </a:lnTo>
                <a:lnTo>
                  <a:pt x="2972" y="1815"/>
                </a:lnTo>
                <a:lnTo>
                  <a:pt x="1532" y="1815"/>
                </a:lnTo>
                <a:lnTo>
                  <a:pt x="1532" y="3675"/>
                </a:lnTo>
                <a:lnTo>
                  <a:pt x="0" y="3675"/>
                </a:lnTo>
                <a:lnTo>
                  <a:pt x="0" y="20782"/>
                </a:lnTo>
                <a:close/>
              </a:path>
            </a:pathLst>
          </a:custGeom>
          <a:solidFill>
            <a:srgbClr val="A7FFAB"/>
          </a:solidFill>
          <a:ln w="12700">
            <a:solidFill>
              <a:schemeClr val="accent1"/>
            </a:solidFill>
          </a:ln>
          <a:effectLst>
            <a:outerShdw blurRad="40000" dist="20000" dir="5400000" rotWithShape="0">
              <a:srgbClr val="000000">
                <a:alpha val="38000"/>
              </a:srgbClr>
            </a:outerShdw>
            <a:softEdge rad="12700"/>
          </a:effectLst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00"/>
                </a:solidFill>
              </a:rPr>
              <a:t>24t56</a:t>
            </a:r>
          </a:p>
        </p:txBody>
      </p:sp>
      <p:cxnSp>
        <p:nvCxnSpPr>
          <p:cNvPr id="38" name="Shape 200"/>
          <p:cNvCxnSpPr/>
          <p:nvPr/>
        </p:nvCxnSpPr>
        <p:spPr>
          <a:xfrm flipH="1" flipV="1">
            <a:off x="4732802" y="5631052"/>
            <a:ext cx="372598" cy="11474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35" name="Shape 198"/>
          <p:cNvSpPr/>
          <p:nvPr/>
        </p:nvSpPr>
        <p:spPr>
          <a:xfrm>
            <a:off x="5876496" y="489862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345r3</a:t>
            </a:r>
          </a:p>
        </p:txBody>
      </p:sp>
      <p:cxnSp>
        <p:nvCxnSpPr>
          <p:cNvPr id="44" name="Shape 200"/>
          <p:cNvCxnSpPr/>
          <p:nvPr/>
        </p:nvCxnSpPr>
        <p:spPr>
          <a:xfrm flipH="1" flipV="1">
            <a:off x="2426586" y="5053473"/>
            <a:ext cx="3429471" cy="1102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71" name="Shape 204"/>
          <p:cNvSpPr/>
          <p:nvPr/>
        </p:nvSpPr>
        <p:spPr>
          <a:xfrm>
            <a:off x="3897956" y="6142376"/>
            <a:ext cx="917438" cy="2730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working1</a:t>
            </a:r>
          </a:p>
        </p:txBody>
      </p:sp>
      <p:cxnSp>
        <p:nvCxnSpPr>
          <p:cNvPr id="72" name="Shape 205"/>
          <p:cNvCxnSpPr>
            <a:stCxn id="71" idx="0"/>
            <a:endCxn id="39" idx="2"/>
          </p:cNvCxnSpPr>
          <p:nvPr/>
        </p:nvCxnSpPr>
        <p:spPr>
          <a:xfrm flipH="1" flipV="1">
            <a:off x="4345499" y="5763543"/>
            <a:ext cx="11176" cy="378833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92" name="Shape 204"/>
          <p:cNvSpPr/>
          <p:nvPr/>
        </p:nvSpPr>
        <p:spPr>
          <a:xfrm>
            <a:off x="4959058" y="6431769"/>
            <a:ext cx="917438" cy="2730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working2</a:t>
            </a:r>
          </a:p>
        </p:txBody>
      </p:sp>
      <p:cxnSp>
        <p:nvCxnSpPr>
          <p:cNvPr id="93" name="Shape 205"/>
          <p:cNvCxnSpPr>
            <a:endCxn id="2" idx="0"/>
          </p:cNvCxnSpPr>
          <p:nvPr/>
        </p:nvCxnSpPr>
        <p:spPr>
          <a:xfrm flipV="1">
            <a:off x="5105400" y="5795034"/>
            <a:ext cx="0" cy="636735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46" name="Shape 198"/>
          <p:cNvSpPr/>
          <p:nvPr/>
        </p:nvSpPr>
        <p:spPr>
          <a:xfrm>
            <a:off x="5831577" y="2816793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345r3</a:t>
            </a:r>
          </a:p>
        </p:txBody>
      </p:sp>
      <p:cxnSp>
        <p:nvCxnSpPr>
          <p:cNvPr id="47" name="Shape 200"/>
          <p:cNvCxnSpPr>
            <a:stCxn id="46" idx="1"/>
            <a:endCxn id="192" idx="3"/>
          </p:cNvCxnSpPr>
          <p:nvPr/>
        </p:nvCxnSpPr>
        <p:spPr>
          <a:xfrm flipH="1" flipV="1">
            <a:off x="2668425" y="2499250"/>
            <a:ext cx="3163152" cy="495293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50" name="Shape 198"/>
          <p:cNvSpPr/>
          <p:nvPr/>
        </p:nvSpPr>
        <p:spPr>
          <a:xfrm rot="10800000" flipV="1">
            <a:off x="6118744" y="5941059"/>
            <a:ext cx="774600" cy="310525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567r4</a:t>
            </a:r>
          </a:p>
        </p:txBody>
      </p:sp>
      <p:sp>
        <p:nvSpPr>
          <p:cNvPr id="51" name="Shape 198"/>
          <p:cNvSpPr/>
          <p:nvPr/>
        </p:nvSpPr>
        <p:spPr>
          <a:xfrm>
            <a:off x="7135592" y="5896085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e3rf5</a:t>
            </a:r>
          </a:p>
        </p:txBody>
      </p:sp>
      <p:cxnSp>
        <p:nvCxnSpPr>
          <p:cNvPr id="52" name="Shape 200"/>
          <p:cNvCxnSpPr>
            <a:stCxn id="50" idx="0"/>
            <a:endCxn id="35" idx="2"/>
          </p:cNvCxnSpPr>
          <p:nvPr/>
        </p:nvCxnSpPr>
        <p:spPr>
          <a:xfrm flipH="1" flipV="1">
            <a:off x="6263796" y="5254120"/>
            <a:ext cx="242248" cy="686939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53" name="Flowchart: Multidocument 1"/>
          <p:cNvSpPr/>
          <p:nvPr/>
        </p:nvSpPr>
        <p:spPr>
          <a:xfrm>
            <a:off x="8196718" y="5867519"/>
            <a:ext cx="795711" cy="411357"/>
          </a:xfrm>
          <a:custGeom>
            <a:avLst/>
            <a:gdLst>
              <a:gd name="connsiteX0" fmla="*/ 0 w 21600"/>
              <a:gd name="connsiteY0" fmla="*/ 20782 h 21600"/>
              <a:gd name="connsiteX1" fmla="*/ 18595 w 21600"/>
              <a:gd name="connsiteY1" fmla="*/ 18022 h 21600"/>
              <a:gd name="connsiteX2" fmla="*/ 18595 w 21600"/>
              <a:gd name="connsiteY2" fmla="*/ 3675 h 21600"/>
              <a:gd name="connsiteX3" fmla="*/ 0 w 21600"/>
              <a:gd name="connsiteY3" fmla="*/ 3675 h 21600"/>
              <a:gd name="connsiteX4" fmla="*/ 0 w 21600"/>
              <a:gd name="connsiteY4" fmla="*/ 20782 h 21600"/>
              <a:gd name="connsiteX5" fmla="*/ 1532 w 21600"/>
              <a:gd name="connsiteY5" fmla="*/ 3675 h 21600"/>
              <a:gd name="connsiteX6" fmla="*/ 1532 w 21600"/>
              <a:gd name="connsiteY6" fmla="*/ 1815 h 21600"/>
              <a:gd name="connsiteX7" fmla="*/ 20000 w 21600"/>
              <a:gd name="connsiteY7" fmla="*/ 1815 h 21600"/>
              <a:gd name="connsiteX8" fmla="*/ 20000 w 21600"/>
              <a:gd name="connsiteY8" fmla="*/ 16252 h 21600"/>
              <a:gd name="connsiteX9" fmla="*/ 18595 w 21600"/>
              <a:gd name="connsiteY9" fmla="*/ 16352 h 21600"/>
              <a:gd name="connsiteX10" fmla="*/ 18595 w 21600"/>
              <a:gd name="connsiteY10" fmla="*/ 3675 h 21600"/>
              <a:gd name="connsiteX11" fmla="*/ 1532 w 21600"/>
              <a:gd name="connsiteY11" fmla="*/ 3675 h 21600"/>
              <a:gd name="connsiteX12" fmla="*/ 2972 w 21600"/>
              <a:gd name="connsiteY12" fmla="*/ 1815 h 21600"/>
              <a:gd name="connsiteX13" fmla="*/ 2972 w 21600"/>
              <a:gd name="connsiteY13" fmla="*/ 0 h 21600"/>
              <a:gd name="connsiteX14" fmla="*/ 21600 w 21600"/>
              <a:gd name="connsiteY14" fmla="*/ 0 h 21600"/>
              <a:gd name="connsiteX15" fmla="*/ 21600 w 21600"/>
              <a:gd name="connsiteY15" fmla="*/ 14392 h 21600"/>
              <a:gd name="connsiteX16" fmla="*/ 20000 w 21600"/>
              <a:gd name="connsiteY16" fmla="*/ 14467 h 21600"/>
              <a:gd name="connsiteX17" fmla="*/ 20000 w 21600"/>
              <a:gd name="connsiteY17" fmla="*/ 1815 h 21600"/>
              <a:gd name="connsiteX18" fmla="*/ 2972 w 21600"/>
              <a:gd name="connsiteY18" fmla="*/ 1815 h 21600"/>
              <a:gd name="connsiteX0" fmla="*/ 0 w 21600"/>
              <a:gd name="connsiteY0" fmla="*/ 3675 h 21600"/>
              <a:gd name="connsiteX1" fmla="*/ 18595 w 21600"/>
              <a:gd name="connsiteY1" fmla="*/ 3675 h 21600"/>
              <a:gd name="connsiteX2" fmla="*/ 18595 w 21600"/>
              <a:gd name="connsiteY2" fmla="*/ 18022 h 21600"/>
              <a:gd name="connsiteX3" fmla="*/ 0 w 21600"/>
              <a:gd name="connsiteY3" fmla="*/ 20782 h 21600"/>
              <a:gd name="connsiteX4" fmla="*/ 0 w 21600"/>
              <a:gd name="connsiteY4" fmla="*/ 3675 h 21600"/>
              <a:gd name="connsiteX5" fmla="*/ 1532 w 21600"/>
              <a:gd name="connsiteY5" fmla="*/ 3675 h 21600"/>
              <a:gd name="connsiteX6" fmla="*/ 1532 w 21600"/>
              <a:gd name="connsiteY6" fmla="*/ 1815 h 21600"/>
              <a:gd name="connsiteX7" fmla="*/ 20000 w 21600"/>
              <a:gd name="connsiteY7" fmla="*/ 1815 h 21600"/>
              <a:gd name="connsiteX8" fmla="*/ 20000 w 21600"/>
              <a:gd name="connsiteY8" fmla="*/ 16252 h 21600"/>
              <a:gd name="connsiteX9" fmla="*/ 18595 w 21600"/>
              <a:gd name="connsiteY9" fmla="*/ 16352 h 21600"/>
              <a:gd name="connsiteX10" fmla="*/ 2972 w 21600"/>
              <a:gd name="connsiteY10" fmla="*/ 1815 h 21600"/>
              <a:gd name="connsiteX11" fmla="*/ 2972 w 21600"/>
              <a:gd name="connsiteY11" fmla="*/ 0 h 21600"/>
              <a:gd name="connsiteX12" fmla="*/ 21600 w 21600"/>
              <a:gd name="connsiteY12" fmla="*/ 0 h 21600"/>
              <a:gd name="connsiteX13" fmla="*/ 21600 w 21600"/>
              <a:gd name="connsiteY13" fmla="*/ 14392 h 21600"/>
              <a:gd name="connsiteX14" fmla="*/ 20000 w 21600"/>
              <a:gd name="connsiteY14" fmla="*/ 14467 h 21600"/>
              <a:gd name="connsiteX0" fmla="*/ 0 w 21600"/>
              <a:gd name="connsiteY0" fmla="*/ 20782 h 21600"/>
              <a:gd name="connsiteX1" fmla="*/ 18595 w 21600"/>
              <a:gd name="connsiteY1" fmla="*/ 18022 h 21600"/>
              <a:gd name="connsiteX2" fmla="*/ 18595 w 21600"/>
              <a:gd name="connsiteY2" fmla="*/ 16352 h 21600"/>
              <a:gd name="connsiteX3" fmla="*/ 20000 w 21600"/>
              <a:gd name="connsiteY3" fmla="*/ 16252 h 21600"/>
              <a:gd name="connsiteX4" fmla="*/ 20000 w 21600"/>
              <a:gd name="connsiteY4" fmla="*/ 14467 h 21600"/>
              <a:gd name="connsiteX5" fmla="*/ 21600 w 21600"/>
              <a:gd name="connsiteY5" fmla="*/ 14392 h 21600"/>
              <a:gd name="connsiteX6" fmla="*/ 21600 w 21600"/>
              <a:gd name="connsiteY6" fmla="*/ 0 h 21600"/>
              <a:gd name="connsiteX7" fmla="*/ 2972 w 21600"/>
              <a:gd name="connsiteY7" fmla="*/ 0 h 21600"/>
              <a:gd name="connsiteX8" fmla="*/ 2972 w 21600"/>
              <a:gd name="connsiteY8" fmla="*/ 1815 h 21600"/>
              <a:gd name="connsiteX9" fmla="*/ 1532 w 21600"/>
              <a:gd name="connsiteY9" fmla="*/ 1815 h 21600"/>
              <a:gd name="connsiteX10" fmla="*/ 1532 w 21600"/>
              <a:gd name="connsiteY10" fmla="*/ 3675 h 21600"/>
              <a:gd name="connsiteX11" fmla="*/ 0 w 21600"/>
              <a:gd name="connsiteY11" fmla="*/ 3675 h 21600"/>
              <a:gd name="connsiteX12" fmla="*/ 0 w 21600"/>
              <a:gd name="connsiteY12" fmla="*/ 20782 h 21600"/>
              <a:gd name="connsiteX0" fmla="*/ 0 w 21600"/>
              <a:gd name="connsiteY0" fmla="*/ 20782 h 25763"/>
              <a:gd name="connsiteX1" fmla="*/ 18595 w 21600"/>
              <a:gd name="connsiteY1" fmla="*/ 18022 h 25763"/>
              <a:gd name="connsiteX2" fmla="*/ 18595 w 21600"/>
              <a:gd name="connsiteY2" fmla="*/ 3675 h 25763"/>
              <a:gd name="connsiteX3" fmla="*/ 0 w 21600"/>
              <a:gd name="connsiteY3" fmla="*/ 3675 h 25763"/>
              <a:gd name="connsiteX4" fmla="*/ 0 w 21600"/>
              <a:gd name="connsiteY4" fmla="*/ 20782 h 25763"/>
              <a:gd name="connsiteX5" fmla="*/ 1532 w 21600"/>
              <a:gd name="connsiteY5" fmla="*/ 3675 h 25763"/>
              <a:gd name="connsiteX6" fmla="*/ 1532 w 21600"/>
              <a:gd name="connsiteY6" fmla="*/ 1815 h 25763"/>
              <a:gd name="connsiteX7" fmla="*/ 20000 w 21600"/>
              <a:gd name="connsiteY7" fmla="*/ 1815 h 25763"/>
              <a:gd name="connsiteX8" fmla="*/ 20000 w 21600"/>
              <a:gd name="connsiteY8" fmla="*/ 16252 h 25763"/>
              <a:gd name="connsiteX9" fmla="*/ 18595 w 21600"/>
              <a:gd name="connsiteY9" fmla="*/ 16352 h 25763"/>
              <a:gd name="connsiteX10" fmla="*/ 18595 w 21600"/>
              <a:gd name="connsiteY10" fmla="*/ 3675 h 25763"/>
              <a:gd name="connsiteX11" fmla="*/ 1532 w 21600"/>
              <a:gd name="connsiteY11" fmla="*/ 3675 h 25763"/>
              <a:gd name="connsiteX12" fmla="*/ 2972 w 21600"/>
              <a:gd name="connsiteY12" fmla="*/ 1815 h 25763"/>
              <a:gd name="connsiteX13" fmla="*/ 2972 w 21600"/>
              <a:gd name="connsiteY13" fmla="*/ 0 h 25763"/>
              <a:gd name="connsiteX14" fmla="*/ 21600 w 21600"/>
              <a:gd name="connsiteY14" fmla="*/ 0 h 25763"/>
              <a:gd name="connsiteX15" fmla="*/ 21600 w 21600"/>
              <a:gd name="connsiteY15" fmla="*/ 14392 h 25763"/>
              <a:gd name="connsiteX16" fmla="*/ 20000 w 21600"/>
              <a:gd name="connsiteY16" fmla="*/ 14467 h 25763"/>
              <a:gd name="connsiteX17" fmla="*/ 20000 w 21600"/>
              <a:gd name="connsiteY17" fmla="*/ 1815 h 25763"/>
              <a:gd name="connsiteX18" fmla="*/ 2972 w 21600"/>
              <a:gd name="connsiteY18" fmla="*/ 1815 h 25763"/>
              <a:gd name="connsiteX0" fmla="*/ 0 w 21600"/>
              <a:gd name="connsiteY0" fmla="*/ 3675 h 25763"/>
              <a:gd name="connsiteX1" fmla="*/ 18595 w 21600"/>
              <a:gd name="connsiteY1" fmla="*/ 3675 h 25763"/>
              <a:gd name="connsiteX2" fmla="*/ 18595 w 21600"/>
              <a:gd name="connsiteY2" fmla="*/ 18022 h 25763"/>
              <a:gd name="connsiteX3" fmla="*/ 0 w 21600"/>
              <a:gd name="connsiteY3" fmla="*/ 20782 h 25763"/>
              <a:gd name="connsiteX4" fmla="*/ 0 w 21600"/>
              <a:gd name="connsiteY4" fmla="*/ 3675 h 25763"/>
              <a:gd name="connsiteX5" fmla="*/ 1532 w 21600"/>
              <a:gd name="connsiteY5" fmla="*/ 3675 h 25763"/>
              <a:gd name="connsiteX6" fmla="*/ 1532 w 21600"/>
              <a:gd name="connsiteY6" fmla="*/ 1815 h 25763"/>
              <a:gd name="connsiteX7" fmla="*/ 20000 w 21600"/>
              <a:gd name="connsiteY7" fmla="*/ 1815 h 25763"/>
              <a:gd name="connsiteX8" fmla="*/ 20000 w 21600"/>
              <a:gd name="connsiteY8" fmla="*/ 16252 h 25763"/>
              <a:gd name="connsiteX9" fmla="*/ 18595 w 21600"/>
              <a:gd name="connsiteY9" fmla="*/ 16352 h 25763"/>
              <a:gd name="connsiteX10" fmla="*/ 2972 w 21600"/>
              <a:gd name="connsiteY10" fmla="*/ 1815 h 25763"/>
              <a:gd name="connsiteX11" fmla="*/ 2972 w 21600"/>
              <a:gd name="connsiteY11" fmla="*/ 0 h 25763"/>
              <a:gd name="connsiteX12" fmla="*/ 21600 w 21600"/>
              <a:gd name="connsiteY12" fmla="*/ 0 h 25763"/>
              <a:gd name="connsiteX13" fmla="*/ 21600 w 21600"/>
              <a:gd name="connsiteY13" fmla="*/ 14392 h 25763"/>
              <a:gd name="connsiteX14" fmla="*/ 20000 w 21600"/>
              <a:gd name="connsiteY14" fmla="*/ 14467 h 25763"/>
              <a:gd name="connsiteX0" fmla="*/ 0 w 21600"/>
              <a:gd name="connsiteY0" fmla="*/ 20782 h 25763"/>
              <a:gd name="connsiteX1" fmla="*/ 18595 w 21600"/>
              <a:gd name="connsiteY1" fmla="*/ 18022 h 25763"/>
              <a:gd name="connsiteX2" fmla="*/ 18873 w 21600"/>
              <a:gd name="connsiteY2" fmla="*/ 25738 h 25763"/>
              <a:gd name="connsiteX3" fmla="*/ 20000 w 21600"/>
              <a:gd name="connsiteY3" fmla="*/ 16252 h 25763"/>
              <a:gd name="connsiteX4" fmla="*/ 20000 w 21600"/>
              <a:gd name="connsiteY4" fmla="*/ 14467 h 25763"/>
              <a:gd name="connsiteX5" fmla="*/ 21600 w 21600"/>
              <a:gd name="connsiteY5" fmla="*/ 14392 h 25763"/>
              <a:gd name="connsiteX6" fmla="*/ 21600 w 21600"/>
              <a:gd name="connsiteY6" fmla="*/ 0 h 25763"/>
              <a:gd name="connsiteX7" fmla="*/ 2972 w 21600"/>
              <a:gd name="connsiteY7" fmla="*/ 0 h 25763"/>
              <a:gd name="connsiteX8" fmla="*/ 2972 w 21600"/>
              <a:gd name="connsiteY8" fmla="*/ 1815 h 25763"/>
              <a:gd name="connsiteX9" fmla="*/ 1532 w 21600"/>
              <a:gd name="connsiteY9" fmla="*/ 1815 h 25763"/>
              <a:gd name="connsiteX10" fmla="*/ 1532 w 21600"/>
              <a:gd name="connsiteY10" fmla="*/ 3675 h 25763"/>
              <a:gd name="connsiteX11" fmla="*/ 0 w 21600"/>
              <a:gd name="connsiteY11" fmla="*/ 3675 h 25763"/>
              <a:gd name="connsiteX12" fmla="*/ 0 w 21600"/>
              <a:gd name="connsiteY12" fmla="*/ 20782 h 25763"/>
              <a:gd name="connsiteX0" fmla="*/ 0 w 21600"/>
              <a:gd name="connsiteY0" fmla="*/ 20782 h 26547"/>
              <a:gd name="connsiteX1" fmla="*/ 18595 w 21600"/>
              <a:gd name="connsiteY1" fmla="*/ 18022 h 26547"/>
              <a:gd name="connsiteX2" fmla="*/ 18595 w 21600"/>
              <a:gd name="connsiteY2" fmla="*/ 3675 h 26547"/>
              <a:gd name="connsiteX3" fmla="*/ 0 w 21600"/>
              <a:gd name="connsiteY3" fmla="*/ 3675 h 26547"/>
              <a:gd name="connsiteX4" fmla="*/ 0 w 21600"/>
              <a:gd name="connsiteY4" fmla="*/ 20782 h 26547"/>
              <a:gd name="connsiteX5" fmla="*/ 1532 w 21600"/>
              <a:gd name="connsiteY5" fmla="*/ 3675 h 26547"/>
              <a:gd name="connsiteX6" fmla="*/ 1532 w 21600"/>
              <a:gd name="connsiteY6" fmla="*/ 1815 h 26547"/>
              <a:gd name="connsiteX7" fmla="*/ 20000 w 21600"/>
              <a:gd name="connsiteY7" fmla="*/ 1815 h 26547"/>
              <a:gd name="connsiteX8" fmla="*/ 20000 w 21600"/>
              <a:gd name="connsiteY8" fmla="*/ 16252 h 26547"/>
              <a:gd name="connsiteX9" fmla="*/ 18595 w 21600"/>
              <a:gd name="connsiteY9" fmla="*/ 16352 h 26547"/>
              <a:gd name="connsiteX10" fmla="*/ 18595 w 21600"/>
              <a:gd name="connsiteY10" fmla="*/ 3675 h 26547"/>
              <a:gd name="connsiteX11" fmla="*/ 1532 w 21600"/>
              <a:gd name="connsiteY11" fmla="*/ 3675 h 26547"/>
              <a:gd name="connsiteX12" fmla="*/ 2972 w 21600"/>
              <a:gd name="connsiteY12" fmla="*/ 1815 h 26547"/>
              <a:gd name="connsiteX13" fmla="*/ 2972 w 21600"/>
              <a:gd name="connsiteY13" fmla="*/ 0 h 26547"/>
              <a:gd name="connsiteX14" fmla="*/ 21600 w 21600"/>
              <a:gd name="connsiteY14" fmla="*/ 0 h 26547"/>
              <a:gd name="connsiteX15" fmla="*/ 21600 w 21600"/>
              <a:gd name="connsiteY15" fmla="*/ 14392 h 26547"/>
              <a:gd name="connsiteX16" fmla="*/ 20000 w 21600"/>
              <a:gd name="connsiteY16" fmla="*/ 14467 h 26547"/>
              <a:gd name="connsiteX17" fmla="*/ 20000 w 21600"/>
              <a:gd name="connsiteY17" fmla="*/ 1815 h 26547"/>
              <a:gd name="connsiteX18" fmla="*/ 2972 w 21600"/>
              <a:gd name="connsiteY18" fmla="*/ 1815 h 26547"/>
              <a:gd name="connsiteX0" fmla="*/ 0 w 21600"/>
              <a:gd name="connsiteY0" fmla="*/ 3675 h 26547"/>
              <a:gd name="connsiteX1" fmla="*/ 18595 w 21600"/>
              <a:gd name="connsiteY1" fmla="*/ 3675 h 26547"/>
              <a:gd name="connsiteX2" fmla="*/ 18595 w 21600"/>
              <a:gd name="connsiteY2" fmla="*/ 18022 h 26547"/>
              <a:gd name="connsiteX3" fmla="*/ 0 w 21600"/>
              <a:gd name="connsiteY3" fmla="*/ 20782 h 26547"/>
              <a:gd name="connsiteX4" fmla="*/ 0 w 21600"/>
              <a:gd name="connsiteY4" fmla="*/ 3675 h 26547"/>
              <a:gd name="connsiteX5" fmla="*/ 1532 w 21600"/>
              <a:gd name="connsiteY5" fmla="*/ 3675 h 26547"/>
              <a:gd name="connsiteX6" fmla="*/ 1532 w 21600"/>
              <a:gd name="connsiteY6" fmla="*/ 1815 h 26547"/>
              <a:gd name="connsiteX7" fmla="*/ 20000 w 21600"/>
              <a:gd name="connsiteY7" fmla="*/ 1815 h 26547"/>
              <a:gd name="connsiteX8" fmla="*/ 20000 w 21600"/>
              <a:gd name="connsiteY8" fmla="*/ 16252 h 26547"/>
              <a:gd name="connsiteX9" fmla="*/ 18595 w 21600"/>
              <a:gd name="connsiteY9" fmla="*/ 16352 h 26547"/>
              <a:gd name="connsiteX10" fmla="*/ 2972 w 21600"/>
              <a:gd name="connsiteY10" fmla="*/ 1815 h 26547"/>
              <a:gd name="connsiteX11" fmla="*/ 2972 w 21600"/>
              <a:gd name="connsiteY11" fmla="*/ 0 h 26547"/>
              <a:gd name="connsiteX12" fmla="*/ 21600 w 21600"/>
              <a:gd name="connsiteY12" fmla="*/ 0 h 26547"/>
              <a:gd name="connsiteX13" fmla="*/ 21600 w 21600"/>
              <a:gd name="connsiteY13" fmla="*/ 14392 h 26547"/>
              <a:gd name="connsiteX14" fmla="*/ 20000 w 21600"/>
              <a:gd name="connsiteY14" fmla="*/ 14467 h 26547"/>
              <a:gd name="connsiteX0" fmla="*/ 0 w 21600"/>
              <a:gd name="connsiteY0" fmla="*/ 20782 h 26547"/>
              <a:gd name="connsiteX1" fmla="*/ 9817 w 21600"/>
              <a:gd name="connsiteY1" fmla="*/ 26506 h 26547"/>
              <a:gd name="connsiteX2" fmla="*/ 18595 w 21600"/>
              <a:gd name="connsiteY2" fmla="*/ 18022 h 26547"/>
              <a:gd name="connsiteX3" fmla="*/ 18873 w 21600"/>
              <a:gd name="connsiteY3" fmla="*/ 25738 h 26547"/>
              <a:gd name="connsiteX4" fmla="*/ 20000 w 21600"/>
              <a:gd name="connsiteY4" fmla="*/ 16252 h 26547"/>
              <a:gd name="connsiteX5" fmla="*/ 20000 w 21600"/>
              <a:gd name="connsiteY5" fmla="*/ 14467 h 26547"/>
              <a:gd name="connsiteX6" fmla="*/ 21600 w 21600"/>
              <a:gd name="connsiteY6" fmla="*/ 14392 h 26547"/>
              <a:gd name="connsiteX7" fmla="*/ 21600 w 21600"/>
              <a:gd name="connsiteY7" fmla="*/ 0 h 26547"/>
              <a:gd name="connsiteX8" fmla="*/ 2972 w 21600"/>
              <a:gd name="connsiteY8" fmla="*/ 0 h 26547"/>
              <a:gd name="connsiteX9" fmla="*/ 2972 w 21600"/>
              <a:gd name="connsiteY9" fmla="*/ 1815 h 26547"/>
              <a:gd name="connsiteX10" fmla="*/ 1532 w 21600"/>
              <a:gd name="connsiteY10" fmla="*/ 1815 h 26547"/>
              <a:gd name="connsiteX11" fmla="*/ 1532 w 21600"/>
              <a:gd name="connsiteY11" fmla="*/ 3675 h 26547"/>
              <a:gd name="connsiteX12" fmla="*/ 0 w 21600"/>
              <a:gd name="connsiteY12" fmla="*/ 3675 h 26547"/>
              <a:gd name="connsiteX13" fmla="*/ 0 w 21600"/>
              <a:gd name="connsiteY13" fmla="*/ 20782 h 26547"/>
              <a:gd name="connsiteX0" fmla="*/ 0 w 21600"/>
              <a:gd name="connsiteY0" fmla="*/ 20782 h 25763"/>
              <a:gd name="connsiteX1" fmla="*/ 18595 w 21600"/>
              <a:gd name="connsiteY1" fmla="*/ 18022 h 25763"/>
              <a:gd name="connsiteX2" fmla="*/ 18595 w 21600"/>
              <a:gd name="connsiteY2" fmla="*/ 3675 h 25763"/>
              <a:gd name="connsiteX3" fmla="*/ 0 w 21600"/>
              <a:gd name="connsiteY3" fmla="*/ 3675 h 25763"/>
              <a:gd name="connsiteX4" fmla="*/ 0 w 21600"/>
              <a:gd name="connsiteY4" fmla="*/ 20782 h 25763"/>
              <a:gd name="connsiteX5" fmla="*/ 1532 w 21600"/>
              <a:gd name="connsiteY5" fmla="*/ 3675 h 25763"/>
              <a:gd name="connsiteX6" fmla="*/ 1532 w 21600"/>
              <a:gd name="connsiteY6" fmla="*/ 1815 h 25763"/>
              <a:gd name="connsiteX7" fmla="*/ 20000 w 21600"/>
              <a:gd name="connsiteY7" fmla="*/ 1815 h 25763"/>
              <a:gd name="connsiteX8" fmla="*/ 20000 w 21600"/>
              <a:gd name="connsiteY8" fmla="*/ 16252 h 25763"/>
              <a:gd name="connsiteX9" fmla="*/ 18595 w 21600"/>
              <a:gd name="connsiteY9" fmla="*/ 16352 h 25763"/>
              <a:gd name="connsiteX10" fmla="*/ 18595 w 21600"/>
              <a:gd name="connsiteY10" fmla="*/ 3675 h 25763"/>
              <a:gd name="connsiteX11" fmla="*/ 1532 w 21600"/>
              <a:gd name="connsiteY11" fmla="*/ 3675 h 25763"/>
              <a:gd name="connsiteX12" fmla="*/ 2972 w 21600"/>
              <a:gd name="connsiteY12" fmla="*/ 1815 h 25763"/>
              <a:gd name="connsiteX13" fmla="*/ 2972 w 21600"/>
              <a:gd name="connsiteY13" fmla="*/ 0 h 25763"/>
              <a:gd name="connsiteX14" fmla="*/ 21600 w 21600"/>
              <a:gd name="connsiteY14" fmla="*/ 0 h 25763"/>
              <a:gd name="connsiteX15" fmla="*/ 21600 w 21600"/>
              <a:gd name="connsiteY15" fmla="*/ 14392 h 25763"/>
              <a:gd name="connsiteX16" fmla="*/ 20000 w 21600"/>
              <a:gd name="connsiteY16" fmla="*/ 14467 h 25763"/>
              <a:gd name="connsiteX17" fmla="*/ 20000 w 21600"/>
              <a:gd name="connsiteY17" fmla="*/ 1815 h 25763"/>
              <a:gd name="connsiteX18" fmla="*/ 2972 w 21600"/>
              <a:gd name="connsiteY18" fmla="*/ 1815 h 25763"/>
              <a:gd name="connsiteX0" fmla="*/ 0 w 21600"/>
              <a:gd name="connsiteY0" fmla="*/ 3675 h 25763"/>
              <a:gd name="connsiteX1" fmla="*/ 18595 w 21600"/>
              <a:gd name="connsiteY1" fmla="*/ 3675 h 25763"/>
              <a:gd name="connsiteX2" fmla="*/ 18595 w 21600"/>
              <a:gd name="connsiteY2" fmla="*/ 18022 h 25763"/>
              <a:gd name="connsiteX3" fmla="*/ 0 w 21600"/>
              <a:gd name="connsiteY3" fmla="*/ 20782 h 25763"/>
              <a:gd name="connsiteX4" fmla="*/ 0 w 21600"/>
              <a:gd name="connsiteY4" fmla="*/ 3675 h 25763"/>
              <a:gd name="connsiteX5" fmla="*/ 1532 w 21600"/>
              <a:gd name="connsiteY5" fmla="*/ 3675 h 25763"/>
              <a:gd name="connsiteX6" fmla="*/ 1532 w 21600"/>
              <a:gd name="connsiteY6" fmla="*/ 1815 h 25763"/>
              <a:gd name="connsiteX7" fmla="*/ 20000 w 21600"/>
              <a:gd name="connsiteY7" fmla="*/ 1815 h 25763"/>
              <a:gd name="connsiteX8" fmla="*/ 20000 w 21600"/>
              <a:gd name="connsiteY8" fmla="*/ 16252 h 25763"/>
              <a:gd name="connsiteX9" fmla="*/ 18595 w 21600"/>
              <a:gd name="connsiteY9" fmla="*/ 16352 h 25763"/>
              <a:gd name="connsiteX10" fmla="*/ 2972 w 21600"/>
              <a:gd name="connsiteY10" fmla="*/ 1815 h 25763"/>
              <a:gd name="connsiteX11" fmla="*/ 2972 w 21600"/>
              <a:gd name="connsiteY11" fmla="*/ 0 h 25763"/>
              <a:gd name="connsiteX12" fmla="*/ 21600 w 21600"/>
              <a:gd name="connsiteY12" fmla="*/ 0 h 25763"/>
              <a:gd name="connsiteX13" fmla="*/ 21600 w 21600"/>
              <a:gd name="connsiteY13" fmla="*/ 14392 h 25763"/>
              <a:gd name="connsiteX14" fmla="*/ 20000 w 21600"/>
              <a:gd name="connsiteY14" fmla="*/ 14467 h 25763"/>
              <a:gd name="connsiteX0" fmla="*/ 0 w 21600"/>
              <a:gd name="connsiteY0" fmla="*/ 20782 h 25763"/>
              <a:gd name="connsiteX1" fmla="*/ 10652 w 21600"/>
              <a:gd name="connsiteY1" fmla="*/ 22896 h 25763"/>
              <a:gd name="connsiteX2" fmla="*/ 18595 w 21600"/>
              <a:gd name="connsiteY2" fmla="*/ 18022 h 25763"/>
              <a:gd name="connsiteX3" fmla="*/ 18873 w 21600"/>
              <a:gd name="connsiteY3" fmla="*/ 25738 h 25763"/>
              <a:gd name="connsiteX4" fmla="*/ 20000 w 21600"/>
              <a:gd name="connsiteY4" fmla="*/ 16252 h 25763"/>
              <a:gd name="connsiteX5" fmla="*/ 20000 w 21600"/>
              <a:gd name="connsiteY5" fmla="*/ 14467 h 25763"/>
              <a:gd name="connsiteX6" fmla="*/ 21600 w 21600"/>
              <a:gd name="connsiteY6" fmla="*/ 14392 h 25763"/>
              <a:gd name="connsiteX7" fmla="*/ 21600 w 21600"/>
              <a:gd name="connsiteY7" fmla="*/ 0 h 25763"/>
              <a:gd name="connsiteX8" fmla="*/ 2972 w 21600"/>
              <a:gd name="connsiteY8" fmla="*/ 0 h 25763"/>
              <a:gd name="connsiteX9" fmla="*/ 2972 w 21600"/>
              <a:gd name="connsiteY9" fmla="*/ 1815 h 25763"/>
              <a:gd name="connsiteX10" fmla="*/ 1532 w 21600"/>
              <a:gd name="connsiteY10" fmla="*/ 1815 h 25763"/>
              <a:gd name="connsiteX11" fmla="*/ 1532 w 21600"/>
              <a:gd name="connsiteY11" fmla="*/ 3675 h 25763"/>
              <a:gd name="connsiteX12" fmla="*/ 0 w 21600"/>
              <a:gd name="connsiteY12" fmla="*/ 3675 h 25763"/>
              <a:gd name="connsiteX13" fmla="*/ 0 w 21600"/>
              <a:gd name="connsiteY13" fmla="*/ 20782 h 25763"/>
              <a:gd name="connsiteX0" fmla="*/ 0 w 21600"/>
              <a:gd name="connsiteY0" fmla="*/ 20782 h 25763"/>
              <a:gd name="connsiteX1" fmla="*/ 18595 w 21600"/>
              <a:gd name="connsiteY1" fmla="*/ 18022 h 25763"/>
              <a:gd name="connsiteX2" fmla="*/ 18595 w 21600"/>
              <a:gd name="connsiteY2" fmla="*/ 3675 h 25763"/>
              <a:gd name="connsiteX3" fmla="*/ 0 w 21600"/>
              <a:gd name="connsiteY3" fmla="*/ 3675 h 25763"/>
              <a:gd name="connsiteX4" fmla="*/ 0 w 21600"/>
              <a:gd name="connsiteY4" fmla="*/ 20782 h 25763"/>
              <a:gd name="connsiteX5" fmla="*/ 1532 w 21600"/>
              <a:gd name="connsiteY5" fmla="*/ 3675 h 25763"/>
              <a:gd name="connsiteX6" fmla="*/ 1532 w 21600"/>
              <a:gd name="connsiteY6" fmla="*/ 1815 h 25763"/>
              <a:gd name="connsiteX7" fmla="*/ 20000 w 21600"/>
              <a:gd name="connsiteY7" fmla="*/ 1815 h 25763"/>
              <a:gd name="connsiteX8" fmla="*/ 20000 w 21600"/>
              <a:gd name="connsiteY8" fmla="*/ 16252 h 25763"/>
              <a:gd name="connsiteX9" fmla="*/ 18595 w 21600"/>
              <a:gd name="connsiteY9" fmla="*/ 16352 h 25763"/>
              <a:gd name="connsiteX10" fmla="*/ 18595 w 21600"/>
              <a:gd name="connsiteY10" fmla="*/ 3675 h 25763"/>
              <a:gd name="connsiteX11" fmla="*/ 1532 w 21600"/>
              <a:gd name="connsiteY11" fmla="*/ 3675 h 25763"/>
              <a:gd name="connsiteX12" fmla="*/ 2972 w 21600"/>
              <a:gd name="connsiteY12" fmla="*/ 1815 h 25763"/>
              <a:gd name="connsiteX13" fmla="*/ 2972 w 21600"/>
              <a:gd name="connsiteY13" fmla="*/ 0 h 25763"/>
              <a:gd name="connsiteX14" fmla="*/ 21600 w 21600"/>
              <a:gd name="connsiteY14" fmla="*/ 0 h 25763"/>
              <a:gd name="connsiteX15" fmla="*/ 21600 w 21600"/>
              <a:gd name="connsiteY15" fmla="*/ 14392 h 25763"/>
              <a:gd name="connsiteX16" fmla="*/ 20000 w 21600"/>
              <a:gd name="connsiteY16" fmla="*/ 14467 h 25763"/>
              <a:gd name="connsiteX17" fmla="*/ 20000 w 21600"/>
              <a:gd name="connsiteY17" fmla="*/ 1815 h 25763"/>
              <a:gd name="connsiteX18" fmla="*/ 2972 w 21600"/>
              <a:gd name="connsiteY18" fmla="*/ 1815 h 25763"/>
              <a:gd name="connsiteX0" fmla="*/ 0 w 21600"/>
              <a:gd name="connsiteY0" fmla="*/ 3675 h 25763"/>
              <a:gd name="connsiteX1" fmla="*/ 18595 w 21600"/>
              <a:gd name="connsiteY1" fmla="*/ 3675 h 25763"/>
              <a:gd name="connsiteX2" fmla="*/ 18595 w 21600"/>
              <a:gd name="connsiteY2" fmla="*/ 18022 h 25763"/>
              <a:gd name="connsiteX3" fmla="*/ 0 w 21600"/>
              <a:gd name="connsiteY3" fmla="*/ 20782 h 25763"/>
              <a:gd name="connsiteX4" fmla="*/ 0 w 21600"/>
              <a:gd name="connsiteY4" fmla="*/ 3675 h 25763"/>
              <a:gd name="connsiteX5" fmla="*/ 1532 w 21600"/>
              <a:gd name="connsiteY5" fmla="*/ 3675 h 25763"/>
              <a:gd name="connsiteX6" fmla="*/ 1532 w 21600"/>
              <a:gd name="connsiteY6" fmla="*/ 1815 h 25763"/>
              <a:gd name="connsiteX7" fmla="*/ 20000 w 21600"/>
              <a:gd name="connsiteY7" fmla="*/ 1815 h 25763"/>
              <a:gd name="connsiteX8" fmla="*/ 20000 w 21600"/>
              <a:gd name="connsiteY8" fmla="*/ 16252 h 25763"/>
              <a:gd name="connsiteX9" fmla="*/ 18595 w 21600"/>
              <a:gd name="connsiteY9" fmla="*/ 16352 h 25763"/>
              <a:gd name="connsiteX10" fmla="*/ 2972 w 21600"/>
              <a:gd name="connsiteY10" fmla="*/ 1815 h 25763"/>
              <a:gd name="connsiteX11" fmla="*/ 2972 w 21600"/>
              <a:gd name="connsiteY11" fmla="*/ 0 h 25763"/>
              <a:gd name="connsiteX12" fmla="*/ 21600 w 21600"/>
              <a:gd name="connsiteY12" fmla="*/ 0 h 25763"/>
              <a:gd name="connsiteX13" fmla="*/ 21600 w 21600"/>
              <a:gd name="connsiteY13" fmla="*/ 14392 h 25763"/>
              <a:gd name="connsiteX14" fmla="*/ 20000 w 21600"/>
              <a:gd name="connsiteY14" fmla="*/ 14467 h 25763"/>
              <a:gd name="connsiteX0" fmla="*/ 0 w 21600"/>
              <a:gd name="connsiteY0" fmla="*/ 20782 h 25763"/>
              <a:gd name="connsiteX1" fmla="*/ 10652 w 21600"/>
              <a:gd name="connsiteY1" fmla="*/ 22896 h 25763"/>
              <a:gd name="connsiteX2" fmla="*/ 18165 w 21600"/>
              <a:gd name="connsiteY2" fmla="*/ 24340 h 25763"/>
              <a:gd name="connsiteX3" fmla="*/ 18595 w 21600"/>
              <a:gd name="connsiteY3" fmla="*/ 18022 h 25763"/>
              <a:gd name="connsiteX4" fmla="*/ 18873 w 21600"/>
              <a:gd name="connsiteY4" fmla="*/ 25738 h 25763"/>
              <a:gd name="connsiteX5" fmla="*/ 20000 w 21600"/>
              <a:gd name="connsiteY5" fmla="*/ 16252 h 25763"/>
              <a:gd name="connsiteX6" fmla="*/ 20000 w 21600"/>
              <a:gd name="connsiteY6" fmla="*/ 14467 h 25763"/>
              <a:gd name="connsiteX7" fmla="*/ 21600 w 21600"/>
              <a:gd name="connsiteY7" fmla="*/ 14392 h 25763"/>
              <a:gd name="connsiteX8" fmla="*/ 21600 w 21600"/>
              <a:gd name="connsiteY8" fmla="*/ 0 h 25763"/>
              <a:gd name="connsiteX9" fmla="*/ 2972 w 21600"/>
              <a:gd name="connsiteY9" fmla="*/ 0 h 25763"/>
              <a:gd name="connsiteX10" fmla="*/ 2972 w 21600"/>
              <a:gd name="connsiteY10" fmla="*/ 1815 h 25763"/>
              <a:gd name="connsiteX11" fmla="*/ 1532 w 21600"/>
              <a:gd name="connsiteY11" fmla="*/ 1815 h 25763"/>
              <a:gd name="connsiteX12" fmla="*/ 1532 w 21600"/>
              <a:gd name="connsiteY12" fmla="*/ 3675 h 25763"/>
              <a:gd name="connsiteX13" fmla="*/ 0 w 21600"/>
              <a:gd name="connsiteY13" fmla="*/ 3675 h 25763"/>
              <a:gd name="connsiteX14" fmla="*/ 0 w 21600"/>
              <a:gd name="connsiteY14" fmla="*/ 20782 h 257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1600" h="25763" stroke="0" extrusionOk="0">
                <a:moveTo>
                  <a:pt x="0" y="20782"/>
                </a:moveTo>
                <a:cubicBezTo>
                  <a:pt x="9298" y="23542"/>
                  <a:pt x="9298" y="18022"/>
                  <a:pt x="18595" y="18022"/>
                </a:cubicBezTo>
                <a:lnTo>
                  <a:pt x="18595" y="3675"/>
                </a:lnTo>
                <a:lnTo>
                  <a:pt x="0" y="3675"/>
                </a:lnTo>
                <a:lnTo>
                  <a:pt x="0" y="20782"/>
                </a:lnTo>
                <a:close/>
                <a:moveTo>
                  <a:pt x="1532" y="3675"/>
                </a:moveTo>
                <a:lnTo>
                  <a:pt x="1532" y="1815"/>
                </a:lnTo>
                <a:lnTo>
                  <a:pt x="20000" y="1815"/>
                </a:lnTo>
                <a:lnTo>
                  <a:pt x="20000" y="16252"/>
                </a:lnTo>
                <a:cubicBezTo>
                  <a:pt x="19298" y="16252"/>
                  <a:pt x="18595" y="16352"/>
                  <a:pt x="18595" y="16352"/>
                </a:cubicBezTo>
                <a:lnTo>
                  <a:pt x="18595" y="3675"/>
                </a:lnTo>
                <a:lnTo>
                  <a:pt x="1532" y="3675"/>
                </a:lnTo>
                <a:close/>
                <a:moveTo>
                  <a:pt x="2972" y="1815"/>
                </a:moveTo>
                <a:lnTo>
                  <a:pt x="2972" y="0"/>
                </a:lnTo>
                <a:lnTo>
                  <a:pt x="21600" y="0"/>
                </a:lnTo>
                <a:lnTo>
                  <a:pt x="21600" y="14392"/>
                </a:lnTo>
                <a:cubicBezTo>
                  <a:pt x="20800" y="14392"/>
                  <a:pt x="20000" y="14467"/>
                  <a:pt x="20000" y="14467"/>
                </a:cubicBezTo>
                <a:lnTo>
                  <a:pt x="20000" y="1815"/>
                </a:lnTo>
                <a:lnTo>
                  <a:pt x="2972" y="1815"/>
                </a:lnTo>
                <a:close/>
              </a:path>
              <a:path w="21600" h="25763" fill="none" extrusionOk="0">
                <a:moveTo>
                  <a:pt x="0" y="3675"/>
                </a:moveTo>
                <a:lnTo>
                  <a:pt x="18595" y="3675"/>
                </a:lnTo>
                <a:lnTo>
                  <a:pt x="18595" y="18022"/>
                </a:lnTo>
                <a:cubicBezTo>
                  <a:pt x="9298" y="18022"/>
                  <a:pt x="9298" y="23542"/>
                  <a:pt x="0" y="20782"/>
                </a:cubicBezTo>
                <a:lnTo>
                  <a:pt x="0" y="3675"/>
                </a:lnTo>
                <a:close/>
                <a:moveTo>
                  <a:pt x="1532" y="3675"/>
                </a:moveTo>
                <a:lnTo>
                  <a:pt x="1532" y="1815"/>
                </a:lnTo>
                <a:lnTo>
                  <a:pt x="20000" y="1815"/>
                </a:lnTo>
                <a:lnTo>
                  <a:pt x="20000" y="16252"/>
                </a:lnTo>
                <a:cubicBezTo>
                  <a:pt x="19298" y="16252"/>
                  <a:pt x="18595" y="16352"/>
                  <a:pt x="18595" y="16352"/>
                </a:cubicBezTo>
                <a:moveTo>
                  <a:pt x="2972" y="1815"/>
                </a:moveTo>
                <a:lnTo>
                  <a:pt x="2972" y="0"/>
                </a:lnTo>
                <a:lnTo>
                  <a:pt x="21600" y="0"/>
                </a:lnTo>
                <a:lnTo>
                  <a:pt x="21600" y="14392"/>
                </a:lnTo>
                <a:cubicBezTo>
                  <a:pt x="20800" y="14392"/>
                  <a:pt x="20000" y="14467"/>
                  <a:pt x="20000" y="14467"/>
                </a:cubicBezTo>
              </a:path>
              <a:path w="21600" h="25763" fill="none" stroke="0">
                <a:moveTo>
                  <a:pt x="0" y="20782"/>
                </a:moveTo>
                <a:cubicBezTo>
                  <a:pt x="1590" y="23504"/>
                  <a:pt x="7553" y="23356"/>
                  <a:pt x="10652" y="22896"/>
                </a:cubicBezTo>
                <a:cubicBezTo>
                  <a:pt x="13540" y="22406"/>
                  <a:pt x="16841" y="25152"/>
                  <a:pt x="18165" y="24340"/>
                </a:cubicBezTo>
                <a:cubicBezTo>
                  <a:pt x="19489" y="23528"/>
                  <a:pt x="18338" y="16706"/>
                  <a:pt x="18595" y="18022"/>
                </a:cubicBezTo>
                <a:cubicBezTo>
                  <a:pt x="18595" y="17465"/>
                  <a:pt x="18873" y="26295"/>
                  <a:pt x="18873" y="25738"/>
                </a:cubicBezTo>
                <a:cubicBezTo>
                  <a:pt x="18873" y="25738"/>
                  <a:pt x="19298" y="16252"/>
                  <a:pt x="20000" y="16252"/>
                </a:cubicBezTo>
                <a:lnTo>
                  <a:pt x="20000" y="14467"/>
                </a:lnTo>
                <a:cubicBezTo>
                  <a:pt x="20000" y="14467"/>
                  <a:pt x="20800" y="14392"/>
                  <a:pt x="21600" y="14392"/>
                </a:cubicBezTo>
                <a:lnTo>
                  <a:pt x="21600" y="0"/>
                </a:lnTo>
                <a:lnTo>
                  <a:pt x="2972" y="0"/>
                </a:lnTo>
                <a:lnTo>
                  <a:pt x="2972" y="1815"/>
                </a:lnTo>
                <a:lnTo>
                  <a:pt x="1532" y="1815"/>
                </a:lnTo>
                <a:lnTo>
                  <a:pt x="1532" y="3675"/>
                </a:lnTo>
                <a:lnTo>
                  <a:pt x="0" y="3675"/>
                </a:lnTo>
                <a:lnTo>
                  <a:pt x="0" y="20782"/>
                </a:lnTo>
                <a:close/>
              </a:path>
            </a:pathLst>
          </a:custGeom>
          <a:solidFill>
            <a:srgbClr val="A7FFAB"/>
          </a:solidFill>
          <a:ln w="12700">
            <a:solidFill>
              <a:schemeClr val="accent1"/>
            </a:solidFill>
          </a:ln>
          <a:effectLst>
            <a:outerShdw blurRad="40000" dist="20000" dir="5400000" rotWithShape="0">
              <a:srgbClr val="000000">
                <a:alpha val="38000"/>
              </a:srgbClr>
            </a:outerShdw>
            <a:softEdge rad="12700"/>
          </a:effectLst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00"/>
                </a:solidFill>
              </a:rPr>
              <a:t>45t19</a:t>
            </a:r>
          </a:p>
        </p:txBody>
      </p:sp>
      <p:cxnSp>
        <p:nvCxnSpPr>
          <p:cNvPr id="54" name="Shape 200"/>
          <p:cNvCxnSpPr>
            <a:endCxn id="51" idx="3"/>
          </p:cNvCxnSpPr>
          <p:nvPr/>
        </p:nvCxnSpPr>
        <p:spPr>
          <a:xfrm flipH="1">
            <a:off x="7910192" y="6073197"/>
            <a:ext cx="286526" cy="638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55" name="Shape 204"/>
          <p:cNvSpPr/>
          <p:nvPr/>
        </p:nvSpPr>
        <p:spPr>
          <a:xfrm>
            <a:off x="6931162" y="6472896"/>
            <a:ext cx="917438" cy="2730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working3</a:t>
            </a:r>
          </a:p>
        </p:txBody>
      </p:sp>
      <p:cxnSp>
        <p:nvCxnSpPr>
          <p:cNvPr id="56" name="Shape 205"/>
          <p:cNvCxnSpPr>
            <a:endCxn id="51" idx="2"/>
          </p:cNvCxnSpPr>
          <p:nvPr/>
        </p:nvCxnSpPr>
        <p:spPr>
          <a:xfrm flipV="1">
            <a:off x="7522892" y="6251585"/>
            <a:ext cx="0" cy="221311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57" name="Shape 204"/>
          <p:cNvSpPr/>
          <p:nvPr/>
        </p:nvSpPr>
        <p:spPr>
          <a:xfrm>
            <a:off x="8074991" y="6491832"/>
            <a:ext cx="917438" cy="2730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working4</a:t>
            </a:r>
          </a:p>
        </p:txBody>
      </p:sp>
      <p:cxnSp>
        <p:nvCxnSpPr>
          <p:cNvPr id="58" name="Shape 205"/>
          <p:cNvCxnSpPr>
            <a:endCxn id="53" idx="0"/>
          </p:cNvCxnSpPr>
          <p:nvPr/>
        </p:nvCxnSpPr>
        <p:spPr>
          <a:xfrm flipV="1">
            <a:off x="8196718" y="6199345"/>
            <a:ext cx="0" cy="273551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65" name="Shape 200"/>
          <p:cNvCxnSpPr>
            <a:stCxn id="51" idx="1"/>
            <a:endCxn id="50" idx="1"/>
          </p:cNvCxnSpPr>
          <p:nvPr/>
        </p:nvCxnSpPr>
        <p:spPr>
          <a:xfrm flipH="1">
            <a:off x="6893344" y="6073835"/>
            <a:ext cx="242248" cy="22487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89" name="Shape 205"/>
          <p:cNvCxnSpPr/>
          <p:nvPr/>
        </p:nvCxnSpPr>
        <p:spPr>
          <a:xfrm>
            <a:off x="8716385" y="3845337"/>
            <a:ext cx="8515" cy="409606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90" name="Shape 198"/>
          <p:cNvSpPr/>
          <p:nvPr/>
        </p:nvSpPr>
        <p:spPr>
          <a:xfrm>
            <a:off x="8369400" y="494421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57y23</a:t>
            </a:r>
          </a:p>
        </p:txBody>
      </p:sp>
      <p:sp>
        <p:nvSpPr>
          <p:cNvPr id="133" name="Shape 198"/>
          <p:cNvSpPr/>
          <p:nvPr/>
        </p:nvSpPr>
        <p:spPr>
          <a:xfrm>
            <a:off x="6809617" y="2786375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57y23</a:t>
            </a:r>
          </a:p>
        </p:txBody>
      </p:sp>
      <p:cxnSp>
        <p:nvCxnSpPr>
          <p:cNvPr id="146" name="Shape 200"/>
          <p:cNvCxnSpPr/>
          <p:nvPr/>
        </p:nvCxnSpPr>
        <p:spPr>
          <a:xfrm flipH="1">
            <a:off x="6606177" y="2982152"/>
            <a:ext cx="240224" cy="24781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152" name="Shape 200"/>
          <p:cNvCxnSpPr>
            <a:stCxn id="76" idx="0"/>
            <a:endCxn id="133" idx="2"/>
          </p:cNvCxnSpPr>
          <p:nvPr/>
        </p:nvCxnSpPr>
        <p:spPr>
          <a:xfrm flipV="1">
            <a:off x="7196917" y="3141875"/>
            <a:ext cx="0" cy="386654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61" name="TextBox 60"/>
          <p:cNvSpPr txBox="1"/>
          <p:nvPr/>
        </p:nvSpPr>
        <p:spPr>
          <a:xfrm>
            <a:off x="3774014" y="1023759"/>
            <a:ext cx="1917569" cy="1384995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Merriweather"/>
                <a:sym typeface="Merriweather"/>
              </a:rPr>
              <a:t>Need to rebase feature branch on master branch, in remote repository or if conflicts in local repository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59" name="Shape 198"/>
          <p:cNvSpPr/>
          <p:nvPr/>
        </p:nvSpPr>
        <p:spPr>
          <a:xfrm>
            <a:off x="6975562" y="23203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45v34</a:t>
            </a:r>
          </a:p>
        </p:txBody>
      </p:sp>
      <p:cxnSp>
        <p:nvCxnSpPr>
          <p:cNvPr id="60" name="Shape 200"/>
          <p:cNvCxnSpPr>
            <a:stCxn id="59" idx="1"/>
            <a:endCxn id="192" idx="3"/>
          </p:cNvCxnSpPr>
          <p:nvPr/>
        </p:nvCxnSpPr>
        <p:spPr>
          <a:xfrm flipH="1">
            <a:off x="2668425" y="2498050"/>
            <a:ext cx="4307137" cy="12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66" name="Shape 204"/>
          <p:cNvSpPr/>
          <p:nvPr/>
        </p:nvSpPr>
        <p:spPr>
          <a:xfrm>
            <a:off x="1828800" y="1684576"/>
            <a:ext cx="917438" cy="2730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FTR-8</a:t>
            </a:r>
          </a:p>
        </p:txBody>
      </p:sp>
      <p:cxnSp>
        <p:nvCxnSpPr>
          <p:cNvPr id="67" name="Shape 205"/>
          <p:cNvCxnSpPr/>
          <p:nvPr/>
        </p:nvCxnSpPr>
        <p:spPr>
          <a:xfrm flipH="1">
            <a:off x="2276063" y="1957576"/>
            <a:ext cx="10124" cy="344424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68" name="Shape 204"/>
          <p:cNvSpPr/>
          <p:nvPr/>
        </p:nvSpPr>
        <p:spPr>
          <a:xfrm>
            <a:off x="639181" y="1708599"/>
            <a:ext cx="917438" cy="2730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FTR-7</a:t>
            </a:r>
          </a:p>
        </p:txBody>
      </p:sp>
      <p:cxnSp>
        <p:nvCxnSpPr>
          <p:cNvPr id="69" name="Shape 205"/>
          <p:cNvCxnSpPr/>
          <p:nvPr/>
        </p:nvCxnSpPr>
        <p:spPr>
          <a:xfrm flipH="1">
            <a:off x="1086444" y="1981599"/>
            <a:ext cx="10124" cy="344424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70" name="Shape 204"/>
          <p:cNvSpPr/>
          <p:nvPr/>
        </p:nvSpPr>
        <p:spPr>
          <a:xfrm>
            <a:off x="5856057" y="1711342"/>
            <a:ext cx="917438" cy="2730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FTR-9</a:t>
            </a:r>
          </a:p>
        </p:txBody>
      </p:sp>
      <p:cxnSp>
        <p:nvCxnSpPr>
          <p:cNvPr id="73" name="Shape 205"/>
          <p:cNvCxnSpPr>
            <a:stCxn id="70" idx="2"/>
            <a:endCxn id="59" idx="0"/>
          </p:cNvCxnSpPr>
          <p:nvPr/>
        </p:nvCxnSpPr>
        <p:spPr>
          <a:xfrm>
            <a:off x="6314776" y="1984342"/>
            <a:ext cx="1048086" cy="335958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63" name="Shape 205"/>
          <p:cNvCxnSpPr/>
          <p:nvPr/>
        </p:nvCxnSpPr>
        <p:spPr>
          <a:xfrm>
            <a:off x="8724900" y="4555532"/>
            <a:ext cx="31800" cy="388678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64" name="Shape 212"/>
          <p:cNvSpPr/>
          <p:nvPr/>
        </p:nvSpPr>
        <p:spPr>
          <a:xfrm>
            <a:off x="8297285" y="3489837"/>
            <a:ext cx="838200" cy="355500"/>
          </a:xfrm>
          <a:prstGeom prst="rect">
            <a:avLst/>
          </a:prstGeom>
          <a:solidFill>
            <a:srgbClr val="666666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>
                <a:solidFill>
                  <a:srgbClr val="FFFFFF"/>
                </a:solidFill>
              </a:rPr>
              <a:t>HEAD</a:t>
            </a:r>
          </a:p>
        </p:txBody>
      </p:sp>
      <p:cxnSp>
        <p:nvCxnSpPr>
          <p:cNvPr id="74" name="Shape 205"/>
          <p:cNvCxnSpPr>
            <a:stCxn id="64" idx="2"/>
          </p:cNvCxnSpPr>
          <p:nvPr/>
        </p:nvCxnSpPr>
        <p:spPr>
          <a:xfrm>
            <a:off x="8716385" y="3845337"/>
            <a:ext cx="8515" cy="409606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75" name="Shape 204"/>
          <p:cNvSpPr/>
          <p:nvPr/>
        </p:nvSpPr>
        <p:spPr>
          <a:xfrm>
            <a:off x="1147728" y="4277557"/>
            <a:ext cx="1531531" cy="2730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origin/fix/FTR-10</a:t>
            </a:r>
          </a:p>
        </p:txBody>
      </p:sp>
      <p:sp>
        <p:nvSpPr>
          <p:cNvPr id="76" name="Shape 204"/>
          <p:cNvSpPr/>
          <p:nvPr/>
        </p:nvSpPr>
        <p:spPr>
          <a:xfrm>
            <a:off x="6583334" y="3528529"/>
            <a:ext cx="1227166" cy="278115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fix/FTR-10</a:t>
            </a:r>
          </a:p>
        </p:txBody>
      </p:sp>
      <p:sp>
        <p:nvSpPr>
          <p:cNvPr id="77" name="Shape 204"/>
          <p:cNvSpPr/>
          <p:nvPr/>
        </p:nvSpPr>
        <p:spPr>
          <a:xfrm>
            <a:off x="8033429" y="4252625"/>
            <a:ext cx="1110572" cy="297932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fix/FTR-10</a:t>
            </a:r>
          </a:p>
        </p:txBody>
      </p:sp>
    </p:spTree>
    <p:extLst>
      <p:ext uri="{BB962C8B-B14F-4D97-AF65-F5344CB8AC3E}">
        <p14:creationId xmlns:p14="http://schemas.microsoft.com/office/powerpoint/2010/main" val="38053826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Shape 190"/>
          <p:cNvSpPr txBox="1">
            <a:spLocks noGrp="1"/>
          </p:cNvSpPr>
          <p:nvPr>
            <p:ph type="sldNum" idx="12"/>
          </p:nvPr>
        </p:nvSpPr>
        <p:spPr>
          <a:xfrm>
            <a:off x="7983870" y="7003399"/>
            <a:ext cx="838200" cy="228600"/>
          </a:xfrm>
          <a:prstGeom prst="rect">
            <a:avLst/>
          </a:prstGeom>
        </p:spPr>
        <p:txBody>
          <a:bodyPr wrap="square" lIns="91425" tIns="45700" rIns="91425" bIns="45700" anchor="t" anchorCtr="0">
            <a:noAutofit/>
          </a:bodyPr>
          <a:lstStyle/>
          <a:p>
            <a:pPr lvl="0" rtl="0">
              <a:spcBef>
                <a:spcPts val="0"/>
              </a:spcBef>
              <a:buClr>
                <a:schemeClr val="lt2"/>
              </a:buClr>
              <a:buSzPct val="25000"/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 lang="en-US"/>
          </a:p>
        </p:txBody>
      </p:sp>
      <p:sp>
        <p:nvSpPr>
          <p:cNvPr id="191" name="Shape 191"/>
          <p:cNvSpPr/>
          <p:nvPr/>
        </p:nvSpPr>
        <p:spPr>
          <a:xfrm>
            <a:off x="710600" y="23215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/>
              <a:t>98ca9</a:t>
            </a:r>
          </a:p>
        </p:txBody>
      </p:sp>
      <p:sp>
        <p:nvSpPr>
          <p:cNvPr id="192" name="Shape 192"/>
          <p:cNvSpPr/>
          <p:nvPr/>
        </p:nvSpPr>
        <p:spPr>
          <a:xfrm>
            <a:off x="1893825" y="23215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/>
              <a:t>34ac2</a:t>
            </a:r>
          </a:p>
        </p:txBody>
      </p:sp>
      <p:cxnSp>
        <p:nvCxnSpPr>
          <p:cNvPr id="194" name="Shape 194"/>
          <p:cNvCxnSpPr>
            <a:stCxn id="192" idx="1"/>
            <a:endCxn id="191" idx="3"/>
          </p:cNvCxnSpPr>
          <p:nvPr/>
        </p:nvCxnSpPr>
        <p:spPr>
          <a:xfrm rot="10800000">
            <a:off x="1485225" y="2499250"/>
            <a:ext cx="4086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196" name="Shape 196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Merriweather"/>
              <a:buNone/>
            </a:pPr>
            <a:r>
              <a:rPr lang="en-US" dirty="0">
                <a:latin typeface="Merriweather"/>
                <a:ea typeface="Merriweather"/>
                <a:cs typeface="Merriweather"/>
                <a:sym typeface="Merriweather"/>
              </a:rPr>
              <a:t>Rebase with squash </a:t>
            </a:r>
            <a:r>
              <a:rPr lang="en-US" b="1" dirty="0">
                <a:latin typeface="Merriweather"/>
                <a:ea typeface="Merriweather"/>
                <a:cs typeface="Merriweather"/>
                <a:sym typeface="Merriweather"/>
              </a:rPr>
              <a:t>only</a:t>
            </a:r>
          </a:p>
        </p:txBody>
      </p:sp>
      <p:sp>
        <p:nvSpPr>
          <p:cNvPr id="197" name="Shape 197"/>
          <p:cNvSpPr/>
          <p:nvPr/>
        </p:nvSpPr>
        <p:spPr>
          <a:xfrm>
            <a:off x="489200" y="48876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/>
              <a:t>98ca9</a:t>
            </a:r>
          </a:p>
        </p:txBody>
      </p:sp>
      <p:sp>
        <p:nvSpPr>
          <p:cNvPr id="198" name="Shape 198"/>
          <p:cNvSpPr/>
          <p:nvPr/>
        </p:nvSpPr>
        <p:spPr>
          <a:xfrm>
            <a:off x="1672425" y="48876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34ac2</a:t>
            </a:r>
          </a:p>
        </p:txBody>
      </p:sp>
      <p:cxnSp>
        <p:nvCxnSpPr>
          <p:cNvPr id="200" name="Shape 200"/>
          <p:cNvCxnSpPr>
            <a:stCxn id="198" idx="1"/>
            <a:endCxn id="197" idx="3"/>
          </p:cNvCxnSpPr>
          <p:nvPr/>
        </p:nvCxnSpPr>
        <p:spPr>
          <a:xfrm rot="10800000">
            <a:off x="1263825" y="5065350"/>
            <a:ext cx="4086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202" name="Shape 202"/>
          <p:cNvSpPr txBox="1"/>
          <p:nvPr/>
        </p:nvSpPr>
        <p:spPr>
          <a:xfrm>
            <a:off x="0" y="1150050"/>
            <a:ext cx="2281125" cy="546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-US" sz="1800" dirty="0"/>
              <a:t>Remote Repository</a:t>
            </a:r>
          </a:p>
        </p:txBody>
      </p:sp>
      <p:sp>
        <p:nvSpPr>
          <p:cNvPr id="203" name="Shape 203"/>
          <p:cNvSpPr txBox="1"/>
          <p:nvPr/>
        </p:nvSpPr>
        <p:spPr>
          <a:xfrm>
            <a:off x="65825" y="3822500"/>
            <a:ext cx="2395950" cy="546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-US" sz="1800" dirty="0"/>
              <a:t>Local Repository</a:t>
            </a:r>
          </a:p>
        </p:txBody>
      </p:sp>
      <p:sp>
        <p:nvSpPr>
          <p:cNvPr id="204" name="Shape 204"/>
          <p:cNvSpPr/>
          <p:nvPr/>
        </p:nvSpPr>
        <p:spPr>
          <a:xfrm>
            <a:off x="2694843" y="4268738"/>
            <a:ext cx="1343757" cy="2730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origin/master</a:t>
            </a:r>
          </a:p>
        </p:txBody>
      </p:sp>
      <p:cxnSp>
        <p:nvCxnSpPr>
          <p:cNvPr id="205" name="Shape 205"/>
          <p:cNvCxnSpPr>
            <a:stCxn id="204" idx="2"/>
            <a:endCxn id="198" idx="0"/>
          </p:cNvCxnSpPr>
          <p:nvPr/>
        </p:nvCxnSpPr>
        <p:spPr>
          <a:xfrm flipH="1">
            <a:off x="2059725" y="4541738"/>
            <a:ext cx="1306997" cy="345862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215" name="Shape 215"/>
          <p:cNvCxnSpPr/>
          <p:nvPr/>
        </p:nvCxnSpPr>
        <p:spPr>
          <a:xfrm>
            <a:off x="32125" y="3822500"/>
            <a:ext cx="5171700" cy="162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37" name="Shape 205"/>
          <p:cNvCxnSpPr>
            <a:endCxn id="198" idx="0"/>
          </p:cNvCxnSpPr>
          <p:nvPr/>
        </p:nvCxnSpPr>
        <p:spPr>
          <a:xfrm>
            <a:off x="2059725" y="4541738"/>
            <a:ext cx="0" cy="345862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62" name="Shape 205"/>
          <p:cNvCxnSpPr>
            <a:stCxn id="90" idx="1"/>
            <a:endCxn id="35" idx="3"/>
          </p:cNvCxnSpPr>
          <p:nvPr/>
        </p:nvCxnSpPr>
        <p:spPr>
          <a:xfrm flipH="1" flipV="1">
            <a:off x="6651096" y="5076370"/>
            <a:ext cx="1718304" cy="4559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41" name="Shape 198"/>
          <p:cNvSpPr/>
          <p:nvPr/>
        </p:nvSpPr>
        <p:spPr>
          <a:xfrm>
            <a:off x="2879962" y="5412739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67def</a:t>
            </a:r>
          </a:p>
        </p:txBody>
      </p:sp>
      <p:cxnSp>
        <p:nvCxnSpPr>
          <p:cNvPr id="42" name="Shape 200"/>
          <p:cNvCxnSpPr>
            <a:stCxn id="41" idx="1"/>
            <a:endCxn id="198" idx="3"/>
          </p:cNvCxnSpPr>
          <p:nvPr/>
        </p:nvCxnSpPr>
        <p:spPr>
          <a:xfrm flipH="1" flipV="1">
            <a:off x="2447025" y="5065350"/>
            <a:ext cx="432937" cy="525139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39" name="Shape 198"/>
          <p:cNvSpPr/>
          <p:nvPr/>
        </p:nvSpPr>
        <p:spPr>
          <a:xfrm>
            <a:off x="3958199" y="5408043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347e4</a:t>
            </a:r>
          </a:p>
        </p:txBody>
      </p:sp>
      <p:cxnSp>
        <p:nvCxnSpPr>
          <p:cNvPr id="40" name="Shape 200"/>
          <p:cNvCxnSpPr>
            <a:endCxn id="41" idx="3"/>
          </p:cNvCxnSpPr>
          <p:nvPr/>
        </p:nvCxnSpPr>
        <p:spPr>
          <a:xfrm flipH="1">
            <a:off x="3654562" y="5590489"/>
            <a:ext cx="269268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2" name="Flowchart: Multidocument 1"/>
          <p:cNvSpPr/>
          <p:nvPr/>
        </p:nvSpPr>
        <p:spPr>
          <a:xfrm>
            <a:off x="5105400" y="5424314"/>
            <a:ext cx="999626" cy="459574"/>
          </a:xfrm>
          <a:custGeom>
            <a:avLst/>
            <a:gdLst>
              <a:gd name="connsiteX0" fmla="*/ 0 w 21600"/>
              <a:gd name="connsiteY0" fmla="*/ 20782 h 21600"/>
              <a:gd name="connsiteX1" fmla="*/ 18595 w 21600"/>
              <a:gd name="connsiteY1" fmla="*/ 18022 h 21600"/>
              <a:gd name="connsiteX2" fmla="*/ 18595 w 21600"/>
              <a:gd name="connsiteY2" fmla="*/ 3675 h 21600"/>
              <a:gd name="connsiteX3" fmla="*/ 0 w 21600"/>
              <a:gd name="connsiteY3" fmla="*/ 3675 h 21600"/>
              <a:gd name="connsiteX4" fmla="*/ 0 w 21600"/>
              <a:gd name="connsiteY4" fmla="*/ 20782 h 21600"/>
              <a:gd name="connsiteX5" fmla="*/ 1532 w 21600"/>
              <a:gd name="connsiteY5" fmla="*/ 3675 h 21600"/>
              <a:gd name="connsiteX6" fmla="*/ 1532 w 21600"/>
              <a:gd name="connsiteY6" fmla="*/ 1815 h 21600"/>
              <a:gd name="connsiteX7" fmla="*/ 20000 w 21600"/>
              <a:gd name="connsiteY7" fmla="*/ 1815 h 21600"/>
              <a:gd name="connsiteX8" fmla="*/ 20000 w 21600"/>
              <a:gd name="connsiteY8" fmla="*/ 16252 h 21600"/>
              <a:gd name="connsiteX9" fmla="*/ 18595 w 21600"/>
              <a:gd name="connsiteY9" fmla="*/ 16352 h 21600"/>
              <a:gd name="connsiteX10" fmla="*/ 18595 w 21600"/>
              <a:gd name="connsiteY10" fmla="*/ 3675 h 21600"/>
              <a:gd name="connsiteX11" fmla="*/ 1532 w 21600"/>
              <a:gd name="connsiteY11" fmla="*/ 3675 h 21600"/>
              <a:gd name="connsiteX12" fmla="*/ 2972 w 21600"/>
              <a:gd name="connsiteY12" fmla="*/ 1815 h 21600"/>
              <a:gd name="connsiteX13" fmla="*/ 2972 w 21600"/>
              <a:gd name="connsiteY13" fmla="*/ 0 h 21600"/>
              <a:gd name="connsiteX14" fmla="*/ 21600 w 21600"/>
              <a:gd name="connsiteY14" fmla="*/ 0 h 21600"/>
              <a:gd name="connsiteX15" fmla="*/ 21600 w 21600"/>
              <a:gd name="connsiteY15" fmla="*/ 14392 h 21600"/>
              <a:gd name="connsiteX16" fmla="*/ 20000 w 21600"/>
              <a:gd name="connsiteY16" fmla="*/ 14467 h 21600"/>
              <a:gd name="connsiteX17" fmla="*/ 20000 w 21600"/>
              <a:gd name="connsiteY17" fmla="*/ 1815 h 21600"/>
              <a:gd name="connsiteX18" fmla="*/ 2972 w 21600"/>
              <a:gd name="connsiteY18" fmla="*/ 1815 h 21600"/>
              <a:gd name="connsiteX0" fmla="*/ 0 w 21600"/>
              <a:gd name="connsiteY0" fmla="*/ 3675 h 21600"/>
              <a:gd name="connsiteX1" fmla="*/ 18595 w 21600"/>
              <a:gd name="connsiteY1" fmla="*/ 3675 h 21600"/>
              <a:gd name="connsiteX2" fmla="*/ 18595 w 21600"/>
              <a:gd name="connsiteY2" fmla="*/ 18022 h 21600"/>
              <a:gd name="connsiteX3" fmla="*/ 0 w 21600"/>
              <a:gd name="connsiteY3" fmla="*/ 20782 h 21600"/>
              <a:gd name="connsiteX4" fmla="*/ 0 w 21600"/>
              <a:gd name="connsiteY4" fmla="*/ 3675 h 21600"/>
              <a:gd name="connsiteX5" fmla="*/ 1532 w 21600"/>
              <a:gd name="connsiteY5" fmla="*/ 3675 h 21600"/>
              <a:gd name="connsiteX6" fmla="*/ 1532 w 21600"/>
              <a:gd name="connsiteY6" fmla="*/ 1815 h 21600"/>
              <a:gd name="connsiteX7" fmla="*/ 20000 w 21600"/>
              <a:gd name="connsiteY7" fmla="*/ 1815 h 21600"/>
              <a:gd name="connsiteX8" fmla="*/ 20000 w 21600"/>
              <a:gd name="connsiteY8" fmla="*/ 16252 h 21600"/>
              <a:gd name="connsiteX9" fmla="*/ 18595 w 21600"/>
              <a:gd name="connsiteY9" fmla="*/ 16352 h 21600"/>
              <a:gd name="connsiteX10" fmla="*/ 2972 w 21600"/>
              <a:gd name="connsiteY10" fmla="*/ 1815 h 21600"/>
              <a:gd name="connsiteX11" fmla="*/ 2972 w 21600"/>
              <a:gd name="connsiteY11" fmla="*/ 0 h 21600"/>
              <a:gd name="connsiteX12" fmla="*/ 21600 w 21600"/>
              <a:gd name="connsiteY12" fmla="*/ 0 h 21600"/>
              <a:gd name="connsiteX13" fmla="*/ 21600 w 21600"/>
              <a:gd name="connsiteY13" fmla="*/ 14392 h 21600"/>
              <a:gd name="connsiteX14" fmla="*/ 20000 w 21600"/>
              <a:gd name="connsiteY14" fmla="*/ 14467 h 21600"/>
              <a:gd name="connsiteX0" fmla="*/ 0 w 21600"/>
              <a:gd name="connsiteY0" fmla="*/ 20782 h 21600"/>
              <a:gd name="connsiteX1" fmla="*/ 18595 w 21600"/>
              <a:gd name="connsiteY1" fmla="*/ 18022 h 21600"/>
              <a:gd name="connsiteX2" fmla="*/ 18595 w 21600"/>
              <a:gd name="connsiteY2" fmla="*/ 16352 h 21600"/>
              <a:gd name="connsiteX3" fmla="*/ 20000 w 21600"/>
              <a:gd name="connsiteY3" fmla="*/ 16252 h 21600"/>
              <a:gd name="connsiteX4" fmla="*/ 20000 w 21600"/>
              <a:gd name="connsiteY4" fmla="*/ 14467 h 21600"/>
              <a:gd name="connsiteX5" fmla="*/ 21600 w 21600"/>
              <a:gd name="connsiteY5" fmla="*/ 14392 h 21600"/>
              <a:gd name="connsiteX6" fmla="*/ 21600 w 21600"/>
              <a:gd name="connsiteY6" fmla="*/ 0 h 21600"/>
              <a:gd name="connsiteX7" fmla="*/ 2972 w 21600"/>
              <a:gd name="connsiteY7" fmla="*/ 0 h 21600"/>
              <a:gd name="connsiteX8" fmla="*/ 2972 w 21600"/>
              <a:gd name="connsiteY8" fmla="*/ 1815 h 21600"/>
              <a:gd name="connsiteX9" fmla="*/ 1532 w 21600"/>
              <a:gd name="connsiteY9" fmla="*/ 1815 h 21600"/>
              <a:gd name="connsiteX10" fmla="*/ 1532 w 21600"/>
              <a:gd name="connsiteY10" fmla="*/ 3675 h 21600"/>
              <a:gd name="connsiteX11" fmla="*/ 0 w 21600"/>
              <a:gd name="connsiteY11" fmla="*/ 3675 h 21600"/>
              <a:gd name="connsiteX12" fmla="*/ 0 w 21600"/>
              <a:gd name="connsiteY12" fmla="*/ 20782 h 21600"/>
              <a:gd name="connsiteX0" fmla="*/ 0 w 21600"/>
              <a:gd name="connsiteY0" fmla="*/ 20782 h 25763"/>
              <a:gd name="connsiteX1" fmla="*/ 18595 w 21600"/>
              <a:gd name="connsiteY1" fmla="*/ 18022 h 25763"/>
              <a:gd name="connsiteX2" fmla="*/ 18595 w 21600"/>
              <a:gd name="connsiteY2" fmla="*/ 3675 h 25763"/>
              <a:gd name="connsiteX3" fmla="*/ 0 w 21600"/>
              <a:gd name="connsiteY3" fmla="*/ 3675 h 25763"/>
              <a:gd name="connsiteX4" fmla="*/ 0 w 21600"/>
              <a:gd name="connsiteY4" fmla="*/ 20782 h 25763"/>
              <a:gd name="connsiteX5" fmla="*/ 1532 w 21600"/>
              <a:gd name="connsiteY5" fmla="*/ 3675 h 25763"/>
              <a:gd name="connsiteX6" fmla="*/ 1532 w 21600"/>
              <a:gd name="connsiteY6" fmla="*/ 1815 h 25763"/>
              <a:gd name="connsiteX7" fmla="*/ 20000 w 21600"/>
              <a:gd name="connsiteY7" fmla="*/ 1815 h 25763"/>
              <a:gd name="connsiteX8" fmla="*/ 20000 w 21600"/>
              <a:gd name="connsiteY8" fmla="*/ 16252 h 25763"/>
              <a:gd name="connsiteX9" fmla="*/ 18595 w 21600"/>
              <a:gd name="connsiteY9" fmla="*/ 16352 h 25763"/>
              <a:gd name="connsiteX10" fmla="*/ 18595 w 21600"/>
              <a:gd name="connsiteY10" fmla="*/ 3675 h 25763"/>
              <a:gd name="connsiteX11" fmla="*/ 1532 w 21600"/>
              <a:gd name="connsiteY11" fmla="*/ 3675 h 25763"/>
              <a:gd name="connsiteX12" fmla="*/ 2972 w 21600"/>
              <a:gd name="connsiteY12" fmla="*/ 1815 h 25763"/>
              <a:gd name="connsiteX13" fmla="*/ 2972 w 21600"/>
              <a:gd name="connsiteY13" fmla="*/ 0 h 25763"/>
              <a:gd name="connsiteX14" fmla="*/ 21600 w 21600"/>
              <a:gd name="connsiteY14" fmla="*/ 0 h 25763"/>
              <a:gd name="connsiteX15" fmla="*/ 21600 w 21600"/>
              <a:gd name="connsiteY15" fmla="*/ 14392 h 25763"/>
              <a:gd name="connsiteX16" fmla="*/ 20000 w 21600"/>
              <a:gd name="connsiteY16" fmla="*/ 14467 h 25763"/>
              <a:gd name="connsiteX17" fmla="*/ 20000 w 21600"/>
              <a:gd name="connsiteY17" fmla="*/ 1815 h 25763"/>
              <a:gd name="connsiteX18" fmla="*/ 2972 w 21600"/>
              <a:gd name="connsiteY18" fmla="*/ 1815 h 25763"/>
              <a:gd name="connsiteX0" fmla="*/ 0 w 21600"/>
              <a:gd name="connsiteY0" fmla="*/ 3675 h 25763"/>
              <a:gd name="connsiteX1" fmla="*/ 18595 w 21600"/>
              <a:gd name="connsiteY1" fmla="*/ 3675 h 25763"/>
              <a:gd name="connsiteX2" fmla="*/ 18595 w 21600"/>
              <a:gd name="connsiteY2" fmla="*/ 18022 h 25763"/>
              <a:gd name="connsiteX3" fmla="*/ 0 w 21600"/>
              <a:gd name="connsiteY3" fmla="*/ 20782 h 25763"/>
              <a:gd name="connsiteX4" fmla="*/ 0 w 21600"/>
              <a:gd name="connsiteY4" fmla="*/ 3675 h 25763"/>
              <a:gd name="connsiteX5" fmla="*/ 1532 w 21600"/>
              <a:gd name="connsiteY5" fmla="*/ 3675 h 25763"/>
              <a:gd name="connsiteX6" fmla="*/ 1532 w 21600"/>
              <a:gd name="connsiteY6" fmla="*/ 1815 h 25763"/>
              <a:gd name="connsiteX7" fmla="*/ 20000 w 21600"/>
              <a:gd name="connsiteY7" fmla="*/ 1815 h 25763"/>
              <a:gd name="connsiteX8" fmla="*/ 20000 w 21600"/>
              <a:gd name="connsiteY8" fmla="*/ 16252 h 25763"/>
              <a:gd name="connsiteX9" fmla="*/ 18595 w 21600"/>
              <a:gd name="connsiteY9" fmla="*/ 16352 h 25763"/>
              <a:gd name="connsiteX10" fmla="*/ 2972 w 21600"/>
              <a:gd name="connsiteY10" fmla="*/ 1815 h 25763"/>
              <a:gd name="connsiteX11" fmla="*/ 2972 w 21600"/>
              <a:gd name="connsiteY11" fmla="*/ 0 h 25763"/>
              <a:gd name="connsiteX12" fmla="*/ 21600 w 21600"/>
              <a:gd name="connsiteY12" fmla="*/ 0 h 25763"/>
              <a:gd name="connsiteX13" fmla="*/ 21600 w 21600"/>
              <a:gd name="connsiteY13" fmla="*/ 14392 h 25763"/>
              <a:gd name="connsiteX14" fmla="*/ 20000 w 21600"/>
              <a:gd name="connsiteY14" fmla="*/ 14467 h 25763"/>
              <a:gd name="connsiteX0" fmla="*/ 0 w 21600"/>
              <a:gd name="connsiteY0" fmla="*/ 20782 h 25763"/>
              <a:gd name="connsiteX1" fmla="*/ 18595 w 21600"/>
              <a:gd name="connsiteY1" fmla="*/ 18022 h 25763"/>
              <a:gd name="connsiteX2" fmla="*/ 18873 w 21600"/>
              <a:gd name="connsiteY2" fmla="*/ 25738 h 25763"/>
              <a:gd name="connsiteX3" fmla="*/ 20000 w 21600"/>
              <a:gd name="connsiteY3" fmla="*/ 16252 h 25763"/>
              <a:gd name="connsiteX4" fmla="*/ 20000 w 21600"/>
              <a:gd name="connsiteY4" fmla="*/ 14467 h 25763"/>
              <a:gd name="connsiteX5" fmla="*/ 21600 w 21600"/>
              <a:gd name="connsiteY5" fmla="*/ 14392 h 25763"/>
              <a:gd name="connsiteX6" fmla="*/ 21600 w 21600"/>
              <a:gd name="connsiteY6" fmla="*/ 0 h 25763"/>
              <a:gd name="connsiteX7" fmla="*/ 2972 w 21600"/>
              <a:gd name="connsiteY7" fmla="*/ 0 h 25763"/>
              <a:gd name="connsiteX8" fmla="*/ 2972 w 21600"/>
              <a:gd name="connsiteY8" fmla="*/ 1815 h 25763"/>
              <a:gd name="connsiteX9" fmla="*/ 1532 w 21600"/>
              <a:gd name="connsiteY9" fmla="*/ 1815 h 25763"/>
              <a:gd name="connsiteX10" fmla="*/ 1532 w 21600"/>
              <a:gd name="connsiteY10" fmla="*/ 3675 h 25763"/>
              <a:gd name="connsiteX11" fmla="*/ 0 w 21600"/>
              <a:gd name="connsiteY11" fmla="*/ 3675 h 25763"/>
              <a:gd name="connsiteX12" fmla="*/ 0 w 21600"/>
              <a:gd name="connsiteY12" fmla="*/ 20782 h 25763"/>
              <a:gd name="connsiteX0" fmla="*/ 0 w 21600"/>
              <a:gd name="connsiteY0" fmla="*/ 20782 h 26547"/>
              <a:gd name="connsiteX1" fmla="*/ 18595 w 21600"/>
              <a:gd name="connsiteY1" fmla="*/ 18022 h 26547"/>
              <a:gd name="connsiteX2" fmla="*/ 18595 w 21600"/>
              <a:gd name="connsiteY2" fmla="*/ 3675 h 26547"/>
              <a:gd name="connsiteX3" fmla="*/ 0 w 21600"/>
              <a:gd name="connsiteY3" fmla="*/ 3675 h 26547"/>
              <a:gd name="connsiteX4" fmla="*/ 0 w 21600"/>
              <a:gd name="connsiteY4" fmla="*/ 20782 h 26547"/>
              <a:gd name="connsiteX5" fmla="*/ 1532 w 21600"/>
              <a:gd name="connsiteY5" fmla="*/ 3675 h 26547"/>
              <a:gd name="connsiteX6" fmla="*/ 1532 w 21600"/>
              <a:gd name="connsiteY6" fmla="*/ 1815 h 26547"/>
              <a:gd name="connsiteX7" fmla="*/ 20000 w 21600"/>
              <a:gd name="connsiteY7" fmla="*/ 1815 h 26547"/>
              <a:gd name="connsiteX8" fmla="*/ 20000 w 21600"/>
              <a:gd name="connsiteY8" fmla="*/ 16252 h 26547"/>
              <a:gd name="connsiteX9" fmla="*/ 18595 w 21600"/>
              <a:gd name="connsiteY9" fmla="*/ 16352 h 26547"/>
              <a:gd name="connsiteX10" fmla="*/ 18595 w 21600"/>
              <a:gd name="connsiteY10" fmla="*/ 3675 h 26547"/>
              <a:gd name="connsiteX11" fmla="*/ 1532 w 21600"/>
              <a:gd name="connsiteY11" fmla="*/ 3675 h 26547"/>
              <a:gd name="connsiteX12" fmla="*/ 2972 w 21600"/>
              <a:gd name="connsiteY12" fmla="*/ 1815 h 26547"/>
              <a:gd name="connsiteX13" fmla="*/ 2972 w 21600"/>
              <a:gd name="connsiteY13" fmla="*/ 0 h 26547"/>
              <a:gd name="connsiteX14" fmla="*/ 21600 w 21600"/>
              <a:gd name="connsiteY14" fmla="*/ 0 h 26547"/>
              <a:gd name="connsiteX15" fmla="*/ 21600 w 21600"/>
              <a:gd name="connsiteY15" fmla="*/ 14392 h 26547"/>
              <a:gd name="connsiteX16" fmla="*/ 20000 w 21600"/>
              <a:gd name="connsiteY16" fmla="*/ 14467 h 26547"/>
              <a:gd name="connsiteX17" fmla="*/ 20000 w 21600"/>
              <a:gd name="connsiteY17" fmla="*/ 1815 h 26547"/>
              <a:gd name="connsiteX18" fmla="*/ 2972 w 21600"/>
              <a:gd name="connsiteY18" fmla="*/ 1815 h 26547"/>
              <a:gd name="connsiteX0" fmla="*/ 0 w 21600"/>
              <a:gd name="connsiteY0" fmla="*/ 3675 h 26547"/>
              <a:gd name="connsiteX1" fmla="*/ 18595 w 21600"/>
              <a:gd name="connsiteY1" fmla="*/ 3675 h 26547"/>
              <a:gd name="connsiteX2" fmla="*/ 18595 w 21600"/>
              <a:gd name="connsiteY2" fmla="*/ 18022 h 26547"/>
              <a:gd name="connsiteX3" fmla="*/ 0 w 21600"/>
              <a:gd name="connsiteY3" fmla="*/ 20782 h 26547"/>
              <a:gd name="connsiteX4" fmla="*/ 0 w 21600"/>
              <a:gd name="connsiteY4" fmla="*/ 3675 h 26547"/>
              <a:gd name="connsiteX5" fmla="*/ 1532 w 21600"/>
              <a:gd name="connsiteY5" fmla="*/ 3675 h 26547"/>
              <a:gd name="connsiteX6" fmla="*/ 1532 w 21600"/>
              <a:gd name="connsiteY6" fmla="*/ 1815 h 26547"/>
              <a:gd name="connsiteX7" fmla="*/ 20000 w 21600"/>
              <a:gd name="connsiteY7" fmla="*/ 1815 h 26547"/>
              <a:gd name="connsiteX8" fmla="*/ 20000 w 21600"/>
              <a:gd name="connsiteY8" fmla="*/ 16252 h 26547"/>
              <a:gd name="connsiteX9" fmla="*/ 18595 w 21600"/>
              <a:gd name="connsiteY9" fmla="*/ 16352 h 26547"/>
              <a:gd name="connsiteX10" fmla="*/ 2972 w 21600"/>
              <a:gd name="connsiteY10" fmla="*/ 1815 h 26547"/>
              <a:gd name="connsiteX11" fmla="*/ 2972 w 21600"/>
              <a:gd name="connsiteY11" fmla="*/ 0 h 26547"/>
              <a:gd name="connsiteX12" fmla="*/ 21600 w 21600"/>
              <a:gd name="connsiteY12" fmla="*/ 0 h 26547"/>
              <a:gd name="connsiteX13" fmla="*/ 21600 w 21600"/>
              <a:gd name="connsiteY13" fmla="*/ 14392 h 26547"/>
              <a:gd name="connsiteX14" fmla="*/ 20000 w 21600"/>
              <a:gd name="connsiteY14" fmla="*/ 14467 h 26547"/>
              <a:gd name="connsiteX0" fmla="*/ 0 w 21600"/>
              <a:gd name="connsiteY0" fmla="*/ 20782 h 26547"/>
              <a:gd name="connsiteX1" fmla="*/ 9817 w 21600"/>
              <a:gd name="connsiteY1" fmla="*/ 26506 h 26547"/>
              <a:gd name="connsiteX2" fmla="*/ 18595 w 21600"/>
              <a:gd name="connsiteY2" fmla="*/ 18022 h 26547"/>
              <a:gd name="connsiteX3" fmla="*/ 18873 w 21600"/>
              <a:gd name="connsiteY3" fmla="*/ 25738 h 26547"/>
              <a:gd name="connsiteX4" fmla="*/ 20000 w 21600"/>
              <a:gd name="connsiteY4" fmla="*/ 16252 h 26547"/>
              <a:gd name="connsiteX5" fmla="*/ 20000 w 21600"/>
              <a:gd name="connsiteY5" fmla="*/ 14467 h 26547"/>
              <a:gd name="connsiteX6" fmla="*/ 21600 w 21600"/>
              <a:gd name="connsiteY6" fmla="*/ 14392 h 26547"/>
              <a:gd name="connsiteX7" fmla="*/ 21600 w 21600"/>
              <a:gd name="connsiteY7" fmla="*/ 0 h 26547"/>
              <a:gd name="connsiteX8" fmla="*/ 2972 w 21600"/>
              <a:gd name="connsiteY8" fmla="*/ 0 h 26547"/>
              <a:gd name="connsiteX9" fmla="*/ 2972 w 21600"/>
              <a:gd name="connsiteY9" fmla="*/ 1815 h 26547"/>
              <a:gd name="connsiteX10" fmla="*/ 1532 w 21600"/>
              <a:gd name="connsiteY10" fmla="*/ 1815 h 26547"/>
              <a:gd name="connsiteX11" fmla="*/ 1532 w 21600"/>
              <a:gd name="connsiteY11" fmla="*/ 3675 h 26547"/>
              <a:gd name="connsiteX12" fmla="*/ 0 w 21600"/>
              <a:gd name="connsiteY12" fmla="*/ 3675 h 26547"/>
              <a:gd name="connsiteX13" fmla="*/ 0 w 21600"/>
              <a:gd name="connsiteY13" fmla="*/ 20782 h 26547"/>
              <a:gd name="connsiteX0" fmla="*/ 0 w 21600"/>
              <a:gd name="connsiteY0" fmla="*/ 20782 h 25763"/>
              <a:gd name="connsiteX1" fmla="*/ 18595 w 21600"/>
              <a:gd name="connsiteY1" fmla="*/ 18022 h 25763"/>
              <a:gd name="connsiteX2" fmla="*/ 18595 w 21600"/>
              <a:gd name="connsiteY2" fmla="*/ 3675 h 25763"/>
              <a:gd name="connsiteX3" fmla="*/ 0 w 21600"/>
              <a:gd name="connsiteY3" fmla="*/ 3675 h 25763"/>
              <a:gd name="connsiteX4" fmla="*/ 0 w 21600"/>
              <a:gd name="connsiteY4" fmla="*/ 20782 h 25763"/>
              <a:gd name="connsiteX5" fmla="*/ 1532 w 21600"/>
              <a:gd name="connsiteY5" fmla="*/ 3675 h 25763"/>
              <a:gd name="connsiteX6" fmla="*/ 1532 w 21600"/>
              <a:gd name="connsiteY6" fmla="*/ 1815 h 25763"/>
              <a:gd name="connsiteX7" fmla="*/ 20000 w 21600"/>
              <a:gd name="connsiteY7" fmla="*/ 1815 h 25763"/>
              <a:gd name="connsiteX8" fmla="*/ 20000 w 21600"/>
              <a:gd name="connsiteY8" fmla="*/ 16252 h 25763"/>
              <a:gd name="connsiteX9" fmla="*/ 18595 w 21600"/>
              <a:gd name="connsiteY9" fmla="*/ 16352 h 25763"/>
              <a:gd name="connsiteX10" fmla="*/ 18595 w 21600"/>
              <a:gd name="connsiteY10" fmla="*/ 3675 h 25763"/>
              <a:gd name="connsiteX11" fmla="*/ 1532 w 21600"/>
              <a:gd name="connsiteY11" fmla="*/ 3675 h 25763"/>
              <a:gd name="connsiteX12" fmla="*/ 2972 w 21600"/>
              <a:gd name="connsiteY12" fmla="*/ 1815 h 25763"/>
              <a:gd name="connsiteX13" fmla="*/ 2972 w 21600"/>
              <a:gd name="connsiteY13" fmla="*/ 0 h 25763"/>
              <a:gd name="connsiteX14" fmla="*/ 21600 w 21600"/>
              <a:gd name="connsiteY14" fmla="*/ 0 h 25763"/>
              <a:gd name="connsiteX15" fmla="*/ 21600 w 21600"/>
              <a:gd name="connsiteY15" fmla="*/ 14392 h 25763"/>
              <a:gd name="connsiteX16" fmla="*/ 20000 w 21600"/>
              <a:gd name="connsiteY16" fmla="*/ 14467 h 25763"/>
              <a:gd name="connsiteX17" fmla="*/ 20000 w 21600"/>
              <a:gd name="connsiteY17" fmla="*/ 1815 h 25763"/>
              <a:gd name="connsiteX18" fmla="*/ 2972 w 21600"/>
              <a:gd name="connsiteY18" fmla="*/ 1815 h 25763"/>
              <a:gd name="connsiteX0" fmla="*/ 0 w 21600"/>
              <a:gd name="connsiteY0" fmla="*/ 3675 h 25763"/>
              <a:gd name="connsiteX1" fmla="*/ 18595 w 21600"/>
              <a:gd name="connsiteY1" fmla="*/ 3675 h 25763"/>
              <a:gd name="connsiteX2" fmla="*/ 18595 w 21600"/>
              <a:gd name="connsiteY2" fmla="*/ 18022 h 25763"/>
              <a:gd name="connsiteX3" fmla="*/ 0 w 21600"/>
              <a:gd name="connsiteY3" fmla="*/ 20782 h 25763"/>
              <a:gd name="connsiteX4" fmla="*/ 0 w 21600"/>
              <a:gd name="connsiteY4" fmla="*/ 3675 h 25763"/>
              <a:gd name="connsiteX5" fmla="*/ 1532 w 21600"/>
              <a:gd name="connsiteY5" fmla="*/ 3675 h 25763"/>
              <a:gd name="connsiteX6" fmla="*/ 1532 w 21600"/>
              <a:gd name="connsiteY6" fmla="*/ 1815 h 25763"/>
              <a:gd name="connsiteX7" fmla="*/ 20000 w 21600"/>
              <a:gd name="connsiteY7" fmla="*/ 1815 h 25763"/>
              <a:gd name="connsiteX8" fmla="*/ 20000 w 21600"/>
              <a:gd name="connsiteY8" fmla="*/ 16252 h 25763"/>
              <a:gd name="connsiteX9" fmla="*/ 18595 w 21600"/>
              <a:gd name="connsiteY9" fmla="*/ 16352 h 25763"/>
              <a:gd name="connsiteX10" fmla="*/ 2972 w 21600"/>
              <a:gd name="connsiteY10" fmla="*/ 1815 h 25763"/>
              <a:gd name="connsiteX11" fmla="*/ 2972 w 21600"/>
              <a:gd name="connsiteY11" fmla="*/ 0 h 25763"/>
              <a:gd name="connsiteX12" fmla="*/ 21600 w 21600"/>
              <a:gd name="connsiteY12" fmla="*/ 0 h 25763"/>
              <a:gd name="connsiteX13" fmla="*/ 21600 w 21600"/>
              <a:gd name="connsiteY13" fmla="*/ 14392 h 25763"/>
              <a:gd name="connsiteX14" fmla="*/ 20000 w 21600"/>
              <a:gd name="connsiteY14" fmla="*/ 14467 h 25763"/>
              <a:gd name="connsiteX0" fmla="*/ 0 w 21600"/>
              <a:gd name="connsiteY0" fmla="*/ 20782 h 25763"/>
              <a:gd name="connsiteX1" fmla="*/ 10652 w 21600"/>
              <a:gd name="connsiteY1" fmla="*/ 22896 h 25763"/>
              <a:gd name="connsiteX2" fmla="*/ 18595 w 21600"/>
              <a:gd name="connsiteY2" fmla="*/ 18022 h 25763"/>
              <a:gd name="connsiteX3" fmla="*/ 18873 w 21600"/>
              <a:gd name="connsiteY3" fmla="*/ 25738 h 25763"/>
              <a:gd name="connsiteX4" fmla="*/ 20000 w 21600"/>
              <a:gd name="connsiteY4" fmla="*/ 16252 h 25763"/>
              <a:gd name="connsiteX5" fmla="*/ 20000 w 21600"/>
              <a:gd name="connsiteY5" fmla="*/ 14467 h 25763"/>
              <a:gd name="connsiteX6" fmla="*/ 21600 w 21600"/>
              <a:gd name="connsiteY6" fmla="*/ 14392 h 25763"/>
              <a:gd name="connsiteX7" fmla="*/ 21600 w 21600"/>
              <a:gd name="connsiteY7" fmla="*/ 0 h 25763"/>
              <a:gd name="connsiteX8" fmla="*/ 2972 w 21600"/>
              <a:gd name="connsiteY8" fmla="*/ 0 h 25763"/>
              <a:gd name="connsiteX9" fmla="*/ 2972 w 21600"/>
              <a:gd name="connsiteY9" fmla="*/ 1815 h 25763"/>
              <a:gd name="connsiteX10" fmla="*/ 1532 w 21600"/>
              <a:gd name="connsiteY10" fmla="*/ 1815 h 25763"/>
              <a:gd name="connsiteX11" fmla="*/ 1532 w 21600"/>
              <a:gd name="connsiteY11" fmla="*/ 3675 h 25763"/>
              <a:gd name="connsiteX12" fmla="*/ 0 w 21600"/>
              <a:gd name="connsiteY12" fmla="*/ 3675 h 25763"/>
              <a:gd name="connsiteX13" fmla="*/ 0 w 21600"/>
              <a:gd name="connsiteY13" fmla="*/ 20782 h 25763"/>
              <a:gd name="connsiteX0" fmla="*/ 0 w 21600"/>
              <a:gd name="connsiteY0" fmla="*/ 20782 h 25763"/>
              <a:gd name="connsiteX1" fmla="*/ 18595 w 21600"/>
              <a:gd name="connsiteY1" fmla="*/ 18022 h 25763"/>
              <a:gd name="connsiteX2" fmla="*/ 18595 w 21600"/>
              <a:gd name="connsiteY2" fmla="*/ 3675 h 25763"/>
              <a:gd name="connsiteX3" fmla="*/ 0 w 21600"/>
              <a:gd name="connsiteY3" fmla="*/ 3675 h 25763"/>
              <a:gd name="connsiteX4" fmla="*/ 0 w 21600"/>
              <a:gd name="connsiteY4" fmla="*/ 20782 h 25763"/>
              <a:gd name="connsiteX5" fmla="*/ 1532 w 21600"/>
              <a:gd name="connsiteY5" fmla="*/ 3675 h 25763"/>
              <a:gd name="connsiteX6" fmla="*/ 1532 w 21600"/>
              <a:gd name="connsiteY6" fmla="*/ 1815 h 25763"/>
              <a:gd name="connsiteX7" fmla="*/ 20000 w 21600"/>
              <a:gd name="connsiteY7" fmla="*/ 1815 h 25763"/>
              <a:gd name="connsiteX8" fmla="*/ 20000 w 21600"/>
              <a:gd name="connsiteY8" fmla="*/ 16252 h 25763"/>
              <a:gd name="connsiteX9" fmla="*/ 18595 w 21600"/>
              <a:gd name="connsiteY9" fmla="*/ 16352 h 25763"/>
              <a:gd name="connsiteX10" fmla="*/ 18595 w 21600"/>
              <a:gd name="connsiteY10" fmla="*/ 3675 h 25763"/>
              <a:gd name="connsiteX11" fmla="*/ 1532 w 21600"/>
              <a:gd name="connsiteY11" fmla="*/ 3675 h 25763"/>
              <a:gd name="connsiteX12" fmla="*/ 2972 w 21600"/>
              <a:gd name="connsiteY12" fmla="*/ 1815 h 25763"/>
              <a:gd name="connsiteX13" fmla="*/ 2972 w 21600"/>
              <a:gd name="connsiteY13" fmla="*/ 0 h 25763"/>
              <a:gd name="connsiteX14" fmla="*/ 21600 w 21600"/>
              <a:gd name="connsiteY14" fmla="*/ 0 h 25763"/>
              <a:gd name="connsiteX15" fmla="*/ 21600 w 21600"/>
              <a:gd name="connsiteY15" fmla="*/ 14392 h 25763"/>
              <a:gd name="connsiteX16" fmla="*/ 20000 w 21600"/>
              <a:gd name="connsiteY16" fmla="*/ 14467 h 25763"/>
              <a:gd name="connsiteX17" fmla="*/ 20000 w 21600"/>
              <a:gd name="connsiteY17" fmla="*/ 1815 h 25763"/>
              <a:gd name="connsiteX18" fmla="*/ 2972 w 21600"/>
              <a:gd name="connsiteY18" fmla="*/ 1815 h 25763"/>
              <a:gd name="connsiteX0" fmla="*/ 0 w 21600"/>
              <a:gd name="connsiteY0" fmla="*/ 3675 h 25763"/>
              <a:gd name="connsiteX1" fmla="*/ 18595 w 21600"/>
              <a:gd name="connsiteY1" fmla="*/ 3675 h 25763"/>
              <a:gd name="connsiteX2" fmla="*/ 18595 w 21600"/>
              <a:gd name="connsiteY2" fmla="*/ 18022 h 25763"/>
              <a:gd name="connsiteX3" fmla="*/ 0 w 21600"/>
              <a:gd name="connsiteY3" fmla="*/ 20782 h 25763"/>
              <a:gd name="connsiteX4" fmla="*/ 0 w 21600"/>
              <a:gd name="connsiteY4" fmla="*/ 3675 h 25763"/>
              <a:gd name="connsiteX5" fmla="*/ 1532 w 21600"/>
              <a:gd name="connsiteY5" fmla="*/ 3675 h 25763"/>
              <a:gd name="connsiteX6" fmla="*/ 1532 w 21600"/>
              <a:gd name="connsiteY6" fmla="*/ 1815 h 25763"/>
              <a:gd name="connsiteX7" fmla="*/ 20000 w 21600"/>
              <a:gd name="connsiteY7" fmla="*/ 1815 h 25763"/>
              <a:gd name="connsiteX8" fmla="*/ 20000 w 21600"/>
              <a:gd name="connsiteY8" fmla="*/ 16252 h 25763"/>
              <a:gd name="connsiteX9" fmla="*/ 18595 w 21600"/>
              <a:gd name="connsiteY9" fmla="*/ 16352 h 25763"/>
              <a:gd name="connsiteX10" fmla="*/ 2972 w 21600"/>
              <a:gd name="connsiteY10" fmla="*/ 1815 h 25763"/>
              <a:gd name="connsiteX11" fmla="*/ 2972 w 21600"/>
              <a:gd name="connsiteY11" fmla="*/ 0 h 25763"/>
              <a:gd name="connsiteX12" fmla="*/ 21600 w 21600"/>
              <a:gd name="connsiteY12" fmla="*/ 0 h 25763"/>
              <a:gd name="connsiteX13" fmla="*/ 21600 w 21600"/>
              <a:gd name="connsiteY13" fmla="*/ 14392 h 25763"/>
              <a:gd name="connsiteX14" fmla="*/ 20000 w 21600"/>
              <a:gd name="connsiteY14" fmla="*/ 14467 h 25763"/>
              <a:gd name="connsiteX0" fmla="*/ 0 w 21600"/>
              <a:gd name="connsiteY0" fmla="*/ 20782 h 25763"/>
              <a:gd name="connsiteX1" fmla="*/ 10652 w 21600"/>
              <a:gd name="connsiteY1" fmla="*/ 22896 h 25763"/>
              <a:gd name="connsiteX2" fmla="*/ 18165 w 21600"/>
              <a:gd name="connsiteY2" fmla="*/ 24340 h 25763"/>
              <a:gd name="connsiteX3" fmla="*/ 18595 w 21600"/>
              <a:gd name="connsiteY3" fmla="*/ 18022 h 25763"/>
              <a:gd name="connsiteX4" fmla="*/ 18873 w 21600"/>
              <a:gd name="connsiteY4" fmla="*/ 25738 h 25763"/>
              <a:gd name="connsiteX5" fmla="*/ 20000 w 21600"/>
              <a:gd name="connsiteY5" fmla="*/ 16252 h 25763"/>
              <a:gd name="connsiteX6" fmla="*/ 20000 w 21600"/>
              <a:gd name="connsiteY6" fmla="*/ 14467 h 25763"/>
              <a:gd name="connsiteX7" fmla="*/ 21600 w 21600"/>
              <a:gd name="connsiteY7" fmla="*/ 14392 h 25763"/>
              <a:gd name="connsiteX8" fmla="*/ 21600 w 21600"/>
              <a:gd name="connsiteY8" fmla="*/ 0 h 25763"/>
              <a:gd name="connsiteX9" fmla="*/ 2972 w 21600"/>
              <a:gd name="connsiteY9" fmla="*/ 0 h 25763"/>
              <a:gd name="connsiteX10" fmla="*/ 2972 w 21600"/>
              <a:gd name="connsiteY10" fmla="*/ 1815 h 25763"/>
              <a:gd name="connsiteX11" fmla="*/ 1532 w 21600"/>
              <a:gd name="connsiteY11" fmla="*/ 1815 h 25763"/>
              <a:gd name="connsiteX12" fmla="*/ 1532 w 21600"/>
              <a:gd name="connsiteY12" fmla="*/ 3675 h 25763"/>
              <a:gd name="connsiteX13" fmla="*/ 0 w 21600"/>
              <a:gd name="connsiteY13" fmla="*/ 3675 h 25763"/>
              <a:gd name="connsiteX14" fmla="*/ 0 w 21600"/>
              <a:gd name="connsiteY14" fmla="*/ 20782 h 257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1600" h="25763" stroke="0" extrusionOk="0">
                <a:moveTo>
                  <a:pt x="0" y="20782"/>
                </a:moveTo>
                <a:cubicBezTo>
                  <a:pt x="9298" y="23542"/>
                  <a:pt x="9298" y="18022"/>
                  <a:pt x="18595" y="18022"/>
                </a:cubicBezTo>
                <a:lnTo>
                  <a:pt x="18595" y="3675"/>
                </a:lnTo>
                <a:lnTo>
                  <a:pt x="0" y="3675"/>
                </a:lnTo>
                <a:lnTo>
                  <a:pt x="0" y="20782"/>
                </a:lnTo>
                <a:close/>
                <a:moveTo>
                  <a:pt x="1532" y="3675"/>
                </a:moveTo>
                <a:lnTo>
                  <a:pt x="1532" y="1815"/>
                </a:lnTo>
                <a:lnTo>
                  <a:pt x="20000" y="1815"/>
                </a:lnTo>
                <a:lnTo>
                  <a:pt x="20000" y="16252"/>
                </a:lnTo>
                <a:cubicBezTo>
                  <a:pt x="19298" y="16252"/>
                  <a:pt x="18595" y="16352"/>
                  <a:pt x="18595" y="16352"/>
                </a:cubicBezTo>
                <a:lnTo>
                  <a:pt x="18595" y="3675"/>
                </a:lnTo>
                <a:lnTo>
                  <a:pt x="1532" y="3675"/>
                </a:lnTo>
                <a:close/>
                <a:moveTo>
                  <a:pt x="2972" y="1815"/>
                </a:moveTo>
                <a:lnTo>
                  <a:pt x="2972" y="0"/>
                </a:lnTo>
                <a:lnTo>
                  <a:pt x="21600" y="0"/>
                </a:lnTo>
                <a:lnTo>
                  <a:pt x="21600" y="14392"/>
                </a:lnTo>
                <a:cubicBezTo>
                  <a:pt x="20800" y="14392"/>
                  <a:pt x="20000" y="14467"/>
                  <a:pt x="20000" y="14467"/>
                </a:cubicBezTo>
                <a:lnTo>
                  <a:pt x="20000" y="1815"/>
                </a:lnTo>
                <a:lnTo>
                  <a:pt x="2972" y="1815"/>
                </a:lnTo>
                <a:close/>
              </a:path>
              <a:path w="21600" h="25763" fill="none" extrusionOk="0">
                <a:moveTo>
                  <a:pt x="0" y="3675"/>
                </a:moveTo>
                <a:lnTo>
                  <a:pt x="18595" y="3675"/>
                </a:lnTo>
                <a:lnTo>
                  <a:pt x="18595" y="18022"/>
                </a:lnTo>
                <a:cubicBezTo>
                  <a:pt x="9298" y="18022"/>
                  <a:pt x="9298" y="23542"/>
                  <a:pt x="0" y="20782"/>
                </a:cubicBezTo>
                <a:lnTo>
                  <a:pt x="0" y="3675"/>
                </a:lnTo>
                <a:close/>
                <a:moveTo>
                  <a:pt x="1532" y="3675"/>
                </a:moveTo>
                <a:lnTo>
                  <a:pt x="1532" y="1815"/>
                </a:lnTo>
                <a:lnTo>
                  <a:pt x="20000" y="1815"/>
                </a:lnTo>
                <a:lnTo>
                  <a:pt x="20000" y="16252"/>
                </a:lnTo>
                <a:cubicBezTo>
                  <a:pt x="19298" y="16252"/>
                  <a:pt x="18595" y="16352"/>
                  <a:pt x="18595" y="16352"/>
                </a:cubicBezTo>
                <a:moveTo>
                  <a:pt x="2972" y="1815"/>
                </a:moveTo>
                <a:lnTo>
                  <a:pt x="2972" y="0"/>
                </a:lnTo>
                <a:lnTo>
                  <a:pt x="21600" y="0"/>
                </a:lnTo>
                <a:lnTo>
                  <a:pt x="21600" y="14392"/>
                </a:lnTo>
                <a:cubicBezTo>
                  <a:pt x="20800" y="14392"/>
                  <a:pt x="20000" y="14467"/>
                  <a:pt x="20000" y="14467"/>
                </a:cubicBezTo>
              </a:path>
              <a:path w="21600" h="25763" fill="none" stroke="0">
                <a:moveTo>
                  <a:pt x="0" y="20782"/>
                </a:moveTo>
                <a:cubicBezTo>
                  <a:pt x="1590" y="23504"/>
                  <a:pt x="7553" y="23356"/>
                  <a:pt x="10652" y="22896"/>
                </a:cubicBezTo>
                <a:cubicBezTo>
                  <a:pt x="13540" y="22406"/>
                  <a:pt x="16841" y="25152"/>
                  <a:pt x="18165" y="24340"/>
                </a:cubicBezTo>
                <a:cubicBezTo>
                  <a:pt x="19489" y="23528"/>
                  <a:pt x="18338" y="16706"/>
                  <a:pt x="18595" y="18022"/>
                </a:cubicBezTo>
                <a:cubicBezTo>
                  <a:pt x="18595" y="17465"/>
                  <a:pt x="18873" y="26295"/>
                  <a:pt x="18873" y="25738"/>
                </a:cubicBezTo>
                <a:cubicBezTo>
                  <a:pt x="18873" y="25738"/>
                  <a:pt x="19298" y="16252"/>
                  <a:pt x="20000" y="16252"/>
                </a:cubicBezTo>
                <a:lnTo>
                  <a:pt x="20000" y="14467"/>
                </a:lnTo>
                <a:cubicBezTo>
                  <a:pt x="20000" y="14467"/>
                  <a:pt x="20800" y="14392"/>
                  <a:pt x="21600" y="14392"/>
                </a:cubicBezTo>
                <a:lnTo>
                  <a:pt x="21600" y="0"/>
                </a:lnTo>
                <a:lnTo>
                  <a:pt x="2972" y="0"/>
                </a:lnTo>
                <a:lnTo>
                  <a:pt x="2972" y="1815"/>
                </a:lnTo>
                <a:lnTo>
                  <a:pt x="1532" y="1815"/>
                </a:lnTo>
                <a:lnTo>
                  <a:pt x="1532" y="3675"/>
                </a:lnTo>
                <a:lnTo>
                  <a:pt x="0" y="3675"/>
                </a:lnTo>
                <a:lnTo>
                  <a:pt x="0" y="20782"/>
                </a:lnTo>
                <a:close/>
              </a:path>
            </a:pathLst>
          </a:custGeom>
          <a:solidFill>
            <a:srgbClr val="A7FFAB"/>
          </a:solidFill>
          <a:ln w="12700">
            <a:solidFill>
              <a:schemeClr val="accent1"/>
            </a:solidFill>
          </a:ln>
          <a:effectLst>
            <a:outerShdw blurRad="40000" dist="20000" dir="5400000" rotWithShape="0">
              <a:srgbClr val="000000">
                <a:alpha val="38000"/>
              </a:srgbClr>
            </a:outerShdw>
            <a:softEdge rad="12700"/>
          </a:effectLst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00"/>
                </a:solidFill>
              </a:rPr>
              <a:t>24t56</a:t>
            </a:r>
          </a:p>
        </p:txBody>
      </p:sp>
      <p:cxnSp>
        <p:nvCxnSpPr>
          <p:cNvPr id="38" name="Shape 200"/>
          <p:cNvCxnSpPr/>
          <p:nvPr/>
        </p:nvCxnSpPr>
        <p:spPr>
          <a:xfrm flipH="1" flipV="1">
            <a:off x="4732802" y="5631052"/>
            <a:ext cx="372598" cy="11474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35" name="Shape 198"/>
          <p:cNvSpPr/>
          <p:nvPr/>
        </p:nvSpPr>
        <p:spPr>
          <a:xfrm>
            <a:off x="5876496" y="489862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345r3</a:t>
            </a:r>
          </a:p>
        </p:txBody>
      </p:sp>
      <p:cxnSp>
        <p:nvCxnSpPr>
          <p:cNvPr id="44" name="Shape 200"/>
          <p:cNvCxnSpPr/>
          <p:nvPr/>
        </p:nvCxnSpPr>
        <p:spPr>
          <a:xfrm flipH="1" flipV="1">
            <a:off x="2426586" y="5053473"/>
            <a:ext cx="3429471" cy="1102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71" name="Shape 204"/>
          <p:cNvSpPr/>
          <p:nvPr/>
        </p:nvSpPr>
        <p:spPr>
          <a:xfrm>
            <a:off x="3897956" y="6142376"/>
            <a:ext cx="917438" cy="2730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working1</a:t>
            </a:r>
          </a:p>
        </p:txBody>
      </p:sp>
      <p:cxnSp>
        <p:nvCxnSpPr>
          <p:cNvPr id="72" name="Shape 205"/>
          <p:cNvCxnSpPr>
            <a:stCxn id="71" idx="0"/>
            <a:endCxn id="39" idx="2"/>
          </p:cNvCxnSpPr>
          <p:nvPr/>
        </p:nvCxnSpPr>
        <p:spPr>
          <a:xfrm flipH="1" flipV="1">
            <a:off x="4345499" y="5763543"/>
            <a:ext cx="11176" cy="378833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92" name="Shape 204"/>
          <p:cNvSpPr/>
          <p:nvPr/>
        </p:nvSpPr>
        <p:spPr>
          <a:xfrm>
            <a:off x="4959058" y="6431769"/>
            <a:ext cx="917438" cy="2730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working2</a:t>
            </a:r>
          </a:p>
        </p:txBody>
      </p:sp>
      <p:cxnSp>
        <p:nvCxnSpPr>
          <p:cNvPr id="93" name="Shape 205"/>
          <p:cNvCxnSpPr>
            <a:endCxn id="2" idx="0"/>
          </p:cNvCxnSpPr>
          <p:nvPr/>
        </p:nvCxnSpPr>
        <p:spPr>
          <a:xfrm flipV="1">
            <a:off x="5105400" y="5795034"/>
            <a:ext cx="0" cy="636735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46" name="Shape 198"/>
          <p:cNvSpPr/>
          <p:nvPr/>
        </p:nvSpPr>
        <p:spPr>
          <a:xfrm>
            <a:off x="5831577" y="2816793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345r3</a:t>
            </a:r>
          </a:p>
        </p:txBody>
      </p:sp>
      <p:cxnSp>
        <p:nvCxnSpPr>
          <p:cNvPr id="47" name="Shape 200"/>
          <p:cNvCxnSpPr>
            <a:stCxn id="46" idx="1"/>
            <a:endCxn id="192" idx="3"/>
          </p:cNvCxnSpPr>
          <p:nvPr/>
        </p:nvCxnSpPr>
        <p:spPr>
          <a:xfrm flipH="1" flipV="1">
            <a:off x="2668425" y="2499250"/>
            <a:ext cx="3163152" cy="495293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50" name="Shape 198"/>
          <p:cNvSpPr/>
          <p:nvPr/>
        </p:nvSpPr>
        <p:spPr>
          <a:xfrm rot="10800000" flipV="1">
            <a:off x="6118744" y="5941059"/>
            <a:ext cx="774600" cy="310525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567r4</a:t>
            </a:r>
          </a:p>
        </p:txBody>
      </p:sp>
      <p:sp>
        <p:nvSpPr>
          <p:cNvPr id="51" name="Shape 198"/>
          <p:cNvSpPr/>
          <p:nvPr/>
        </p:nvSpPr>
        <p:spPr>
          <a:xfrm>
            <a:off x="7135592" y="5896085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e3rf5</a:t>
            </a:r>
          </a:p>
        </p:txBody>
      </p:sp>
      <p:cxnSp>
        <p:nvCxnSpPr>
          <p:cNvPr id="52" name="Shape 200"/>
          <p:cNvCxnSpPr>
            <a:stCxn id="50" idx="0"/>
            <a:endCxn id="35" idx="2"/>
          </p:cNvCxnSpPr>
          <p:nvPr/>
        </p:nvCxnSpPr>
        <p:spPr>
          <a:xfrm flipH="1" flipV="1">
            <a:off x="6263796" y="5254120"/>
            <a:ext cx="242248" cy="686939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53" name="Flowchart: Multidocument 1"/>
          <p:cNvSpPr/>
          <p:nvPr/>
        </p:nvSpPr>
        <p:spPr>
          <a:xfrm>
            <a:off x="8196718" y="5867519"/>
            <a:ext cx="795711" cy="411357"/>
          </a:xfrm>
          <a:custGeom>
            <a:avLst/>
            <a:gdLst>
              <a:gd name="connsiteX0" fmla="*/ 0 w 21600"/>
              <a:gd name="connsiteY0" fmla="*/ 20782 h 21600"/>
              <a:gd name="connsiteX1" fmla="*/ 18595 w 21600"/>
              <a:gd name="connsiteY1" fmla="*/ 18022 h 21600"/>
              <a:gd name="connsiteX2" fmla="*/ 18595 w 21600"/>
              <a:gd name="connsiteY2" fmla="*/ 3675 h 21600"/>
              <a:gd name="connsiteX3" fmla="*/ 0 w 21600"/>
              <a:gd name="connsiteY3" fmla="*/ 3675 h 21600"/>
              <a:gd name="connsiteX4" fmla="*/ 0 w 21600"/>
              <a:gd name="connsiteY4" fmla="*/ 20782 h 21600"/>
              <a:gd name="connsiteX5" fmla="*/ 1532 w 21600"/>
              <a:gd name="connsiteY5" fmla="*/ 3675 h 21600"/>
              <a:gd name="connsiteX6" fmla="*/ 1532 w 21600"/>
              <a:gd name="connsiteY6" fmla="*/ 1815 h 21600"/>
              <a:gd name="connsiteX7" fmla="*/ 20000 w 21600"/>
              <a:gd name="connsiteY7" fmla="*/ 1815 h 21600"/>
              <a:gd name="connsiteX8" fmla="*/ 20000 w 21600"/>
              <a:gd name="connsiteY8" fmla="*/ 16252 h 21600"/>
              <a:gd name="connsiteX9" fmla="*/ 18595 w 21600"/>
              <a:gd name="connsiteY9" fmla="*/ 16352 h 21600"/>
              <a:gd name="connsiteX10" fmla="*/ 18595 w 21600"/>
              <a:gd name="connsiteY10" fmla="*/ 3675 h 21600"/>
              <a:gd name="connsiteX11" fmla="*/ 1532 w 21600"/>
              <a:gd name="connsiteY11" fmla="*/ 3675 h 21600"/>
              <a:gd name="connsiteX12" fmla="*/ 2972 w 21600"/>
              <a:gd name="connsiteY12" fmla="*/ 1815 h 21600"/>
              <a:gd name="connsiteX13" fmla="*/ 2972 w 21600"/>
              <a:gd name="connsiteY13" fmla="*/ 0 h 21600"/>
              <a:gd name="connsiteX14" fmla="*/ 21600 w 21600"/>
              <a:gd name="connsiteY14" fmla="*/ 0 h 21600"/>
              <a:gd name="connsiteX15" fmla="*/ 21600 w 21600"/>
              <a:gd name="connsiteY15" fmla="*/ 14392 h 21600"/>
              <a:gd name="connsiteX16" fmla="*/ 20000 w 21600"/>
              <a:gd name="connsiteY16" fmla="*/ 14467 h 21600"/>
              <a:gd name="connsiteX17" fmla="*/ 20000 w 21600"/>
              <a:gd name="connsiteY17" fmla="*/ 1815 h 21600"/>
              <a:gd name="connsiteX18" fmla="*/ 2972 w 21600"/>
              <a:gd name="connsiteY18" fmla="*/ 1815 h 21600"/>
              <a:gd name="connsiteX0" fmla="*/ 0 w 21600"/>
              <a:gd name="connsiteY0" fmla="*/ 3675 h 21600"/>
              <a:gd name="connsiteX1" fmla="*/ 18595 w 21600"/>
              <a:gd name="connsiteY1" fmla="*/ 3675 h 21600"/>
              <a:gd name="connsiteX2" fmla="*/ 18595 w 21600"/>
              <a:gd name="connsiteY2" fmla="*/ 18022 h 21600"/>
              <a:gd name="connsiteX3" fmla="*/ 0 w 21600"/>
              <a:gd name="connsiteY3" fmla="*/ 20782 h 21600"/>
              <a:gd name="connsiteX4" fmla="*/ 0 w 21600"/>
              <a:gd name="connsiteY4" fmla="*/ 3675 h 21600"/>
              <a:gd name="connsiteX5" fmla="*/ 1532 w 21600"/>
              <a:gd name="connsiteY5" fmla="*/ 3675 h 21600"/>
              <a:gd name="connsiteX6" fmla="*/ 1532 w 21600"/>
              <a:gd name="connsiteY6" fmla="*/ 1815 h 21600"/>
              <a:gd name="connsiteX7" fmla="*/ 20000 w 21600"/>
              <a:gd name="connsiteY7" fmla="*/ 1815 h 21600"/>
              <a:gd name="connsiteX8" fmla="*/ 20000 w 21600"/>
              <a:gd name="connsiteY8" fmla="*/ 16252 h 21600"/>
              <a:gd name="connsiteX9" fmla="*/ 18595 w 21600"/>
              <a:gd name="connsiteY9" fmla="*/ 16352 h 21600"/>
              <a:gd name="connsiteX10" fmla="*/ 2972 w 21600"/>
              <a:gd name="connsiteY10" fmla="*/ 1815 h 21600"/>
              <a:gd name="connsiteX11" fmla="*/ 2972 w 21600"/>
              <a:gd name="connsiteY11" fmla="*/ 0 h 21600"/>
              <a:gd name="connsiteX12" fmla="*/ 21600 w 21600"/>
              <a:gd name="connsiteY12" fmla="*/ 0 h 21600"/>
              <a:gd name="connsiteX13" fmla="*/ 21600 w 21600"/>
              <a:gd name="connsiteY13" fmla="*/ 14392 h 21600"/>
              <a:gd name="connsiteX14" fmla="*/ 20000 w 21600"/>
              <a:gd name="connsiteY14" fmla="*/ 14467 h 21600"/>
              <a:gd name="connsiteX0" fmla="*/ 0 w 21600"/>
              <a:gd name="connsiteY0" fmla="*/ 20782 h 21600"/>
              <a:gd name="connsiteX1" fmla="*/ 18595 w 21600"/>
              <a:gd name="connsiteY1" fmla="*/ 18022 h 21600"/>
              <a:gd name="connsiteX2" fmla="*/ 18595 w 21600"/>
              <a:gd name="connsiteY2" fmla="*/ 16352 h 21600"/>
              <a:gd name="connsiteX3" fmla="*/ 20000 w 21600"/>
              <a:gd name="connsiteY3" fmla="*/ 16252 h 21600"/>
              <a:gd name="connsiteX4" fmla="*/ 20000 w 21600"/>
              <a:gd name="connsiteY4" fmla="*/ 14467 h 21600"/>
              <a:gd name="connsiteX5" fmla="*/ 21600 w 21600"/>
              <a:gd name="connsiteY5" fmla="*/ 14392 h 21600"/>
              <a:gd name="connsiteX6" fmla="*/ 21600 w 21600"/>
              <a:gd name="connsiteY6" fmla="*/ 0 h 21600"/>
              <a:gd name="connsiteX7" fmla="*/ 2972 w 21600"/>
              <a:gd name="connsiteY7" fmla="*/ 0 h 21600"/>
              <a:gd name="connsiteX8" fmla="*/ 2972 w 21600"/>
              <a:gd name="connsiteY8" fmla="*/ 1815 h 21600"/>
              <a:gd name="connsiteX9" fmla="*/ 1532 w 21600"/>
              <a:gd name="connsiteY9" fmla="*/ 1815 h 21600"/>
              <a:gd name="connsiteX10" fmla="*/ 1532 w 21600"/>
              <a:gd name="connsiteY10" fmla="*/ 3675 h 21600"/>
              <a:gd name="connsiteX11" fmla="*/ 0 w 21600"/>
              <a:gd name="connsiteY11" fmla="*/ 3675 h 21600"/>
              <a:gd name="connsiteX12" fmla="*/ 0 w 21600"/>
              <a:gd name="connsiteY12" fmla="*/ 20782 h 21600"/>
              <a:gd name="connsiteX0" fmla="*/ 0 w 21600"/>
              <a:gd name="connsiteY0" fmla="*/ 20782 h 25763"/>
              <a:gd name="connsiteX1" fmla="*/ 18595 w 21600"/>
              <a:gd name="connsiteY1" fmla="*/ 18022 h 25763"/>
              <a:gd name="connsiteX2" fmla="*/ 18595 w 21600"/>
              <a:gd name="connsiteY2" fmla="*/ 3675 h 25763"/>
              <a:gd name="connsiteX3" fmla="*/ 0 w 21600"/>
              <a:gd name="connsiteY3" fmla="*/ 3675 h 25763"/>
              <a:gd name="connsiteX4" fmla="*/ 0 w 21600"/>
              <a:gd name="connsiteY4" fmla="*/ 20782 h 25763"/>
              <a:gd name="connsiteX5" fmla="*/ 1532 w 21600"/>
              <a:gd name="connsiteY5" fmla="*/ 3675 h 25763"/>
              <a:gd name="connsiteX6" fmla="*/ 1532 w 21600"/>
              <a:gd name="connsiteY6" fmla="*/ 1815 h 25763"/>
              <a:gd name="connsiteX7" fmla="*/ 20000 w 21600"/>
              <a:gd name="connsiteY7" fmla="*/ 1815 h 25763"/>
              <a:gd name="connsiteX8" fmla="*/ 20000 w 21600"/>
              <a:gd name="connsiteY8" fmla="*/ 16252 h 25763"/>
              <a:gd name="connsiteX9" fmla="*/ 18595 w 21600"/>
              <a:gd name="connsiteY9" fmla="*/ 16352 h 25763"/>
              <a:gd name="connsiteX10" fmla="*/ 18595 w 21600"/>
              <a:gd name="connsiteY10" fmla="*/ 3675 h 25763"/>
              <a:gd name="connsiteX11" fmla="*/ 1532 w 21600"/>
              <a:gd name="connsiteY11" fmla="*/ 3675 h 25763"/>
              <a:gd name="connsiteX12" fmla="*/ 2972 w 21600"/>
              <a:gd name="connsiteY12" fmla="*/ 1815 h 25763"/>
              <a:gd name="connsiteX13" fmla="*/ 2972 w 21600"/>
              <a:gd name="connsiteY13" fmla="*/ 0 h 25763"/>
              <a:gd name="connsiteX14" fmla="*/ 21600 w 21600"/>
              <a:gd name="connsiteY14" fmla="*/ 0 h 25763"/>
              <a:gd name="connsiteX15" fmla="*/ 21600 w 21600"/>
              <a:gd name="connsiteY15" fmla="*/ 14392 h 25763"/>
              <a:gd name="connsiteX16" fmla="*/ 20000 w 21600"/>
              <a:gd name="connsiteY16" fmla="*/ 14467 h 25763"/>
              <a:gd name="connsiteX17" fmla="*/ 20000 w 21600"/>
              <a:gd name="connsiteY17" fmla="*/ 1815 h 25763"/>
              <a:gd name="connsiteX18" fmla="*/ 2972 w 21600"/>
              <a:gd name="connsiteY18" fmla="*/ 1815 h 25763"/>
              <a:gd name="connsiteX0" fmla="*/ 0 w 21600"/>
              <a:gd name="connsiteY0" fmla="*/ 3675 h 25763"/>
              <a:gd name="connsiteX1" fmla="*/ 18595 w 21600"/>
              <a:gd name="connsiteY1" fmla="*/ 3675 h 25763"/>
              <a:gd name="connsiteX2" fmla="*/ 18595 w 21600"/>
              <a:gd name="connsiteY2" fmla="*/ 18022 h 25763"/>
              <a:gd name="connsiteX3" fmla="*/ 0 w 21600"/>
              <a:gd name="connsiteY3" fmla="*/ 20782 h 25763"/>
              <a:gd name="connsiteX4" fmla="*/ 0 w 21600"/>
              <a:gd name="connsiteY4" fmla="*/ 3675 h 25763"/>
              <a:gd name="connsiteX5" fmla="*/ 1532 w 21600"/>
              <a:gd name="connsiteY5" fmla="*/ 3675 h 25763"/>
              <a:gd name="connsiteX6" fmla="*/ 1532 w 21600"/>
              <a:gd name="connsiteY6" fmla="*/ 1815 h 25763"/>
              <a:gd name="connsiteX7" fmla="*/ 20000 w 21600"/>
              <a:gd name="connsiteY7" fmla="*/ 1815 h 25763"/>
              <a:gd name="connsiteX8" fmla="*/ 20000 w 21600"/>
              <a:gd name="connsiteY8" fmla="*/ 16252 h 25763"/>
              <a:gd name="connsiteX9" fmla="*/ 18595 w 21600"/>
              <a:gd name="connsiteY9" fmla="*/ 16352 h 25763"/>
              <a:gd name="connsiteX10" fmla="*/ 2972 w 21600"/>
              <a:gd name="connsiteY10" fmla="*/ 1815 h 25763"/>
              <a:gd name="connsiteX11" fmla="*/ 2972 w 21600"/>
              <a:gd name="connsiteY11" fmla="*/ 0 h 25763"/>
              <a:gd name="connsiteX12" fmla="*/ 21600 w 21600"/>
              <a:gd name="connsiteY12" fmla="*/ 0 h 25763"/>
              <a:gd name="connsiteX13" fmla="*/ 21600 w 21600"/>
              <a:gd name="connsiteY13" fmla="*/ 14392 h 25763"/>
              <a:gd name="connsiteX14" fmla="*/ 20000 w 21600"/>
              <a:gd name="connsiteY14" fmla="*/ 14467 h 25763"/>
              <a:gd name="connsiteX0" fmla="*/ 0 w 21600"/>
              <a:gd name="connsiteY0" fmla="*/ 20782 h 25763"/>
              <a:gd name="connsiteX1" fmla="*/ 18595 w 21600"/>
              <a:gd name="connsiteY1" fmla="*/ 18022 h 25763"/>
              <a:gd name="connsiteX2" fmla="*/ 18873 w 21600"/>
              <a:gd name="connsiteY2" fmla="*/ 25738 h 25763"/>
              <a:gd name="connsiteX3" fmla="*/ 20000 w 21600"/>
              <a:gd name="connsiteY3" fmla="*/ 16252 h 25763"/>
              <a:gd name="connsiteX4" fmla="*/ 20000 w 21600"/>
              <a:gd name="connsiteY4" fmla="*/ 14467 h 25763"/>
              <a:gd name="connsiteX5" fmla="*/ 21600 w 21600"/>
              <a:gd name="connsiteY5" fmla="*/ 14392 h 25763"/>
              <a:gd name="connsiteX6" fmla="*/ 21600 w 21600"/>
              <a:gd name="connsiteY6" fmla="*/ 0 h 25763"/>
              <a:gd name="connsiteX7" fmla="*/ 2972 w 21600"/>
              <a:gd name="connsiteY7" fmla="*/ 0 h 25763"/>
              <a:gd name="connsiteX8" fmla="*/ 2972 w 21600"/>
              <a:gd name="connsiteY8" fmla="*/ 1815 h 25763"/>
              <a:gd name="connsiteX9" fmla="*/ 1532 w 21600"/>
              <a:gd name="connsiteY9" fmla="*/ 1815 h 25763"/>
              <a:gd name="connsiteX10" fmla="*/ 1532 w 21600"/>
              <a:gd name="connsiteY10" fmla="*/ 3675 h 25763"/>
              <a:gd name="connsiteX11" fmla="*/ 0 w 21600"/>
              <a:gd name="connsiteY11" fmla="*/ 3675 h 25763"/>
              <a:gd name="connsiteX12" fmla="*/ 0 w 21600"/>
              <a:gd name="connsiteY12" fmla="*/ 20782 h 25763"/>
              <a:gd name="connsiteX0" fmla="*/ 0 w 21600"/>
              <a:gd name="connsiteY0" fmla="*/ 20782 h 26547"/>
              <a:gd name="connsiteX1" fmla="*/ 18595 w 21600"/>
              <a:gd name="connsiteY1" fmla="*/ 18022 h 26547"/>
              <a:gd name="connsiteX2" fmla="*/ 18595 w 21600"/>
              <a:gd name="connsiteY2" fmla="*/ 3675 h 26547"/>
              <a:gd name="connsiteX3" fmla="*/ 0 w 21600"/>
              <a:gd name="connsiteY3" fmla="*/ 3675 h 26547"/>
              <a:gd name="connsiteX4" fmla="*/ 0 w 21600"/>
              <a:gd name="connsiteY4" fmla="*/ 20782 h 26547"/>
              <a:gd name="connsiteX5" fmla="*/ 1532 w 21600"/>
              <a:gd name="connsiteY5" fmla="*/ 3675 h 26547"/>
              <a:gd name="connsiteX6" fmla="*/ 1532 w 21600"/>
              <a:gd name="connsiteY6" fmla="*/ 1815 h 26547"/>
              <a:gd name="connsiteX7" fmla="*/ 20000 w 21600"/>
              <a:gd name="connsiteY7" fmla="*/ 1815 h 26547"/>
              <a:gd name="connsiteX8" fmla="*/ 20000 w 21600"/>
              <a:gd name="connsiteY8" fmla="*/ 16252 h 26547"/>
              <a:gd name="connsiteX9" fmla="*/ 18595 w 21600"/>
              <a:gd name="connsiteY9" fmla="*/ 16352 h 26547"/>
              <a:gd name="connsiteX10" fmla="*/ 18595 w 21600"/>
              <a:gd name="connsiteY10" fmla="*/ 3675 h 26547"/>
              <a:gd name="connsiteX11" fmla="*/ 1532 w 21600"/>
              <a:gd name="connsiteY11" fmla="*/ 3675 h 26547"/>
              <a:gd name="connsiteX12" fmla="*/ 2972 w 21600"/>
              <a:gd name="connsiteY12" fmla="*/ 1815 h 26547"/>
              <a:gd name="connsiteX13" fmla="*/ 2972 w 21600"/>
              <a:gd name="connsiteY13" fmla="*/ 0 h 26547"/>
              <a:gd name="connsiteX14" fmla="*/ 21600 w 21600"/>
              <a:gd name="connsiteY14" fmla="*/ 0 h 26547"/>
              <a:gd name="connsiteX15" fmla="*/ 21600 w 21600"/>
              <a:gd name="connsiteY15" fmla="*/ 14392 h 26547"/>
              <a:gd name="connsiteX16" fmla="*/ 20000 w 21600"/>
              <a:gd name="connsiteY16" fmla="*/ 14467 h 26547"/>
              <a:gd name="connsiteX17" fmla="*/ 20000 w 21600"/>
              <a:gd name="connsiteY17" fmla="*/ 1815 h 26547"/>
              <a:gd name="connsiteX18" fmla="*/ 2972 w 21600"/>
              <a:gd name="connsiteY18" fmla="*/ 1815 h 26547"/>
              <a:gd name="connsiteX0" fmla="*/ 0 w 21600"/>
              <a:gd name="connsiteY0" fmla="*/ 3675 h 26547"/>
              <a:gd name="connsiteX1" fmla="*/ 18595 w 21600"/>
              <a:gd name="connsiteY1" fmla="*/ 3675 h 26547"/>
              <a:gd name="connsiteX2" fmla="*/ 18595 w 21600"/>
              <a:gd name="connsiteY2" fmla="*/ 18022 h 26547"/>
              <a:gd name="connsiteX3" fmla="*/ 0 w 21600"/>
              <a:gd name="connsiteY3" fmla="*/ 20782 h 26547"/>
              <a:gd name="connsiteX4" fmla="*/ 0 w 21600"/>
              <a:gd name="connsiteY4" fmla="*/ 3675 h 26547"/>
              <a:gd name="connsiteX5" fmla="*/ 1532 w 21600"/>
              <a:gd name="connsiteY5" fmla="*/ 3675 h 26547"/>
              <a:gd name="connsiteX6" fmla="*/ 1532 w 21600"/>
              <a:gd name="connsiteY6" fmla="*/ 1815 h 26547"/>
              <a:gd name="connsiteX7" fmla="*/ 20000 w 21600"/>
              <a:gd name="connsiteY7" fmla="*/ 1815 h 26547"/>
              <a:gd name="connsiteX8" fmla="*/ 20000 w 21600"/>
              <a:gd name="connsiteY8" fmla="*/ 16252 h 26547"/>
              <a:gd name="connsiteX9" fmla="*/ 18595 w 21600"/>
              <a:gd name="connsiteY9" fmla="*/ 16352 h 26547"/>
              <a:gd name="connsiteX10" fmla="*/ 2972 w 21600"/>
              <a:gd name="connsiteY10" fmla="*/ 1815 h 26547"/>
              <a:gd name="connsiteX11" fmla="*/ 2972 w 21600"/>
              <a:gd name="connsiteY11" fmla="*/ 0 h 26547"/>
              <a:gd name="connsiteX12" fmla="*/ 21600 w 21600"/>
              <a:gd name="connsiteY12" fmla="*/ 0 h 26547"/>
              <a:gd name="connsiteX13" fmla="*/ 21600 w 21600"/>
              <a:gd name="connsiteY13" fmla="*/ 14392 h 26547"/>
              <a:gd name="connsiteX14" fmla="*/ 20000 w 21600"/>
              <a:gd name="connsiteY14" fmla="*/ 14467 h 26547"/>
              <a:gd name="connsiteX0" fmla="*/ 0 w 21600"/>
              <a:gd name="connsiteY0" fmla="*/ 20782 h 26547"/>
              <a:gd name="connsiteX1" fmla="*/ 9817 w 21600"/>
              <a:gd name="connsiteY1" fmla="*/ 26506 h 26547"/>
              <a:gd name="connsiteX2" fmla="*/ 18595 w 21600"/>
              <a:gd name="connsiteY2" fmla="*/ 18022 h 26547"/>
              <a:gd name="connsiteX3" fmla="*/ 18873 w 21600"/>
              <a:gd name="connsiteY3" fmla="*/ 25738 h 26547"/>
              <a:gd name="connsiteX4" fmla="*/ 20000 w 21600"/>
              <a:gd name="connsiteY4" fmla="*/ 16252 h 26547"/>
              <a:gd name="connsiteX5" fmla="*/ 20000 w 21600"/>
              <a:gd name="connsiteY5" fmla="*/ 14467 h 26547"/>
              <a:gd name="connsiteX6" fmla="*/ 21600 w 21600"/>
              <a:gd name="connsiteY6" fmla="*/ 14392 h 26547"/>
              <a:gd name="connsiteX7" fmla="*/ 21600 w 21600"/>
              <a:gd name="connsiteY7" fmla="*/ 0 h 26547"/>
              <a:gd name="connsiteX8" fmla="*/ 2972 w 21600"/>
              <a:gd name="connsiteY8" fmla="*/ 0 h 26547"/>
              <a:gd name="connsiteX9" fmla="*/ 2972 w 21600"/>
              <a:gd name="connsiteY9" fmla="*/ 1815 h 26547"/>
              <a:gd name="connsiteX10" fmla="*/ 1532 w 21600"/>
              <a:gd name="connsiteY10" fmla="*/ 1815 h 26547"/>
              <a:gd name="connsiteX11" fmla="*/ 1532 w 21600"/>
              <a:gd name="connsiteY11" fmla="*/ 3675 h 26547"/>
              <a:gd name="connsiteX12" fmla="*/ 0 w 21600"/>
              <a:gd name="connsiteY12" fmla="*/ 3675 h 26547"/>
              <a:gd name="connsiteX13" fmla="*/ 0 w 21600"/>
              <a:gd name="connsiteY13" fmla="*/ 20782 h 26547"/>
              <a:gd name="connsiteX0" fmla="*/ 0 w 21600"/>
              <a:gd name="connsiteY0" fmla="*/ 20782 h 25763"/>
              <a:gd name="connsiteX1" fmla="*/ 18595 w 21600"/>
              <a:gd name="connsiteY1" fmla="*/ 18022 h 25763"/>
              <a:gd name="connsiteX2" fmla="*/ 18595 w 21600"/>
              <a:gd name="connsiteY2" fmla="*/ 3675 h 25763"/>
              <a:gd name="connsiteX3" fmla="*/ 0 w 21600"/>
              <a:gd name="connsiteY3" fmla="*/ 3675 h 25763"/>
              <a:gd name="connsiteX4" fmla="*/ 0 w 21600"/>
              <a:gd name="connsiteY4" fmla="*/ 20782 h 25763"/>
              <a:gd name="connsiteX5" fmla="*/ 1532 w 21600"/>
              <a:gd name="connsiteY5" fmla="*/ 3675 h 25763"/>
              <a:gd name="connsiteX6" fmla="*/ 1532 w 21600"/>
              <a:gd name="connsiteY6" fmla="*/ 1815 h 25763"/>
              <a:gd name="connsiteX7" fmla="*/ 20000 w 21600"/>
              <a:gd name="connsiteY7" fmla="*/ 1815 h 25763"/>
              <a:gd name="connsiteX8" fmla="*/ 20000 w 21600"/>
              <a:gd name="connsiteY8" fmla="*/ 16252 h 25763"/>
              <a:gd name="connsiteX9" fmla="*/ 18595 w 21600"/>
              <a:gd name="connsiteY9" fmla="*/ 16352 h 25763"/>
              <a:gd name="connsiteX10" fmla="*/ 18595 w 21600"/>
              <a:gd name="connsiteY10" fmla="*/ 3675 h 25763"/>
              <a:gd name="connsiteX11" fmla="*/ 1532 w 21600"/>
              <a:gd name="connsiteY11" fmla="*/ 3675 h 25763"/>
              <a:gd name="connsiteX12" fmla="*/ 2972 w 21600"/>
              <a:gd name="connsiteY12" fmla="*/ 1815 h 25763"/>
              <a:gd name="connsiteX13" fmla="*/ 2972 w 21600"/>
              <a:gd name="connsiteY13" fmla="*/ 0 h 25763"/>
              <a:gd name="connsiteX14" fmla="*/ 21600 w 21600"/>
              <a:gd name="connsiteY14" fmla="*/ 0 h 25763"/>
              <a:gd name="connsiteX15" fmla="*/ 21600 w 21600"/>
              <a:gd name="connsiteY15" fmla="*/ 14392 h 25763"/>
              <a:gd name="connsiteX16" fmla="*/ 20000 w 21600"/>
              <a:gd name="connsiteY16" fmla="*/ 14467 h 25763"/>
              <a:gd name="connsiteX17" fmla="*/ 20000 w 21600"/>
              <a:gd name="connsiteY17" fmla="*/ 1815 h 25763"/>
              <a:gd name="connsiteX18" fmla="*/ 2972 w 21600"/>
              <a:gd name="connsiteY18" fmla="*/ 1815 h 25763"/>
              <a:gd name="connsiteX0" fmla="*/ 0 w 21600"/>
              <a:gd name="connsiteY0" fmla="*/ 3675 h 25763"/>
              <a:gd name="connsiteX1" fmla="*/ 18595 w 21600"/>
              <a:gd name="connsiteY1" fmla="*/ 3675 h 25763"/>
              <a:gd name="connsiteX2" fmla="*/ 18595 w 21600"/>
              <a:gd name="connsiteY2" fmla="*/ 18022 h 25763"/>
              <a:gd name="connsiteX3" fmla="*/ 0 w 21600"/>
              <a:gd name="connsiteY3" fmla="*/ 20782 h 25763"/>
              <a:gd name="connsiteX4" fmla="*/ 0 w 21600"/>
              <a:gd name="connsiteY4" fmla="*/ 3675 h 25763"/>
              <a:gd name="connsiteX5" fmla="*/ 1532 w 21600"/>
              <a:gd name="connsiteY5" fmla="*/ 3675 h 25763"/>
              <a:gd name="connsiteX6" fmla="*/ 1532 w 21600"/>
              <a:gd name="connsiteY6" fmla="*/ 1815 h 25763"/>
              <a:gd name="connsiteX7" fmla="*/ 20000 w 21600"/>
              <a:gd name="connsiteY7" fmla="*/ 1815 h 25763"/>
              <a:gd name="connsiteX8" fmla="*/ 20000 w 21600"/>
              <a:gd name="connsiteY8" fmla="*/ 16252 h 25763"/>
              <a:gd name="connsiteX9" fmla="*/ 18595 w 21600"/>
              <a:gd name="connsiteY9" fmla="*/ 16352 h 25763"/>
              <a:gd name="connsiteX10" fmla="*/ 2972 w 21600"/>
              <a:gd name="connsiteY10" fmla="*/ 1815 h 25763"/>
              <a:gd name="connsiteX11" fmla="*/ 2972 w 21600"/>
              <a:gd name="connsiteY11" fmla="*/ 0 h 25763"/>
              <a:gd name="connsiteX12" fmla="*/ 21600 w 21600"/>
              <a:gd name="connsiteY12" fmla="*/ 0 h 25763"/>
              <a:gd name="connsiteX13" fmla="*/ 21600 w 21600"/>
              <a:gd name="connsiteY13" fmla="*/ 14392 h 25763"/>
              <a:gd name="connsiteX14" fmla="*/ 20000 w 21600"/>
              <a:gd name="connsiteY14" fmla="*/ 14467 h 25763"/>
              <a:gd name="connsiteX0" fmla="*/ 0 w 21600"/>
              <a:gd name="connsiteY0" fmla="*/ 20782 h 25763"/>
              <a:gd name="connsiteX1" fmla="*/ 10652 w 21600"/>
              <a:gd name="connsiteY1" fmla="*/ 22896 h 25763"/>
              <a:gd name="connsiteX2" fmla="*/ 18595 w 21600"/>
              <a:gd name="connsiteY2" fmla="*/ 18022 h 25763"/>
              <a:gd name="connsiteX3" fmla="*/ 18873 w 21600"/>
              <a:gd name="connsiteY3" fmla="*/ 25738 h 25763"/>
              <a:gd name="connsiteX4" fmla="*/ 20000 w 21600"/>
              <a:gd name="connsiteY4" fmla="*/ 16252 h 25763"/>
              <a:gd name="connsiteX5" fmla="*/ 20000 w 21600"/>
              <a:gd name="connsiteY5" fmla="*/ 14467 h 25763"/>
              <a:gd name="connsiteX6" fmla="*/ 21600 w 21600"/>
              <a:gd name="connsiteY6" fmla="*/ 14392 h 25763"/>
              <a:gd name="connsiteX7" fmla="*/ 21600 w 21600"/>
              <a:gd name="connsiteY7" fmla="*/ 0 h 25763"/>
              <a:gd name="connsiteX8" fmla="*/ 2972 w 21600"/>
              <a:gd name="connsiteY8" fmla="*/ 0 h 25763"/>
              <a:gd name="connsiteX9" fmla="*/ 2972 w 21600"/>
              <a:gd name="connsiteY9" fmla="*/ 1815 h 25763"/>
              <a:gd name="connsiteX10" fmla="*/ 1532 w 21600"/>
              <a:gd name="connsiteY10" fmla="*/ 1815 h 25763"/>
              <a:gd name="connsiteX11" fmla="*/ 1532 w 21600"/>
              <a:gd name="connsiteY11" fmla="*/ 3675 h 25763"/>
              <a:gd name="connsiteX12" fmla="*/ 0 w 21600"/>
              <a:gd name="connsiteY12" fmla="*/ 3675 h 25763"/>
              <a:gd name="connsiteX13" fmla="*/ 0 w 21600"/>
              <a:gd name="connsiteY13" fmla="*/ 20782 h 25763"/>
              <a:gd name="connsiteX0" fmla="*/ 0 w 21600"/>
              <a:gd name="connsiteY0" fmla="*/ 20782 h 25763"/>
              <a:gd name="connsiteX1" fmla="*/ 18595 w 21600"/>
              <a:gd name="connsiteY1" fmla="*/ 18022 h 25763"/>
              <a:gd name="connsiteX2" fmla="*/ 18595 w 21600"/>
              <a:gd name="connsiteY2" fmla="*/ 3675 h 25763"/>
              <a:gd name="connsiteX3" fmla="*/ 0 w 21600"/>
              <a:gd name="connsiteY3" fmla="*/ 3675 h 25763"/>
              <a:gd name="connsiteX4" fmla="*/ 0 w 21600"/>
              <a:gd name="connsiteY4" fmla="*/ 20782 h 25763"/>
              <a:gd name="connsiteX5" fmla="*/ 1532 w 21600"/>
              <a:gd name="connsiteY5" fmla="*/ 3675 h 25763"/>
              <a:gd name="connsiteX6" fmla="*/ 1532 w 21600"/>
              <a:gd name="connsiteY6" fmla="*/ 1815 h 25763"/>
              <a:gd name="connsiteX7" fmla="*/ 20000 w 21600"/>
              <a:gd name="connsiteY7" fmla="*/ 1815 h 25763"/>
              <a:gd name="connsiteX8" fmla="*/ 20000 w 21600"/>
              <a:gd name="connsiteY8" fmla="*/ 16252 h 25763"/>
              <a:gd name="connsiteX9" fmla="*/ 18595 w 21600"/>
              <a:gd name="connsiteY9" fmla="*/ 16352 h 25763"/>
              <a:gd name="connsiteX10" fmla="*/ 18595 w 21600"/>
              <a:gd name="connsiteY10" fmla="*/ 3675 h 25763"/>
              <a:gd name="connsiteX11" fmla="*/ 1532 w 21600"/>
              <a:gd name="connsiteY11" fmla="*/ 3675 h 25763"/>
              <a:gd name="connsiteX12" fmla="*/ 2972 w 21600"/>
              <a:gd name="connsiteY12" fmla="*/ 1815 h 25763"/>
              <a:gd name="connsiteX13" fmla="*/ 2972 w 21600"/>
              <a:gd name="connsiteY13" fmla="*/ 0 h 25763"/>
              <a:gd name="connsiteX14" fmla="*/ 21600 w 21600"/>
              <a:gd name="connsiteY14" fmla="*/ 0 h 25763"/>
              <a:gd name="connsiteX15" fmla="*/ 21600 w 21600"/>
              <a:gd name="connsiteY15" fmla="*/ 14392 h 25763"/>
              <a:gd name="connsiteX16" fmla="*/ 20000 w 21600"/>
              <a:gd name="connsiteY16" fmla="*/ 14467 h 25763"/>
              <a:gd name="connsiteX17" fmla="*/ 20000 w 21600"/>
              <a:gd name="connsiteY17" fmla="*/ 1815 h 25763"/>
              <a:gd name="connsiteX18" fmla="*/ 2972 w 21600"/>
              <a:gd name="connsiteY18" fmla="*/ 1815 h 25763"/>
              <a:gd name="connsiteX0" fmla="*/ 0 w 21600"/>
              <a:gd name="connsiteY0" fmla="*/ 3675 h 25763"/>
              <a:gd name="connsiteX1" fmla="*/ 18595 w 21600"/>
              <a:gd name="connsiteY1" fmla="*/ 3675 h 25763"/>
              <a:gd name="connsiteX2" fmla="*/ 18595 w 21600"/>
              <a:gd name="connsiteY2" fmla="*/ 18022 h 25763"/>
              <a:gd name="connsiteX3" fmla="*/ 0 w 21600"/>
              <a:gd name="connsiteY3" fmla="*/ 20782 h 25763"/>
              <a:gd name="connsiteX4" fmla="*/ 0 w 21600"/>
              <a:gd name="connsiteY4" fmla="*/ 3675 h 25763"/>
              <a:gd name="connsiteX5" fmla="*/ 1532 w 21600"/>
              <a:gd name="connsiteY5" fmla="*/ 3675 h 25763"/>
              <a:gd name="connsiteX6" fmla="*/ 1532 w 21600"/>
              <a:gd name="connsiteY6" fmla="*/ 1815 h 25763"/>
              <a:gd name="connsiteX7" fmla="*/ 20000 w 21600"/>
              <a:gd name="connsiteY7" fmla="*/ 1815 h 25763"/>
              <a:gd name="connsiteX8" fmla="*/ 20000 w 21600"/>
              <a:gd name="connsiteY8" fmla="*/ 16252 h 25763"/>
              <a:gd name="connsiteX9" fmla="*/ 18595 w 21600"/>
              <a:gd name="connsiteY9" fmla="*/ 16352 h 25763"/>
              <a:gd name="connsiteX10" fmla="*/ 2972 w 21600"/>
              <a:gd name="connsiteY10" fmla="*/ 1815 h 25763"/>
              <a:gd name="connsiteX11" fmla="*/ 2972 w 21600"/>
              <a:gd name="connsiteY11" fmla="*/ 0 h 25763"/>
              <a:gd name="connsiteX12" fmla="*/ 21600 w 21600"/>
              <a:gd name="connsiteY12" fmla="*/ 0 h 25763"/>
              <a:gd name="connsiteX13" fmla="*/ 21600 w 21600"/>
              <a:gd name="connsiteY13" fmla="*/ 14392 h 25763"/>
              <a:gd name="connsiteX14" fmla="*/ 20000 w 21600"/>
              <a:gd name="connsiteY14" fmla="*/ 14467 h 25763"/>
              <a:gd name="connsiteX0" fmla="*/ 0 w 21600"/>
              <a:gd name="connsiteY0" fmla="*/ 20782 h 25763"/>
              <a:gd name="connsiteX1" fmla="*/ 10652 w 21600"/>
              <a:gd name="connsiteY1" fmla="*/ 22896 h 25763"/>
              <a:gd name="connsiteX2" fmla="*/ 18165 w 21600"/>
              <a:gd name="connsiteY2" fmla="*/ 24340 h 25763"/>
              <a:gd name="connsiteX3" fmla="*/ 18595 w 21600"/>
              <a:gd name="connsiteY3" fmla="*/ 18022 h 25763"/>
              <a:gd name="connsiteX4" fmla="*/ 18873 w 21600"/>
              <a:gd name="connsiteY4" fmla="*/ 25738 h 25763"/>
              <a:gd name="connsiteX5" fmla="*/ 20000 w 21600"/>
              <a:gd name="connsiteY5" fmla="*/ 16252 h 25763"/>
              <a:gd name="connsiteX6" fmla="*/ 20000 w 21600"/>
              <a:gd name="connsiteY6" fmla="*/ 14467 h 25763"/>
              <a:gd name="connsiteX7" fmla="*/ 21600 w 21600"/>
              <a:gd name="connsiteY7" fmla="*/ 14392 h 25763"/>
              <a:gd name="connsiteX8" fmla="*/ 21600 w 21600"/>
              <a:gd name="connsiteY8" fmla="*/ 0 h 25763"/>
              <a:gd name="connsiteX9" fmla="*/ 2972 w 21600"/>
              <a:gd name="connsiteY9" fmla="*/ 0 h 25763"/>
              <a:gd name="connsiteX10" fmla="*/ 2972 w 21600"/>
              <a:gd name="connsiteY10" fmla="*/ 1815 h 25763"/>
              <a:gd name="connsiteX11" fmla="*/ 1532 w 21600"/>
              <a:gd name="connsiteY11" fmla="*/ 1815 h 25763"/>
              <a:gd name="connsiteX12" fmla="*/ 1532 w 21600"/>
              <a:gd name="connsiteY12" fmla="*/ 3675 h 25763"/>
              <a:gd name="connsiteX13" fmla="*/ 0 w 21600"/>
              <a:gd name="connsiteY13" fmla="*/ 3675 h 25763"/>
              <a:gd name="connsiteX14" fmla="*/ 0 w 21600"/>
              <a:gd name="connsiteY14" fmla="*/ 20782 h 257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1600" h="25763" stroke="0" extrusionOk="0">
                <a:moveTo>
                  <a:pt x="0" y="20782"/>
                </a:moveTo>
                <a:cubicBezTo>
                  <a:pt x="9298" y="23542"/>
                  <a:pt x="9298" y="18022"/>
                  <a:pt x="18595" y="18022"/>
                </a:cubicBezTo>
                <a:lnTo>
                  <a:pt x="18595" y="3675"/>
                </a:lnTo>
                <a:lnTo>
                  <a:pt x="0" y="3675"/>
                </a:lnTo>
                <a:lnTo>
                  <a:pt x="0" y="20782"/>
                </a:lnTo>
                <a:close/>
                <a:moveTo>
                  <a:pt x="1532" y="3675"/>
                </a:moveTo>
                <a:lnTo>
                  <a:pt x="1532" y="1815"/>
                </a:lnTo>
                <a:lnTo>
                  <a:pt x="20000" y="1815"/>
                </a:lnTo>
                <a:lnTo>
                  <a:pt x="20000" y="16252"/>
                </a:lnTo>
                <a:cubicBezTo>
                  <a:pt x="19298" y="16252"/>
                  <a:pt x="18595" y="16352"/>
                  <a:pt x="18595" y="16352"/>
                </a:cubicBezTo>
                <a:lnTo>
                  <a:pt x="18595" y="3675"/>
                </a:lnTo>
                <a:lnTo>
                  <a:pt x="1532" y="3675"/>
                </a:lnTo>
                <a:close/>
                <a:moveTo>
                  <a:pt x="2972" y="1815"/>
                </a:moveTo>
                <a:lnTo>
                  <a:pt x="2972" y="0"/>
                </a:lnTo>
                <a:lnTo>
                  <a:pt x="21600" y="0"/>
                </a:lnTo>
                <a:lnTo>
                  <a:pt x="21600" y="14392"/>
                </a:lnTo>
                <a:cubicBezTo>
                  <a:pt x="20800" y="14392"/>
                  <a:pt x="20000" y="14467"/>
                  <a:pt x="20000" y="14467"/>
                </a:cubicBezTo>
                <a:lnTo>
                  <a:pt x="20000" y="1815"/>
                </a:lnTo>
                <a:lnTo>
                  <a:pt x="2972" y="1815"/>
                </a:lnTo>
                <a:close/>
              </a:path>
              <a:path w="21600" h="25763" fill="none" extrusionOk="0">
                <a:moveTo>
                  <a:pt x="0" y="3675"/>
                </a:moveTo>
                <a:lnTo>
                  <a:pt x="18595" y="3675"/>
                </a:lnTo>
                <a:lnTo>
                  <a:pt x="18595" y="18022"/>
                </a:lnTo>
                <a:cubicBezTo>
                  <a:pt x="9298" y="18022"/>
                  <a:pt x="9298" y="23542"/>
                  <a:pt x="0" y="20782"/>
                </a:cubicBezTo>
                <a:lnTo>
                  <a:pt x="0" y="3675"/>
                </a:lnTo>
                <a:close/>
                <a:moveTo>
                  <a:pt x="1532" y="3675"/>
                </a:moveTo>
                <a:lnTo>
                  <a:pt x="1532" y="1815"/>
                </a:lnTo>
                <a:lnTo>
                  <a:pt x="20000" y="1815"/>
                </a:lnTo>
                <a:lnTo>
                  <a:pt x="20000" y="16252"/>
                </a:lnTo>
                <a:cubicBezTo>
                  <a:pt x="19298" y="16252"/>
                  <a:pt x="18595" y="16352"/>
                  <a:pt x="18595" y="16352"/>
                </a:cubicBezTo>
                <a:moveTo>
                  <a:pt x="2972" y="1815"/>
                </a:moveTo>
                <a:lnTo>
                  <a:pt x="2972" y="0"/>
                </a:lnTo>
                <a:lnTo>
                  <a:pt x="21600" y="0"/>
                </a:lnTo>
                <a:lnTo>
                  <a:pt x="21600" y="14392"/>
                </a:lnTo>
                <a:cubicBezTo>
                  <a:pt x="20800" y="14392"/>
                  <a:pt x="20000" y="14467"/>
                  <a:pt x="20000" y="14467"/>
                </a:cubicBezTo>
              </a:path>
              <a:path w="21600" h="25763" fill="none" stroke="0">
                <a:moveTo>
                  <a:pt x="0" y="20782"/>
                </a:moveTo>
                <a:cubicBezTo>
                  <a:pt x="1590" y="23504"/>
                  <a:pt x="7553" y="23356"/>
                  <a:pt x="10652" y="22896"/>
                </a:cubicBezTo>
                <a:cubicBezTo>
                  <a:pt x="13540" y="22406"/>
                  <a:pt x="16841" y="25152"/>
                  <a:pt x="18165" y="24340"/>
                </a:cubicBezTo>
                <a:cubicBezTo>
                  <a:pt x="19489" y="23528"/>
                  <a:pt x="18338" y="16706"/>
                  <a:pt x="18595" y="18022"/>
                </a:cubicBezTo>
                <a:cubicBezTo>
                  <a:pt x="18595" y="17465"/>
                  <a:pt x="18873" y="26295"/>
                  <a:pt x="18873" y="25738"/>
                </a:cubicBezTo>
                <a:cubicBezTo>
                  <a:pt x="18873" y="25738"/>
                  <a:pt x="19298" y="16252"/>
                  <a:pt x="20000" y="16252"/>
                </a:cubicBezTo>
                <a:lnTo>
                  <a:pt x="20000" y="14467"/>
                </a:lnTo>
                <a:cubicBezTo>
                  <a:pt x="20000" y="14467"/>
                  <a:pt x="20800" y="14392"/>
                  <a:pt x="21600" y="14392"/>
                </a:cubicBezTo>
                <a:lnTo>
                  <a:pt x="21600" y="0"/>
                </a:lnTo>
                <a:lnTo>
                  <a:pt x="2972" y="0"/>
                </a:lnTo>
                <a:lnTo>
                  <a:pt x="2972" y="1815"/>
                </a:lnTo>
                <a:lnTo>
                  <a:pt x="1532" y="1815"/>
                </a:lnTo>
                <a:lnTo>
                  <a:pt x="1532" y="3675"/>
                </a:lnTo>
                <a:lnTo>
                  <a:pt x="0" y="3675"/>
                </a:lnTo>
                <a:lnTo>
                  <a:pt x="0" y="20782"/>
                </a:lnTo>
                <a:close/>
              </a:path>
            </a:pathLst>
          </a:custGeom>
          <a:solidFill>
            <a:srgbClr val="A7FFAB"/>
          </a:solidFill>
          <a:ln w="12700">
            <a:solidFill>
              <a:schemeClr val="accent1"/>
            </a:solidFill>
          </a:ln>
          <a:effectLst>
            <a:outerShdw blurRad="40000" dist="20000" dir="5400000" rotWithShape="0">
              <a:srgbClr val="000000">
                <a:alpha val="38000"/>
              </a:srgbClr>
            </a:outerShdw>
            <a:softEdge rad="12700"/>
          </a:effectLst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00"/>
                </a:solidFill>
              </a:rPr>
              <a:t>45t19</a:t>
            </a:r>
          </a:p>
        </p:txBody>
      </p:sp>
      <p:cxnSp>
        <p:nvCxnSpPr>
          <p:cNvPr id="54" name="Shape 200"/>
          <p:cNvCxnSpPr>
            <a:endCxn id="51" idx="3"/>
          </p:cNvCxnSpPr>
          <p:nvPr/>
        </p:nvCxnSpPr>
        <p:spPr>
          <a:xfrm flipH="1">
            <a:off x="7910192" y="6073197"/>
            <a:ext cx="286526" cy="638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55" name="Shape 204"/>
          <p:cNvSpPr/>
          <p:nvPr/>
        </p:nvSpPr>
        <p:spPr>
          <a:xfrm>
            <a:off x="6931162" y="6472896"/>
            <a:ext cx="917438" cy="2730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working3</a:t>
            </a:r>
          </a:p>
        </p:txBody>
      </p:sp>
      <p:cxnSp>
        <p:nvCxnSpPr>
          <p:cNvPr id="56" name="Shape 205"/>
          <p:cNvCxnSpPr>
            <a:endCxn id="51" idx="2"/>
          </p:cNvCxnSpPr>
          <p:nvPr/>
        </p:nvCxnSpPr>
        <p:spPr>
          <a:xfrm flipV="1">
            <a:off x="7522892" y="6251585"/>
            <a:ext cx="0" cy="221311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57" name="Shape 204"/>
          <p:cNvSpPr/>
          <p:nvPr/>
        </p:nvSpPr>
        <p:spPr>
          <a:xfrm>
            <a:off x="8074991" y="6491832"/>
            <a:ext cx="917438" cy="2730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working4</a:t>
            </a:r>
          </a:p>
        </p:txBody>
      </p:sp>
      <p:cxnSp>
        <p:nvCxnSpPr>
          <p:cNvPr id="58" name="Shape 205"/>
          <p:cNvCxnSpPr>
            <a:endCxn id="53" idx="0"/>
          </p:cNvCxnSpPr>
          <p:nvPr/>
        </p:nvCxnSpPr>
        <p:spPr>
          <a:xfrm flipV="1">
            <a:off x="8196718" y="6199345"/>
            <a:ext cx="0" cy="273551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65" name="Shape 200"/>
          <p:cNvCxnSpPr>
            <a:stCxn id="51" idx="1"/>
            <a:endCxn id="50" idx="1"/>
          </p:cNvCxnSpPr>
          <p:nvPr/>
        </p:nvCxnSpPr>
        <p:spPr>
          <a:xfrm flipH="1">
            <a:off x="6893344" y="6073835"/>
            <a:ext cx="242248" cy="22487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90" name="Shape 198"/>
          <p:cNvSpPr/>
          <p:nvPr/>
        </p:nvSpPr>
        <p:spPr>
          <a:xfrm>
            <a:off x="8369400" y="494421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57y23</a:t>
            </a:r>
          </a:p>
        </p:txBody>
      </p:sp>
      <p:sp>
        <p:nvSpPr>
          <p:cNvPr id="133" name="Shape 198"/>
          <p:cNvSpPr/>
          <p:nvPr/>
        </p:nvSpPr>
        <p:spPr>
          <a:xfrm>
            <a:off x="6809617" y="2786375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57y23</a:t>
            </a:r>
          </a:p>
        </p:txBody>
      </p:sp>
      <p:cxnSp>
        <p:nvCxnSpPr>
          <p:cNvPr id="146" name="Shape 200"/>
          <p:cNvCxnSpPr/>
          <p:nvPr/>
        </p:nvCxnSpPr>
        <p:spPr>
          <a:xfrm flipH="1">
            <a:off x="6606177" y="2982152"/>
            <a:ext cx="240224" cy="24781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61" name="TextBox 60"/>
          <p:cNvSpPr txBox="1"/>
          <p:nvPr/>
        </p:nvSpPr>
        <p:spPr>
          <a:xfrm>
            <a:off x="3397890" y="793922"/>
            <a:ext cx="1917569" cy="954107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Commits 345r3 and 57y23 squashed and applied upon commit 45v34 (Rebase) </a:t>
            </a:r>
          </a:p>
        </p:txBody>
      </p:sp>
      <p:sp>
        <p:nvSpPr>
          <p:cNvPr id="59" name="Shape 198"/>
          <p:cNvSpPr/>
          <p:nvPr/>
        </p:nvSpPr>
        <p:spPr>
          <a:xfrm>
            <a:off x="6966079" y="23203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45v34</a:t>
            </a:r>
          </a:p>
        </p:txBody>
      </p:sp>
      <p:cxnSp>
        <p:nvCxnSpPr>
          <p:cNvPr id="60" name="Shape 200"/>
          <p:cNvCxnSpPr>
            <a:stCxn id="59" idx="1"/>
            <a:endCxn id="192" idx="3"/>
          </p:cNvCxnSpPr>
          <p:nvPr/>
        </p:nvCxnSpPr>
        <p:spPr>
          <a:xfrm flipH="1">
            <a:off x="2668425" y="2498050"/>
            <a:ext cx="4297654" cy="12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63" name="Shape 198"/>
          <p:cNvSpPr/>
          <p:nvPr/>
        </p:nvSpPr>
        <p:spPr>
          <a:xfrm>
            <a:off x="7798291" y="2804402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3ed90</a:t>
            </a:r>
          </a:p>
        </p:txBody>
      </p:sp>
      <p:cxnSp>
        <p:nvCxnSpPr>
          <p:cNvPr id="66" name="Shape 200"/>
          <p:cNvCxnSpPr>
            <a:stCxn id="63" idx="1"/>
            <a:endCxn id="59" idx="3"/>
          </p:cNvCxnSpPr>
          <p:nvPr/>
        </p:nvCxnSpPr>
        <p:spPr>
          <a:xfrm flipH="1" flipV="1">
            <a:off x="7740679" y="2498050"/>
            <a:ext cx="57612" cy="484102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67" name="Shape 209"/>
          <p:cNvCxnSpPr>
            <a:endCxn id="63" idx="0"/>
          </p:cNvCxnSpPr>
          <p:nvPr/>
        </p:nvCxnSpPr>
        <p:spPr>
          <a:xfrm flipH="1">
            <a:off x="8185591" y="1946789"/>
            <a:ext cx="1" cy="857613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73" name="Shape 208"/>
          <p:cNvSpPr/>
          <p:nvPr/>
        </p:nvSpPr>
        <p:spPr>
          <a:xfrm>
            <a:off x="6926741" y="1696050"/>
            <a:ext cx="863400" cy="2547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master</a:t>
            </a:r>
          </a:p>
        </p:txBody>
      </p:sp>
      <p:cxnSp>
        <p:nvCxnSpPr>
          <p:cNvPr id="74" name="Shape 205"/>
          <p:cNvCxnSpPr>
            <a:stCxn id="73" idx="2"/>
          </p:cNvCxnSpPr>
          <p:nvPr/>
        </p:nvCxnSpPr>
        <p:spPr>
          <a:xfrm flipH="1">
            <a:off x="7353379" y="1950750"/>
            <a:ext cx="5062" cy="36955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75" name="Shape 204"/>
          <p:cNvSpPr/>
          <p:nvPr/>
        </p:nvSpPr>
        <p:spPr>
          <a:xfrm>
            <a:off x="1828800" y="1684576"/>
            <a:ext cx="917438" cy="2730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FTR-8</a:t>
            </a:r>
          </a:p>
        </p:txBody>
      </p:sp>
      <p:cxnSp>
        <p:nvCxnSpPr>
          <p:cNvPr id="76" name="Shape 205"/>
          <p:cNvCxnSpPr/>
          <p:nvPr/>
        </p:nvCxnSpPr>
        <p:spPr>
          <a:xfrm flipH="1">
            <a:off x="2276063" y="1957576"/>
            <a:ext cx="10124" cy="344424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77" name="Shape 204"/>
          <p:cNvSpPr/>
          <p:nvPr/>
        </p:nvSpPr>
        <p:spPr>
          <a:xfrm>
            <a:off x="639181" y="1708599"/>
            <a:ext cx="917438" cy="2730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FTR-7</a:t>
            </a:r>
          </a:p>
        </p:txBody>
      </p:sp>
      <p:cxnSp>
        <p:nvCxnSpPr>
          <p:cNvPr id="78" name="Shape 205"/>
          <p:cNvCxnSpPr/>
          <p:nvPr/>
        </p:nvCxnSpPr>
        <p:spPr>
          <a:xfrm flipH="1">
            <a:off x="1086444" y="1981599"/>
            <a:ext cx="10124" cy="344424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79" name="Shape 204"/>
          <p:cNvSpPr/>
          <p:nvPr/>
        </p:nvSpPr>
        <p:spPr>
          <a:xfrm>
            <a:off x="5856057" y="1711342"/>
            <a:ext cx="917438" cy="2730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FTR-9</a:t>
            </a:r>
          </a:p>
        </p:txBody>
      </p:sp>
      <p:cxnSp>
        <p:nvCxnSpPr>
          <p:cNvPr id="68" name="Shape 205"/>
          <p:cNvCxnSpPr/>
          <p:nvPr/>
        </p:nvCxnSpPr>
        <p:spPr>
          <a:xfrm>
            <a:off x="6314776" y="1984342"/>
            <a:ext cx="1048086" cy="335958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69" name="Shape 205"/>
          <p:cNvCxnSpPr/>
          <p:nvPr/>
        </p:nvCxnSpPr>
        <p:spPr>
          <a:xfrm>
            <a:off x="8724900" y="4555532"/>
            <a:ext cx="31800" cy="388678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70" name="Shape 212"/>
          <p:cNvSpPr/>
          <p:nvPr/>
        </p:nvSpPr>
        <p:spPr>
          <a:xfrm>
            <a:off x="8297285" y="3489837"/>
            <a:ext cx="838200" cy="355500"/>
          </a:xfrm>
          <a:prstGeom prst="rect">
            <a:avLst/>
          </a:prstGeom>
          <a:solidFill>
            <a:srgbClr val="666666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>
                <a:solidFill>
                  <a:srgbClr val="FFFFFF"/>
                </a:solidFill>
              </a:rPr>
              <a:t>HEAD</a:t>
            </a:r>
          </a:p>
        </p:txBody>
      </p:sp>
      <p:cxnSp>
        <p:nvCxnSpPr>
          <p:cNvPr id="81" name="Shape 205"/>
          <p:cNvCxnSpPr>
            <a:stCxn id="70" idx="2"/>
          </p:cNvCxnSpPr>
          <p:nvPr/>
        </p:nvCxnSpPr>
        <p:spPr>
          <a:xfrm>
            <a:off x="8716385" y="3845337"/>
            <a:ext cx="8515" cy="409606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82" name="Shape 204"/>
          <p:cNvSpPr/>
          <p:nvPr/>
        </p:nvSpPr>
        <p:spPr>
          <a:xfrm>
            <a:off x="1147728" y="4277557"/>
            <a:ext cx="1531531" cy="2730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origin/fix/FTR-10</a:t>
            </a:r>
          </a:p>
        </p:txBody>
      </p:sp>
      <p:sp>
        <p:nvSpPr>
          <p:cNvPr id="83" name="Shape 204"/>
          <p:cNvSpPr/>
          <p:nvPr/>
        </p:nvSpPr>
        <p:spPr>
          <a:xfrm>
            <a:off x="7848600" y="1668392"/>
            <a:ext cx="1227166" cy="278115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fix/FTR-10</a:t>
            </a:r>
          </a:p>
        </p:txBody>
      </p:sp>
      <p:sp>
        <p:nvSpPr>
          <p:cNvPr id="84" name="Shape 204"/>
          <p:cNvSpPr/>
          <p:nvPr/>
        </p:nvSpPr>
        <p:spPr>
          <a:xfrm>
            <a:off x="8033429" y="4252625"/>
            <a:ext cx="1110572" cy="297932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fix/FTR-10</a:t>
            </a:r>
          </a:p>
        </p:txBody>
      </p:sp>
    </p:spTree>
    <p:extLst>
      <p:ext uri="{BB962C8B-B14F-4D97-AF65-F5344CB8AC3E}">
        <p14:creationId xmlns:p14="http://schemas.microsoft.com/office/powerpoint/2010/main" val="24498940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Shape 190"/>
          <p:cNvSpPr txBox="1">
            <a:spLocks noGrp="1"/>
          </p:cNvSpPr>
          <p:nvPr>
            <p:ph type="sldNum" idx="12"/>
          </p:nvPr>
        </p:nvSpPr>
        <p:spPr>
          <a:xfrm>
            <a:off x="7983870" y="7003399"/>
            <a:ext cx="838200" cy="228600"/>
          </a:xfrm>
          <a:prstGeom prst="rect">
            <a:avLst/>
          </a:prstGeom>
        </p:spPr>
        <p:txBody>
          <a:bodyPr wrap="square" lIns="91425" tIns="45700" rIns="91425" bIns="45700" anchor="t" anchorCtr="0">
            <a:noAutofit/>
          </a:bodyPr>
          <a:lstStyle/>
          <a:p>
            <a:pPr lvl="0" rtl="0">
              <a:spcBef>
                <a:spcPts val="0"/>
              </a:spcBef>
              <a:buClr>
                <a:schemeClr val="lt2"/>
              </a:buClr>
              <a:buSzPct val="25000"/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 lang="en-US"/>
          </a:p>
        </p:txBody>
      </p:sp>
      <p:sp>
        <p:nvSpPr>
          <p:cNvPr id="191" name="Shape 191"/>
          <p:cNvSpPr/>
          <p:nvPr/>
        </p:nvSpPr>
        <p:spPr>
          <a:xfrm>
            <a:off x="710600" y="23215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/>
              <a:t>98ca9</a:t>
            </a:r>
          </a:p>
        </p:txBody>
      </p:sp>
      <p:sp>
        <p:nvSpPr>
          <p:cNvPr id="192" name="Shape 192"/>
          <p:cNvSpPr/>
          <p:nvPr/>
        </p:nvSpPr>
        <p:spPr>
          <a:xfrm>
            <a:off x="1893825" y="23215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/>
              <a:t>34ac2</a:t>
            </a:r>
          </a:p>
        </p:txBody>
      </p:sp>
      <p:cxnSp>
        <p:nvCxnSpPr>
          <p:cNvPr id="194" name="Shape 194"/>
          <p:cNvCxnSpPr>
            <a:stCxn id="192" idx="1"/>
            <a:endCxn id="191" idx="3"/>
          </p:cNvCxnSpPr>
          <p:nvPr/>
        </p:nvCxnSpPr>
        <p:spPr>
          <a:xfrm rot="10800000">
            <a:off x="1485225" y="2499250"/>
            <a:ext cx="4086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196" name="Shape 196"/>
          <p:cNvSpPr txBox="1">
            <a:spLocks noGrp="1"/>
          </p:cNvSpPr>
          <p:nvPr>
            <p:ph type="title"/>
          </p:nvPr>
        </p:nvSpPr>
        <p:spPr>
          <a:xfrm>
            <a:off x="0" y="0"/>
            <a:ext cx="3515495" cy="9906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Merriweather"/>
              <a:buNone/>
            </a:pPr>
            <a:r>
              <a:rPr lang="en-US" dirty="0">
                <a:latin typeface="Merriweather"/>
                <a:ea typeface="Merriweather"/>
                <a:cs typeface="Merriweather"/>
                <a:sym typeface="Merriweather"/>
              </a:rPr>
              <a:t>Trigger CI on new commit</a:t>
            </a:r>
            <a:endParaRPr lang="en-US" b="1" dirty="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97" name="Shape 197"/>
          <p:cNvSpPr/>
          <p:nvPr/>
        </p:nvSpPr>
        <p:spPr>
          <a:xfrm>
            <a:off x="489200" y="48876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/>
              <a:t>98ca9</a:t>
            </a:r>
          </a:p>
        </p:txBody>
      </p:sp>
      <p:sp>
        <p:nvSpPr>
          <p:cNvPr id="198" name="Shape 198"/>
          <p:cNvSpPr/>
          <p:nvPr/>
        </p:nvSpPr>
        <p:spPr>
          <a:xfrm>
            <a:off x="1672425" y="48876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34ac2</a:t>
            </a:r>
          </a:p>
        </p:txBody>
      </p:sp>
      <p:cxnSp>
        <p:nvCxnSpPr>
          <p:cNvPr id="200" name="Shape 200"/>
          <p:cNvCxnSpPr>
            <a:stCxn id="198" idx="1"/>
            <a:endCxn id="197" idx="3"/>
          </p:cNvCxnSpPr>
          <p:nvPr/>
        </p:nvCxnSpPr>
        <p:spPr>
          <a:xfrm rot="10800000">
            <a:off x="1263825" y="5065350"/>
            <a:ext cx="4086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202" name="Shape 202"/>
          <p:cNvSpPr txBox="1"/>
          <p:nvPr/>
        </p:nvSpPr>
        <p:spPr>
          <a:xfrm>
            <a:off x="0" y="1150050"/>
            <a:ext cx="2281125" cy="546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-US" sz="1800" dirty="0"/>
              <a:t>Remote Repository</a:t>
            </a:r>
          </a:p>
        </p:txBody>
      </p:sp>
      <p:sp>
        <p:nvSpPr>
          <p:cNvPr id="203" name="Shape 203"/>
          <p:cNvSpPr txBox="1"/>
          <p:nvPr/>
        </p:nvSpPr>
        <p:spPr>
          <a:xfrm>
            <a:off x="65825" y="3822500"/>
            <a:ext cx="2395950" cy="546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-US" sz="1800" dirty="0"/>
              <a:t>Local Repository</a:t>
            </a:r>
          </a:p>
        </p:txBody>
      </p:sp>
      <p:sp>
        <p:nvSpPr>
          <p:cNvPr id="204" name="Shape 204"/>
          <p:cNvSpPr/>
          <p:nvPr/>
        </p:nvSpPr>
        <p:spPr>
          <a:xfrm>
            <a:off x="2694843" y="4268738"/>
            <a:ext cx="1343757" cy="2730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origin/master</a:t>
            </a:r>
          </a:p>
        </p:txBody>
      </p:sp>
      <p:cxnSp>
        <p:nvCxnSpPr>
          <p:cNvPr id="205" name="Shape 205"/>
          <p:cNvCxnSpPr>
            <a:stCxn id="204" idx="2"/>
            <a:endCxn id="198" idx="0"/>
          </p:cNvCxnSpPr>
          <p:nvPr/>
        </p:nvCxnSpPr>
        <p:spPr>
          <a:xfrm flipH="1">
            <a:off x="2059725" y="4541738"/>
            <a:ext cx="1306997" cy="345862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208" name="Shape 208"/>
          <p:cNvSpPr/>
          <p:nvPr/>
        </p:nvSpPr>
        <p:spPr>
          <a:xfrm>
            <a:off x="6888766" y="1708599"/>
            <a:ext cx="863400" cy="2547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master</a:t>
            </a:r>
          </a:p>
        </p:txBody>
      </p:sp>
      <p:cxnSp>
        <p:nvCxnSpPr>
          <p:cNvPr id="209" name="Shape 209"/>
          <p:cNvCxnSpPr>
            <a:stCxn id="208" idx="2"/>
          </p:cNvCxnSpPr>
          <p:nvPr/>
        </p:nvCxnSpPr>
        <p:spPr>
          <a:xfrm>
            <a:off x="7320466" y="1963299"/>
            <a:ext cx="0" cy="37075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215" name="Shape 215"/>
          <p:cNvCxnSpPr/>
          <p:nvPr/>
        </p:nvCxnSpPr>
        <p:spPr>
          <a:xfrm>
            <a:off x="32125" y="3822500"/>
            <a:ext cx="5171700" cy="162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37" name="Shape 205"/>
          <p:cNvCxnSpPr>
            <a:endCxn id="198" idx="0"/>
          </p:cNvCxnSpPr>
          <p:nvPr/>
        </p:nvCxnSpPr>
        <p:spPr>
          <a:xfrm>
            <a:off x="2059725" y="4541738"/>
            <a:ext cx="0" cy="345862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62" name="Shape 205"/>
          <p:cNvCxnSpPr>
            <a:stCxn id="90" idx="1"/>
            <a:endCxn id="35" idx="3"/>
          </p:cNvCxnSpPr>
          <p:nvPr/>
        </p:nvCxnSpPr>
        <p:spPr>
          <a:xfrm flipH="1" flipV="1">
            <a:off x="6651096" y="5076370"/>
            <a:ext cx="1718304" cy="4559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41" name="Shape 198"/>
          <p:cNvSpPr/>
          <p:nvPr/>
        </p:nvSpPr>
        <p:spPr>
          <a:xfrm>
            <a:off x="2879962" y="5412739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67def</a:t>
            </a:r>
          </a:p>
        </p:txBody>
      </p:sp>
      <p:cxnSp>
        <p:nvCxnSpPr>
          <p:cNvPr id="42" name="Shape 200"/>
          <p:cNvCxnSpPr>
            <a:stCxn id="41" idx="1"/>
            <a:endCxn id="198" idx="3"/>
          </p:cNvCxnSpPr>
          <p:nvPr/>
        </p:nvCxnSpPr>
        <p:spPr>
          <a:xfrm flipH="1" flipV="1">
            <a:off x="2447025" y="5065350"/>
            <a:ext cx="432937" cy="525139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39" name="Shape 198"/>
          <p:cNvSpPr/>
          <p:nvPr/>
        </p:nvSpPr>
        <p:spPr>
          <a:xfrm>
            <a:off x="3958199" y="5408043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347e4</a:t>
            </a:r>
          </a:p>
        </p:txBody>
      </p:sp>
      <p:cxnSp>
        <p:nvCxnSpPr>
          <p:cNvPr id="40" name="Shape 200"/>
          <p:cNvCxnSpPr>
            <a:endCxn id="41" idx="3"/>
          </p:cNvCxnSpPr>
          <p:nvPr/>
        </p:nvCxnSpPr>
        <p:spPr>
          <a:xfrm flipH="1">
            <a:off x="3654562" y="5590489"/>
            <a:ext cx="269268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2" name="Flowchart: Multidocument 1"/>
          <p:cNvSpPr/>
          <p:nvPr/>
        </p:nvSpPr>
        <p:spPr>
          <a:xfrm>
            <a:off x="5105400" y="5424314"/>
            <a:ext cx="999626" cy="459574"/>
          </a:xfrm>
          <a:custGeom>
            <a:avLst/>
            <a:gdLst>
              <a:gd name="connsiteX0" fmla="*/ 0 w 21600"/>
              <a:gd name="connsiteY0" fmla="*/ 20782 h 21600"/>
              <a:gd name="connsiteX1" fmla="*/ 18595 w 21600"/>
              <a:gd name="connsiteY1" fmla="*/ 18022 h 21600"/>
              <a:gd name="connsiteX2" fmla="*/ 18595 w 21600"/>
              <a:gd name="connsiteY2" fmla="*/ 3675 h 21600"/>
              <a:gd name="connsiteX3" fmla="*/ 0 w 21600"/>
              <a:gd name="connsiteY3" fmla="*/ 3675 h 21600"/>
              <a:gd name="connsiteX4" fmla="*/ 0 w 21600"/>
              <a:gd name="connsiteY4" fmla="*/ 20782 h 21600"/>
              <a:gd name="connsiteX5" fmla="*/ 1532 w 21600"/>
              <a:gd name="connsiteY5" fmla="*/ 3675 h 21600"/>
              <a:gd name="connsiteX6" fmla="*/ 1532 w 21600"/>
              <a:gd name="connsiteY6" fmla="*/ 1815 h 21600"/>
              <a:gd name="connsiteX7" fmla="*/ 20000 w 21600"/>
              <a:gd name="connsiteY7" fmla="*/ 1815 h 21600"/>
              <a:gd name="connsiteX8" fmla="*/ 20000 w 21600"/>
              <a:gd name="connsiteY8" fmla="*/ 16252 h 21600"/>
              <a:gd name="connsiteX9" fmla="*/ 18595 w 21600"/>
              <a:gd name="connsiteY9" fmla="*/ 16352 h 21600"/>
              <a:gd name="connsiteX10" fmla="*/ 18595 w 21600"/>
              <a:gd name="connsiteY10" fmla="*/ 3675 h 21600"/>
              <a:gd name="connsiteX11" fmla="*/ 1532 w 21600"/>
              <a:gd name="connsiteY11" fmla="*/ 3675 h 21600"/>
              <a:gd name="connsiteX12" fmla="*/ 2972 w 21600"/>
              <a:gd name="connsiteY12" fmla="*/ 1815 h 21600"/>
              <a:gd name="connsiteX13" fmla="*/ 2972 w 21600"/>
              <a:gd name="connsiteY13" fmla="*/ 0 h 21600"/>
              <a:gd name="connsiteX14" fmla="*/ 21600 w 21600"/>
              <a:gd name="connsiteY14" fmla="*/ 0 h 21600"/>
              <a:gd name="connsiteX15" fmla="*/ 21600 w 21600"/>
              <a:gd name="connsiteY15" fmla="*/ 14392 h 21600"/>
              <a:gd name="connsiteX16" fmla="*/ 20000 w 21600"/>
              <a:gd name="connsiteY16" fmla="*/ 14467 h 21600"/>
              <a:gd name="connsiteX17" fmla="*/ 20000 w 21600"/>
              <a:gd name="connsiteY17" fmla="*/ 1815 h 21600"/>
              <a:gd name="connsiteX18" fmla="*/ 2972 w 21600"/>
              <a:gd name="connsiteY18" fmla="*/ 1815 h 21600"/>
              <a:gd name="connsiteX0" fmla="*/ 0 w 21600"/>
              <a:gd name="connsiteY0" fmla="*/ 3675 h 21600"/>
              <a:gd name="connsiteX1" fmla="*/ 18595 w 21600"/>
              <a:gd name="connsiteY1" fmla="*/ 3675 h 21600"/>
              <a:gd name="connsiteX2" fmla="*/ 18595 w 21600"/>
              <a:gd name="connsiteY2" fmla="*/ 18022 h 21600"/>
              <a:gd name="connsiteX3" fmla="*/ 0 w 21600"/>
              <a:gd name="connsiteY3" fmla="*/ 20782 h 21600"/>
              <a:gd name="connsiteX4" fmla="*/ 0 w 21600"/>
              <a:gd name="connsiteY4" fmla="*/ 3675 h 21600"/>
              <a:gd name="connsiteX5" fmla="*/ 1532 w 21600"/>
              <a:gd name="connsiteY5" fmla="*/ 3675 h 21600"/>
              <a:gd name="connsiteX6" fmla="*/ 1532 w 21600"/>
              <a:gd name="connsiteY6" fmla="*/ 1815 h 21600"/>
              <a:gd name="connsiteX7" fmla="*/ 20000 w 21600"/>
              <a:gd name="connsiteY7" fmla="*/ 1815 h 21600"/>
              <a:gd name="connsiteX8" fmla="*/ 20000 w 21600"/>
              <a:gd name="connsiteY8" fmla="*/ 16252 h 21600"/>
              <a:gd name="connsiteX9" fmla="*/ 18595 w 21600"/>
              <a:gd name="connsiteY9" fmla="*/ 16352 h 21600"/>
              <a:gd name="connsiteX10" fmla="*/ 2972 w 21600"/>
              <a:gd name="connsiteY10" fmla="*/ 1815 h 21600"/>
              <a:gd name="connsiteX11" fmla="*/ 2972 w 21600"/>
              <a:gd name="connsiteY11" fmla="*/ 0 h 21600"/>
              <a:gd name="connsiteX12" fmla="*/ 21600 w 21600"/>
              <a:gd name="connsiteY12" fmla="*/ 0 h 21600"/>
              <a:gd name="connsiteX13" fmla="*/ 21600 w 21600"/>
              <a:gd name="connsiteY13" fmla="*/ 14392 h 21600"/>
              <a:gd name="connsiteX14" fmla="*/ 20000 w 21600"/>
              <a:gd name="connsiteY14" fmla="*/ 14467 h 21600"/>
              <a:gd name="connsiteX0" fmla="*/ 0 w 21600"/>
              <a:gd name="connsiteY0" fmla="*/ 20782 h 21600"/>
              <a:gd name="connsiteX1" fmla="*/ 18595 w 21600"/>
              <a:gd name="connsiteY1" fmla="*/ 18022 h 21600"/>
              <a:gd name="connsiteX2" fmla="*/ 18595 w 21600"/>
              <a:gd name="connsiteY2" fmla="*/ 16352 h 21600"/>
              <a:gd name="connsiteX3" fmla="*/ 20000 w 21600"/>
              <a:gd name="connsiteY3" fmla="*/ 16252 h 21600"/>
              <a:gd name="connsiteX4" fmla="*/ 20000 w 21600"/>
              <a:gd name="connsiteY4" fmla="*/ 14467 h 21600"/>
              <a:gd name="connsiteX5" fmla="*/ 21600 w 21600"/>
              <a:gd name="connsiteY5" fmla="*/ 14392 h 21600"/>
              <a:gd name="connsiteX6" fmla="*/ 21600 w 21600"/>
              <a:gd name="connsiteY6" fmla="*/ 0 h 21600"/>
              <a:gd name="connsiteX7" fmla="*/ 2972 w 21600"/>
              <a:gd name="connsiteY7" fmla="*/ 0 h 21600"/>
              <a:gd name="connsiteX8" fmla="*/ 2972 w 21600"/>
              <a:gd name="connsiteY8" fmla="*/ 1815 h 21600"/>
              <a:gd name="connsiteX9" fmla="*/ 1532 w 21600"/>
              <a:gd name="connsiteY9" fmla="*/ 1815 h 21600"/>
              <a:gd name="connsiteX10" fmla="*/ 1532 w 21600"/>
              <a:gd name="connsiteY10" fmla="*/ 3675 h 21600"/>
              <a:gd name="connsiteX11" fmla="*/ 0 w 21600"/>
              <a:gd name="connsiteY11" fmla="*/ 3675 h 21600"/>
              <a:gd name="connsiteX12" fmla="*/ 0 w 21600"/>
              <a:gd name="connsiteY12" fmla="*/ 20782 h 21600"/>
              <a:gd name="connsiteX0" fmla="*/ 0 w 21600"/>
              <a:gd name="connsiteY0" fmla="*/ 20782 h 25763"/>
              <a:gd name="connsiteX1" fmla="*/ 18595 w 21600"/>
              <a:gd name="connsiteY1" fmla="*/ 18022 h 25763"/>
              <a:gd name="connsiteX2" fmla="*/ 18595 w 21600"/>
              <a:gd name="connsiteY2" fmla="*/ 3675 h 25763"/>
              <a:gd name="connsiteX3" fmla="*/ 0 w 21600"/>
              <a:gd name="connsiteY3" fmla="*/ 3675 h 25763"/>
              <a:gd name="connsiteX4" fmla="*/ 0 w 21600"/>
              <a:gd name="connsiteY4" fmla="*/ 20782 h 25763"/>
              <a:gd name="connsiteX5" fmla="*/ 1532 w 21600"/>
              <a:gd name="connsiteY5" fmla="*/ 3675 h 25763"/>
              <a:gd name="connsiteX6" fmla="*/ 1532 w 21600"/>
              <a:gd name="connsiteY6" fmla="*/ 1815 h 25763"/>
              <a:gd name="connsiteX7" fmla="*/ 20000 w 21600"/>
              <a:gd name="connsiteY7" fmla="*/ 1815 h 25763"/>
              <a:gd name="connsiteX8" fmla="*/ 20000 w 21600"/>
              <a:gd name="connsiteY8" fmla="*/ 16252 h 25763"/>
              <a:gd name="connsiteX9" fmla="*/ 18595 w 21600"/>
              <a:gd name="connsiteY9" fmla="*/ 16352 h 25763"/>
              <a:gd name="connsiteX10" fmla="*/ 18595 w 21600"/>
              <a:gd name="connsiteY10" fmla="*/ 3675 h 25763"/>
              <a:gd name="connsiteX11" fmla="*/ 1532 w 21600"/>
              <a:gd name="connsiteY11" fmla="*/ 3675 h 25763"/>
              <a:gd name="connsiteX12" fmla="*/ 2972 w 21600"/>
              <a:gd name="connsiteY12" fmla="*/ 1815 h 25763"/>
              <a:gd name="connsiteX13" fmla="*/ 2972 w 21600"/>
              <a:gd name="connsiteY13" fmla="*/ 0 h 25763"/>
              <a:gd name="connsiteX14" fmla="*/ 21600 w 21600"/>
              <a:gd name="connsiteY14" fmla="*/ 0 h 25763"/>
              <a:gd name="connsiteX15" fmla="*/ 21600 w 21600"/>
              <a:gd name="connsiteY15" fmla="*/ 14392 h 25763"/>
              <a:gd name="connsiteX16" fmla="*/ 20000 w 21600"/>
              <a:gd name="connsiteY16" fmla="*/ 14467 h 25763"/>
              <a:gd name="connsiteX17" fmla="*/ 20000 w 21600"/>
              <a:gd name="connsiteY17" fmla="*/ 1815 h 25763"/>
              <a:gd name="connsiteX18" fmla="*/ 2972 w 21600"/>
              <a:gd name="connsiteY18" fmla="*/ 1815 h 25763"/>
              <a:gd name="connsiteX0" fmla="*/ 0 w 21600"/>
              <a:gd name="connsiteY0" fmla="*/ 3675 h 25763"/>
              <a:gd name="connsiteX1" fmla="*/ 18595 w 21600"/>
              <a:gd name="connsiteY1" fmla="*/ 3675 h 25763"/>
              <a:gd name="connsiteX2" fmla="*/ 18595 w 21600"/>
              <a:gd name="connsiteY2" fmla="*/ 18022 h 25763"/>
              <a:gd name="connsiteX3" fmla="*/ 0 w 21600"/>
              <a:gd name="connsiteY3" fmla="*/ 20782 h 25763"/>
              <a:gd name="connsiteX4" fmla="*/ 0 w 21600"/>
              <a:gd name="connsiteY4" fmla="*/ 3675 h 25763"/>
              <a:gd name="connsiteX5" fmla="*/ 1532 w 21600"/>
              <a:gd name="connsiteY5" fmla="*/ 3675 h 25763"/>
              <a:gd name="connsiteX6" fmla="*/ 1532 w 21600"/>
              <a:gd name="connsiteY6" fmla="*/ 1815 h 25763"/>
              <a:gd name="connsiteX7" fmla="*/ 20000 w 21600"/>
              <a:gd name="connsiteY7" fmla="*/ 1815 h 25763"/>
              <a:gd name="connsiteX8" fmla="*/ 20000 w 21600"/>
              <a:gd name="connsiteY8" fmla="*/ 16252 h 25763"/>
              <a:gd name="connsiteX9" fmla="*/ 18595 w 21600"/>
              <a:gd name="connsiteY9" fmla="*/ 16352 h 25763"/>
              <a:gd name="connsiteX10" fmla="*/ 2972 w 21600"/>
              <a:gd name="connsiteY10" fmla="*/ 1815 h 25763"/>
              <a:gd name="connsiteX11" fmla="*/ 2972 w 21600"/>
              <a:gd name="connsiteY11" fmla="*/ 0 h 25763"/>
              <a:gd name="connsiteX12" fmla="*/ 21600 w 21600"/>
              <a:gd name="connsiteY12" fmla="*/ 0 h 25763"/>
              <a:gd name="connsiteX13" fmla="*/ 21600 w 21600"/>
              <a:gd name="connsiteY13" fmla="*/ 14392 h 25763"/>
              <a:gd name="connsiteX14" fmla="*/ 20000 w 21600"/>
              <a:gd name="connsiteY14" fmla="*/ 14467 h 25763"/>
              <a:gd name="connsiteX0" fmla="*/ 0 w 21600"/>
              <a:gd name="connsiteY0" fmla="*/ 20782 h 25763"/>
              <a:gd name="connsiteX1" fmla="*/ 18595 w 21600"/>
              <a:gd name="connsiteY1" fmla="*/ 18022 h 25763"/>
              <a:gd name="connsiteX2" fmla="*/ 18873 w 21600"/>
              <a:gd name="connsiteY2" fmla="*/ 25738 h 25763"/>
              <a:gd name="connsiteX3" fmla="*/ 20000 w 21600"/>
              <a:gd name="connsiteY3" fmla="*/ 16252 h 25763"/>
              <a:gd name="connsiteX4" fmla="*/ 20000 w 21600"/>
              <a:gd name="connsiteY4" fmla="*/ 14467 h 25763"/>
              <a:gd name="connsiteX5" fmla="*/ 21600 w 21600"/>
              <a:gd name="connsiteY5" fmla="*/ 14392 h 25763"/>
              <a:gd name="connsiteX6" fmla="*/ 21600 w 21600"/>
              <a:gd name="connsiteY6" fmla="*/ 0 h 25763"/>
              <a:gd name="connsiteX7" fmla="*/ 2972 w 21600"/>
              <a:gd name="connsiteY7" fmla="*/ 0 h 25763"/>
              <a:gd name="connsiteX8" fmla="*/ 2972 w 21600"/>
              <a:gd name="connsiteY8" fmla="*/ 1815 h 25763"/>
              <a:gd name="connsiteX9" fmla="*/ 1532 w 21600"/>
              <a:gd name="connsiteY9" fmla="*/ 1815 h 25763"/>
              <a:gd name="connsiteX10" fmla="*/ 1532 w 21600"/>
              <a:gd name="connsiteY10" fmla="*/ 3675 h 25763"/>
              <a:gd name="connsiteX11" fmla="*/ 0 w 21600"/>
              <a:gd name="connsiteY11" fmla="*/ 3675 h 25763"/>
              <a:gd name="connsiteX12" fmla="*/ 0 w 21600"/>
              <a:gd name="connsiteY12" fmla="*/ 20782 h 25763"/>
              <a:gd name="connsiteX0" fmla="*/ 0 w 21600"/>
              <a:gd name="connsiteY0" fmla="*/ 20782 h 26547"/>
              <a:gd name="connsiteX1" fmla="*/ 18595 w 21600"/>
              <a:gd name="connsiteY1" fmla="*/ 18022 h 26547"/>
              <a:gd name="connsiteX2" fmla="*/ 18595 w 21600"/>
              <a:gd name="connsiteY2" fmla="*/ 3675 h 26547"/>
              <a:gd name="connsiteX3" fmla="*/ 0 w 21600"/>
              <a:gd name="connsiteY3" fmla="*/ 3675 h 26547"/>
              <a:gd name="connsiteX4" fmla="*/ 0 w 21600"/>
              <a:gd name="connsiteY4" fmla="*/ 20782 h 26547"/>
              <a:gd name="connsiteX5" fmla="*/ 1532 w 21600"/>
              <a:gd name="connsiteY5" fmla="*/ 3675 h 26547"/>
              <a:gd name="connsiteX6" fmla="*/ 1532 w 21600"/>
              <a:gd name="connsiteY6" fmla="*/ 1815 h 26547"/>
              <a:gd name="connsiteX7" fmla="*/ 20000 w 21600"/>
              <a:gd name="connsiteY7" fmla="*/ 1815 h 26547"/>
              <a:gd name="connsiteX8" fmla="*/ 20000 w 21600"/>
              <a:gd name="connsiteY8" fmla="*/ 16252 h 26547"/>
              <a:gd name="connsiteX9" fmla="*/ 18595 w 21600"/>
              <a:gd name="connsiteY9" fmla="*/ 16352 h 26547"/>
              <a:gd name="connsiteX10" fmla="*/ 18595 w 21600"/>
              <a:gd name="connsiteY10" fmla="*/ 3675 h 26547"/>
              <a:gd name="connsiteX11" fmla="*/ 1532 w 21600"/>
              <a:gd name="connsiteY11" fmla="*/ 3675 h 26547"/>
              <a:gd name="connsiteX12" fmla="*/ 2972 w 21600"/>
              <a:gd name="connsiteY12" fmla="*/ 1815 h 26547"/>
              <a:gd name="connsiteX13" fmla="*/ 2972 w 21600"/>
              <a:gd name="connsiteY13" fmla="*/ 0 h 26547"/>
              <a:gd name="connsiteX14" fmla="*/ 21600 w 21600"/>
              <a:gd name="connsiteY14" fmla="*/ 0 h 26547"/>
              <a:gd name="connsiteX15" fmla="*/ 21600 w 21600"/>
              <a:gd name="connsiteY15" fmla="*/ 14392 h 26547"/>
              <a:gd name="connsiteX16" fmla="*/ 20000 w 21600"/>
              <a:gd name="connsiteY16" fmla="*/ 14467 h 26547"/>
              <a:gd name="connsiteX17" fmla="*/ 20000 w 21600"/>
              <a:gd name="connsiteY17" fmla="*/ 1815 h 26547"/>
              <a:gd name="connsiteX18" fmla="*/ 2972 w 21600"/>
              <a:gd name="connsiteY18" fmla="*/ 1815 h 26547"/>
              <a:gd name="connsiteX0" fmla="*/ 0 w 21600"/>
              <a:gd name="connsiteY0" fmla="*/ 3675 h 26547"/>
              <a:gd name="connsiteX1" fmla="*/ 18595 w 21600"/>
              <a:gd name="connsiteY1" fmla="*/ 3675 h 26547"/>
              <a:gd name="connsiteX2" fmla="*/ 18595 w 21600"/>
              <a:gd name="connsiteY2" fmla="*/ 18022 h 26547"/>
              <a:gd name="connsiteX3" fmla="*/ 0 w 21600"/>
              <a:gd name="connsiteY3" fmla="*/ 20782 h 26547"/>
              <a:gd name="connsiteX4" fmla="*/ 0 w 21600"/>
              <a:gd name="connsiteY4" fmla="*/ 3675 h 26547"/>
              <a:gd name="connsiteX5" fmla="*/ 1532 w 21600"/>
              <a:gd name="connsiteY5" fmla="*/ 3675 h 26547"/>
              <a:gd name="connsiteX6" fmla="*/ 1532 w 21600"/>
              <a:gd name="connsiteY6" fmla="*/ 1815 h 26547"/>
              <a:gd name="connsiteX7" fmla="*/ 20000 w 21600"/>
              <a:gd name="connsiteY7" fmla="*/ 1815 h 26547"/>
              <a:gd name="connsiteX8" fmla="*/ 20000 w 21600"/>
              <a:gd name="connsiteY8" fmla="*/ 16252 h 26547"/>
              <a:gd name="connsiteX9" fmla="*/ 18595 w 21600"/>
              <a:gd name="connsiteY9" fmla="*/ 16352 h 26547"/>
              <a:gd name="connsiteX10" fmla="*/ 2972 w 21600"/>
              <a:gd name="connsiteY10" fmla="*/ 1815 h 26547"/>
              <a:gd name="connsiteX11" fmla="*/ 2972 w 21600"/>
              <a:gd name="connsiteY11" fmla="*/ 0 h 26547"/>
              <a:gd name="connsiteX12" fmla="*/ 21600 w 21600"/>
              <a:gd name="connsiteY12" fmla="*/ 0 h 26547"/>
              <a:gd name="connsiteX13" fmla="*/ 21600 w 21600"/>
              <a:gd name="connsiteY13" fmla="*/ 14392 h 26547"/>
              <a:gd name="connsiteX14" fmla="*/ 20000 w 21600"/>
              <a:gd name="connsiteY14" fmla="*/ 14467 h 26547"/>
              <a:gd name="connsiteX0" fmla="*/ 0 w 21600"/>
              <a:gd name="connsiteY0" fmla="*/ 20782 h 26547"/>
              <a:gd name="connsiteX1" fmla="*/ 9817 w 21600"/>
              <a:gd name="connsiteY1" fmla="*/ 26506 h 26547"/>
              <a:gd name="connsiteX2" fmla="*/ 18595 w 21600"/>
              <a:gd name="connsiteY2" fmla="*/ 18022 h 26547"/>
              <a:gd name="connsiteX3" fmla="*/ 18873 w 21600"/>
              <a:gd name="connsiteY3" fmla="*/ 25738 h 26547"/>
              <a:gd name="connsiteX4" fmla="*/ 20000 w 21600"/>
              <a:gd name="connsiteY4" fmla="*/ 16252 h 26547"/>
              <a:gd name="connsiteX5" fmla="*/ 20000 w 21600"/>
              <a:gd name="connsiteY5" fmla="*/ 14467 h 26547"/>
              <a:gd name="connsiteX6" fmla="*/ 21600 w 21600"/>
              <a:gd name="connsiteY6" fmla="*/ 14392 h 26547"/>
              <a:gd name="connsiteX7" fmla="*/ 21600 w 21600"/>
              <a:gd name="connsiteY7" fmla="*/ 0 h 26547"/>
              <a:gd name="connsiteX8" fmla="*/ 2972 w 21600"/>
              <a:gd name="connsiteY8" fmla="*/ 0 h 26547"/>
              <a:gd name="connsiteX9" fmla="*/ 2972 w 21600"/>
              <a:gd name="connsiteY9" fmla="*/ 1815 h 26547"/>
              <a:gd name="connsiteX10" fmla="*/ 1532 w 21600"/>
              <a:gd name="connsiteY10" fmla="*/ 1815 h 26547"/>
              <a:gd name="connsiteX11" fmla="*/ 1532 w 21600"/>
              <a:gd name="connsiteY11" fmla="*/ 3675 h 26547"/>
              <a:gd name="connsiteX12" fmla="*/ 0 w 21600"/>
              <a:gd name="connsiteY12" fmla="*/ 3675 h 26547"/>
              <a:gd name="connsiteX13" fmla="*/ 0 w 21600"/>
              <a:gd name="connsiteY13" fmla="*/ 20782 h 26547"/>
              <a:gd name="connsiteX0" fmla="*/ 0 w 21600"/>
              <a:gd name="connsiteY0" fmla="*/ 20782 h 25763"/>
              <a:gd name="connsiteX1" fmla="*/ 18595 w 21600"/>
              <a:gd name="connsiteY1" fmla="*/ 18022 h 25763"/>
              <a:gd name="connsiteX2" fmla="*/ 18595 w 21600"/>
              <a:gd name="connsiteY2" fmla="*/ 3675 h 25763"/>
              <a:gd name="connsiteX3" fmla="*/ 0 w 21600"/>
              <a:gd name="connsiteY3" fmla="*/ 3675 h 25763"/>
              <a:gd name="connsiteX4" fmla="*/ 0 w 21600"/>
              <a:gd name="connsiteY4" fmla="*/ 20782 h 25763"/>
              <a:gd name="connsiteX5" fmla="*/ 1532 w 21600"/>
              <a:gd name="connsiteY5" fmla="*/ 3675 h 25763"/>
              <a:gd name="connsiteX6" fmla="*/ 1532 w 21600"/>
              <a:gd name="connsiteY6" fmla="*/ 1815 h 25763"/>
              <a:gd name="connsiteX7" fmla="*/ 20000 w 21600"/>
              <a:gd name="connsiteY7" fmla="*/ 1815 h 25763"/>
              <a:gd name="connsiteX8" fmla="*/ 20000 w 21600"/>
              <a:gd name="connsiteY8" fmla="*/ 16252 h 25763"/>
              <a:gd name="connsiteX9" fmla="*/ 18595 w 21600"/>
              <a:gd name="connsiteY9" fmla="*/ 16352 h 25763"/>
              <a:gd name="connsiteX10" fmla="*/ 18595 w 21600"/>
              <a:gd name="connsiteY10" fmla="*/ 3675 h 25763"/>
              <a:gd name="connsiteX11" fmla="*/ 1532 w 21600"/>
              <a:gd name="connsiteY11" fmla="*/ 3675 h 25763"/>
              <a:gd name="connsiteX12" fmla="*/ 2972 w 21600"/>
              <a:gd name="connsiteY12" fmla="*/ 1815 h 25763"/>
              <a:gd name="connsiteX13" fmla="*/ 2972 w 21600"/>
              <a:gd name="connsiteY13" fmla="*/ 0 h 25763"/>
              <a:gd name="connsiteX14" fmla="*/ 21600 w 21600"/>
              <a:gd name="connsiteY14" fmla="*/ 0 h 25763"/>
              <a:gd name="connsiteX15" fmla="*/ 21600 w 21600"/>
              <a:gd name="connsiteY15" fmla="*/ 14392 h 25763"/>
              <a:gd name="connsiteX16" fmla="*/ 20000 w 21600"/>
              <a:gd name="connsiteY16" fmla="*/ 14467 h 25763"/>
              <a:gd name="connsiteX17" fmla="*/ 20000 w 21600"/>
              <a:gd name="connsiteY17" fmla="*/ 1815 h 25763"/>
              <a:gd name="connsiteX18" fmla="*/ 2972 w 21600"/>
              <a:gd name="connsiteY18" fmla="*/ 1815 h 25763"/>
              <a:gd name="connsiteX0" fmla="*/ 0 w 21600"/>
              <a:gd name="connsiteY0" fmla="*/ 3675 h 25763"/>
              <a:gd name="connsiteX1" fmla="*/ 18595 w 21600"/>
              <a:gd name="connsiteY1" fmla="*/ 3675 h 25763"/>
              <a:gd name="connsiteX2" fmla="*/ 18595 w 21600"/>
              <a:gd name="connsiteY2" fmla="*/ 18022 h 25763"/>
              <a:gd name="connsiteX3" fmla="*/ 0 w 21600"/>
              <a:gd name="connsiteY3" fmla="*/ 20782 h 25763"/>
              <a:gd name="connsiteX4" fmla="*/ 0 w 21600"/>
              <a:gd name="connsiteY4" fmla="*/ 3675 h 25763"/>
              <a:gd name="connsiteX5" fmla="*/ 1532 w 21600"/>
              <a:gd name="connsiteY5" fmla="*/ 3675 h 25763"/>
              <a:gd name="connsiteX6" fmla="*/ 1532 w 21600"/>
              <a:gd name="connsiteY6" fmla="*/ 1815 h 25763"/>
              <a:gd name="connsiteX7" fmla="*/ 20000 w 21600"/>
              <a:gd name="connsiteY7" fmla="*/ 1815 h 25763"/>
              <a:gd name="connsiteX8" fmla="*/ 20000 w 21600"/>
              <a:gd name="connsiteY8" fmla="*/ 16252 h 25763"/>
              <a:gd name="connsiteX9" fmla="*/ 18595 w 21600"/>
              <a:gd name="connsiteY9" fmla="*/ 16352 h 25763"/>
              <a:gd name="connsiteX10" fmla="*/ 2972 w 21600"/>
              <a:gd name="connsiteY10" fmla="*/ 1815 h 25763"/>
              <a:gd name="connsiteX11" fmla="*/ 2972 w 21600"/>
              <a:gd name="connsiteY11" fmla="*/ 0 h 25763"/>
              <a:gd name="connsiteX12" fmla="*/ 21600 w 21600"/>
              <a:gd name="connsiteY12" fmla="*/ 0 h 25763"/>
              <a:gd name="connsiteX13" fmla="*/ 21600 w 21600"/>
              <a:gd name="connsiteY13" fmla="*/ 14392 h 25763"/>
              <a:gd name="connsiteX14" fmla="*/ 20000 w 21600"/>
              <a:gd name="connsiteY14" fmla="*/ 14467 h 25763"/>
              <a:gd name="connsiteX0" fmla="*/ 0 w 21600"/>
              <a:gd name="connsiteY0" fmla="*/ 20782 h 25763"/>
              <a:gd name="connsiteX1" fmla="*/ 10652 w 21600"/>
              <a:gd name="connsiteY1" fmla="*/ 22896 h 25763"/>
              <a:gd name="connsiteX2" fmla="*/ 18595 w 21600"/>
              <a:gd name="connsiteY2" fmla="*/ 18022 h 25763"/>
              <a:gd name="connsiteX3" fmla="*/ 18873 w 21600"/>
              <a:gd name="connsiteY3" fmla="*/ 25738 h 25763"/>
              <a:gd name="connsiteX4" fmla="*/ 20000 w 21600"/>
              <a:gd name="connsiteY4" fmla="*/ 16252 h 25763"/>
              <a:gd name="connsiteX5" fmla="*/ 20000 w 21600"/>
              <a:gd name="connsiteY5" fmla="*/ 14467 h 25763"/>
              <a:gd name="connsiteX6" fmla="*/ 21600 w 21600"/>
              <a:gd name="connsiteY6" fmla="*/ 14392 h 25763"/>
              <a:gd name="connsiteX7" fmla="*/ 21600 w 21600"/>
              <a:gd name="connsiteY7" fmla="*/ 0 h 25763"/>
              <a:gd name="connsiteX8" fmla="*/ 2972 w 21600"/>
              <a:gd name="connsiteY8" fmla="*/ 0 h 25763"/>
              <a:gd name="connsiteX9" fmla="*/ 2972 w 21600"/>
              <a:gd name="connsiteY9" fmla="*/ 1815 h 25763"/>
              <a:gd name="connsiteX10" fmla="*/ 1532 w 21600"/>
              <a:gd name="connsiteY10" fmla="*/ 1815 h 25763"/>
              <a:gd name="connsiteX11" fmla="*/ 1532 w 21600"/>
              <a:gd name="connsiteY11" fmla="*/ 3675 h 25763"/>
              <a:gd name="connsiteX12" fmla="*/ 0 w 21600"/>
              <a:gd name="connsiteY12" fmla="*/ 3675 h 25763"/>
              <a:gd name="connsiteX13" fmla="*/ 0 w 21600"/>
              <a:gd name="connsiteY13" fmla="*/ 20782 h 25763"/>
              <a:gd name="connsiteX0" fmla="*/ 0 w 21600"/>
              <a:gd name="connsiteY0" fmla="*/ 20782 h 25763"/>
              <a:gd name="connsiteX1" fmla="*/ 18595 w 21600"/>
              <a:gd name="connsiteY1" fmla="*/ 18022 h 25763"/>
              <a:gd name="connsiteX2" fmla="*/ 18595 w 21600"/>
              <a:gd name="connsiteY2" fmla="*/ 3675 h 25763"/>
              <a:gd name="connsiteX3" fmla="*/ 0 w 21600"/>
              <a:gd name="connsiteY3" fmla="*/ 3675 h 25763"/>
              <a:gd name="connsiteX4" fmla="*/ 0 w 21600"/>
              <a:gd name="connsiteY4" fmla="*/ 20782 h 25763"/>
              <a:gd name="connsiteX5" fmla="*/ 1532 w 21600"/>
              <a:gd name="connsiteY5" fmla="*/ 3675 h 25763"/>
              <a:gd name="connsiteX6" fmla="*/ 1532 w 21600"/>
              <a:gd name="connsiteY6" fmla="*/ 1815 h 25763"/>
              <a:gd name="connsiteX7" fmla="*/ 20000 w 21600"/>
              <a:gd name="connsiteY7" fmla="*/ 1815 h 25763"/>
              <a:gd name="connsiteX8" fmla="*/ 20000 w 21600"/>
              <a:gd name="connsiteY8" fmla="*/ 16252 h 25763"/>
              <a:gd name="connsiteX9" fmla="*/ 18595 w 21600"/>
              <a:gd name="connsiteY9" fmla="*/ 16352 h 25763"/>
              <a:gd name="connsiteX10" fmla="*/ 18595 w 21600"/>
              <a:gd name="connsiteY10" fmla="*/ 3675 h 25763"/>
              <a:gd name="connsiteX11" fmla="*/ 1532 w 21600"/>
              <a:gd name="connsiteY11" fmla="*/ 3675 h 25763"/>
              <a:gd name="connsiteX12" fmla="*/ 2972 w 21600"/>
              <a:gd name="connsiteY12" fmla="*/ 1815 h 25763"/>
              <a:gd name="connsiteX13" fmla="*/ 2972 w 21600"/>
              <a:gd name="connsiteY13" fmla="*/ 0 h 25763"/>
              <a:gd name="connsiteX14" fmla="*/ 21600 w 21600"/>
              <a:gd name="connsiteY14" fmla="*/ 0 h 25763"/>
              <a:gd name="connsiteX15" fmla="*/ 21600 w 21600"/>
              <a:gd name="connsiteY15" fmla="*/ 14392 h 25763"/>
              <a:gd name="connsiteX16" fmla="*/ 20000 w 21600"/>
              <a:gd name="connsiteY16" fmla="*/ 14467 h 25763"/>
              <a:gd name="connsiteX17" fmla="*/ 20000 w 21600"/>
              <a:gd name="connsiteY17" fmla="*/ 1815 h 25763"/>
              <a:gd name="connsiteX18" fmla="*/ 2972 w 21600"/>
              <a:gd name="connsiteY18" fmla="*/ 1815 h 25763"/>
              <a:gd name="connsiteX0" fmla="*/ 0 w 21600"/>
              <a:gd name="connsiteY0" fmla="*/ 3675 h 25763"/>
              <a:gd name="connsiteX1" fmla="*/ 18595 w 21600"/>
              <a:gd name="connsiteY1" fmla="*/ 3675 h 25763"/>
              <a:gd name="connsiteX2" fmla="*/ 18595 w 21600"/>
              <a:gd name="connsiteY2" fmla="*/ 18022 h 25763"/>
              <a:gd name="connsiteX3" fmla="*/ 0 w 21600"/>
              <a:gd name="connsiteY3" fmla="*/ 20782 h 25763"/>
              <a:gd name="connsiteX4" fmla="*/ 0 w 21600"/>
              <a:gd name="connsiteY4" fmla="*/ 3675 h 25763"/>
              <a:gd name="connsiteX5" fmla="*/ 1532 w 21600"/>
              <a:gd name="connsiteY5" fmla="*/ 3675 h 25763"/>
              <a:gd name="connsiteX6" fmla="*/ 1532 w 21600"/>
              <a:gd name="connsiteY6" fmla="*/ 1815 h 25763"/>
              <a:gd name="connsiteX7" fmla="*/ 20000 w 21600"/>
              <a:gd name="connsiteY7" fmla="*/ 1815 h 25763"/>
              <a:gd name="connsiteX8" fmla="*/ 20000 w 21600"/>
              <a:gd name="connsiteY8" fmla="*/ 16252 h 25763"/>
              <a:gd name="connsiteX9" fmla="*/ 18595 w 21600"/>
              <a:gd name="connsiteY9" fmla="*/ 16352 h 25763"/>
              <a:gd name="connsiteX10" fmla="*/ 2972 w 21600"/>
              <a:gd name="connsiteY10" fmla="*/ 1815 h 25763"/>
              <a:gd name="connsiteX11" fmla="*/ 2972 w 21600"/>
              <a:gd name="connsiteY11" fmla="*/ 0 h 25763"/>
              <a:gd name="connsiteX12" fmla="*/ 21600 w 21600"/>
              <a:gd name="connsiteY12" fmla="*/ 0 h 25763"/>
              <a:gd name="connsiteX13" fmla="*/ 21600 w 21600"/>
              <a:gd name="connsiteY13" fmla="*/ 14392 h 25763"/>
              <a:gd name="connsiteX14" fmla="*/ 20000 w 21600"/>
              <a:gd name="connsiteY14" fmla="*/ 14467 h 25763"/>
              <a:gd name="connsiteX0" fmla="*/ 0 w 21600"/>
              <a:gd name="connsiteY0" fmla="*/ 20782 h 25763"/>
              <a:gd name="connsiteX1" fmla="*/ 10652 w 21600"/>
              <a:gd name="connsiteY1" fmla="*/ 22896 h 25763"/>
              <a:gd name="connsiteX2" fmla="*/ 18165 w 21600"/>
              <a:gd name="connsiteY2" fmla="*/ 24340 h 25763"/>
              <a:gd name="connsiteX3" fmla="*/ 18595 w 21600"/>
              <a:gd name="connsiteY3" fmla="*/ 18022 h 25763"/>
              <a:gd name="connsiteX4" fmla="*/ 18873 w 21600"/>
              <a:gd name="connsiteY4" fmla="*/ 25738 h 25763"/>
              <a:gd name="connsiteX5" fmla="*/ 20000 w 21600"/>
              <a:gd name="connsiteY5" fmla="*/ 16252 h 25763"/>
              <a:gd name="connsiteX6" fmla="*/ 20000 w 21600"/>
              <a:gd name="connsiteY6" fmla="*/ 14467 h 25763"/>
              <a:gd name="connsiteX7" fmla="*/ 21600 w 21600"/>
              <a:gd name="connsiteY7" fmla="*/ 14392 h 25763"/>
              <a:gd name="connsiteX8" fmla="*/ 21600 w 21600"/>
              <a:gd name="connsiteY8" fmla="*/ 0 h 25763"/>
              <a:gd name="connsiteX9" fmla="*/ 2972 w 21600"/>
              <a:gd name="connsiteY9" fmla="*/ 0 h 25763"/>
              <a:gd name="connsiteX10" fmla="*/ 2972 w 21600"/>
              <a:gd name="connsiteY10" fmla="*/ 1815 h 25763"/>
              <a:gd name="connsiteX11" fmla="*/ 1532 w 21600"/>
              <a:gd name="connsiteY11" fmla="*/ 1815 h 25763"/>
              <a:gd name="connsiteX12" fmla="*/ 1532 w 21600"/>
              <a:gd name="connsiteY12" fmla="*/ 3675 h 25763"/>
              <a:gd name="connsiteX13" fmla="*/ 0 w 21600"/>
              <a:gd name="connsiteY13" fmla="*/ 3675 h 25763"/>
              <a:gd name="connsiteX14" fmla="*/ 0 w 21600"/>
              <a:gd name="connsiteY14" fmla="*/ 20782 h 257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1600" h="25763" stroke="0" extrusionOk="0">
                <a:moveTo>
                  <a:pt x="0" y="20782"/>
                </a:moveTo>
                <a:cubicBezTo>
                  <a:pt x="9298" y="23542"/>
                  <a:pt x="9298" y="18022"/>
                  <a:pt x="18595" y="18022"/>
                </a:cubicBezTo>
                <a:lnTo>
                  <a:pt x="18595" y="3675"/>
                </a:lnTo>
                <a:lnTo>
                  <a:pt x="0" y="3675"/>
                </a:lnTo>
                <a:lnTo>
                  <a:pt x="0" y="20782"/>
                </a:lnTo>
                <a:close/>
                <a:moveTo>
                  <a:pt x="1532" y="3675"/>
                </a:moveTo>
                <a:lnTo>
                  <a:pt x="1532" y="1815"/>
                </a:lnTo>
                <a:lnTo>
                  <a:pt x="20000" y="1815"/>
                </a:lnTo>
                <a:lnTo>
                  <a:pt x="20000" y="16252"/>
                </a:lnTo>
                <a:cubicBezTo>
                  <a:pt x="19298" y="16252"/>
                  <a:pt x="18595" y="16352"/>
                  <a:pt x="18595" y="16352"/>
                </a:cubicBezTo>
                <a:lnTo>
                  <a:pt x="18595" y="3675"/>
                </a:lnTo>
                <a:lnTo>
                  <a:pt x="1532" y="3675"/>
                </a:lnTo>
                <a:close/>
                <a:moveTo>
                  <a:pt x="2972" y="1815"/>
                </a:moveTo>
                <a:lnTo>
                  <a:pt x="2972" y="0"/>
                </a:lnTo>
                <a:lnTo>
                  <a:pt x="21600" y="0"/>
                </a:lnTo>
                <a:lnTo>
                  <a:pt x="21600" y="14392"/>
                </a:lnTo>
                <a:cubicBezTo>
                  <a:pt x="20800" y="14392"/>
                  <a:pt x="20000" y="14467"/>
                  <a:pt x="20000" y="14467"/>
                </a:cubicBezTo>
                <a:lnTo>
                  <a:pt x="20000" y="1815"/>
                </a:lnTo>
                <a:lnTo>
                  <a:pt x="2972" y="1815"/>
                </a:lnTo>
                <a:close/>
              </a:path>
              <a:path w="21600" h="25763" fill="none" extrusionOk="0">
                <a:moveTo>
                  <a:pt x="0" y="3675"/>
                </a:moveTo>
                <a:lnTo>
                  <a:pt x="18595" y="3675"/>
                </a:lnTo>
                <a:lnTo>
                  <a:pt x="18595" y="18022"/>
                </a:lnTo>
                <a:cubicBezTo>
                  <a:pt x="9298" y="18022"/>
                  <a:pt x="9298" y="23542"/>
                  <a:pt x="0" y="20782"/>
                </a:cubicBezTo>
                <a:lnTo>
                  <a:pt x="0" y="3675"/>
                </a:lnTo>
                <a:close/>
                <a:moveTo>
                  <a:pt x="1532" y="3675"/>
                </a:moveTo>
                <a:lnTo>
                  <a:pt x="1532" y="1815"/>
                </a:lnTo>
                <a:lnTo>
                  <a:pt x="20000" y="1815"/>
                </a:lnTo>
                <a:lnTo>
                  <a:pt x="20000" y="16252"/>
                </a:lnTo>
                <a:cubicBezTo>
                  <a:pt x="19298" y="16252"/>
                  <a:pt x="18595" y="16352"/>
                  <a:pt x="18595" y="16352"/>
                </a:cubicBezTo>
                <a:moveTo>
                  <a:pt x="2972" y="1815"/>
                </a:moveTo>
                <a:lnTo>
                  <a:pt x="2972" y="0"/>
                </a:lnTo>
                <a:lnTo>
                  <a:pt x="21600" y="0"/>
                </a:lnTo>
                <a:lnTo>
                  <a:pt x="21600" y="14392"/>
                </a:lnTo>
                <a:cubicBezTo>
                  <a:pt x="20800" y="14392"/>
                  <a:pt x="20000" y="14467"/>
                  <a:pt x="20000" y="14467"/>
                </a:cubicBezTo>
              </a:path>
              <a:path w="21600" h="25763" fill="none" stroke="0">
                <a:moveTo>
                  <a:pt x="0" y="20782"/>
                </a:moveTo>
                <a:cubicBezTo>
                  <a:pt x="1590" y="23504"/>
                  <a:pt x="7553" y="23356"/>
                  <a:pt x="10652" y="22896"/>
                </a:cubicBezTo>
                <a:cubicBezTo>
                  <a:pt x="13540" y="22406"/>
                  <a:pt x="16841" y="25152"/>
                  <a:pt x="18165" y="24340"/>
                </a:cubicBezTo>
                <a:cubicBezTo>
                  <a:pt x="19489" y="23528"/>
                  <a:pt x="18338" y="16706"/>
                  <a:pt x="18595" y="18022"/>
                </a:cubicBezTo>
                <a:cubicBezTo>
                  <a:pt x="18595" y="17465"/>
                  <a:pt x="18873" y="26295"/>
                  <a:pt x="18873" y="25738"/>
                </a:cubicBezTo>
                <a:cubicBezTo>
                  <a:pt x="18873" y="25738"/>
                  <a:pt x="19298" y="16252"/>
                  <a:pt x="20000" y="16252"/>
                </a:cubicBezTo>
                <a:lnTo>
                  <a:pt x="20000" y="14467"/>
                </a:lnTo>
                <a:cubicBezTo>
                  <a:pt x="20000" y="14467"/>
                  <a:pt x="20800" y="14392"/>
                  <a:pt x="21600" y="14392"/>
                </a:cubicBezTo>
                <a:lnTo>
                  <a:pt x="21600" y="0"/>
                </a:lnTo>
                <a:lnTo>
                  <a:pt x="2972" y="0"/>
                </a:lnTo>
                <a:lnTo>
                  <a:pt x="2972" y="1815"/>
                </a:lnTo>
                <a:lnTo>
                  <a:pt x="1532" y="1815"/>
                </a:lnTo>
                <a:lnTo>
                  <a:pt x="1532" y="3675"/>
                </a:lnTo>
                <a:lnTo>
                  <a:pt x="0" y="3675"/>
                </a:lnTo>
                <a:lnTo>
                  <a:pt x="0" y="20782"/>
                </a:lnTo>
                <a:close/>
              </a:path>
            </a:pathLst>
          </a:custGeom>
          <a:solidFill>
            <a:srgbClr val="A7FFAB"/>
          </a:solidFill>
          <a:ln w="12700">
            <a:solidFill>
              <a:schemeClr val="accent1"/>
            </a:solidFill>
          </a:ln>
          <a:effectLst>
            <a:outerShdw blurRad="40000" dist="20000" dir="5400000" rotWithShape="0">
              <a:srgbClr val="000000">
                <a:alpha val="38000"/>
              </a:srgbClr>
            </a:outerShdw>
            <a:softEdge rad="12700"/>
          </a:effectLst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00"/>
                </a:solidFill>
              </a:rPr>
              <a:t>24t56</a:t>
            </a:r>
          </a:p>
        </p:txBody>
      </p:sp>
      <p:cxnSp>
        <p:nvCxnSpPr>
          <p:cNvPr id="38" name="Shape 200"/>
          <p:cNvCxnSpPr/>
          <p:nvPr/>
        </p:nvCxnSpPr>
        <p:spPr>
          <a:xfrm flipH="1" flipV="1">
            <a:off x="4732802" y="5631052"/>
            <a:ext cx="372598" cy="11474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35" name="Shape 198"/>
          <p:cNvSpPr/>
          <p:nvPr/>
        </p:nvSpPr>
        <p:spPr>
          <a:xfrm>
            <a:off x="5876496" y="489862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345r3</a:t>
            </a:r>
          </a:p>
        </p:txBody>
      </p:sp>
      <p:cxnSp>
        <p:nvCxnSpPr>
          <p:cNvPr id="44" name="Shape 200"/>
          <p:cNvCxnSpPr/>
          <p:nvPr/>
        </p:nvCxnSpPr>
        <p:spPr>
          <a:xfrm flipH="1" flipV="1">
            <a:off x="2426586" y="5053473"/>
            <a:ext cx="3429471" cy="1102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71" name="Shape 204"/>
          <p:cNvSpPr/>
          <p:nvPr/>
        </p:nvSpPr>
        <p:spPr>
          <a:xfrm>
            <a:off x="3897956" y="6142376"/>
            <a:ext cx="917438" cy="2730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working1</a:t>
            </a:r>
          </a:p>
        </p:txBody>
      </p:sp>
      <p:cxnSp>
        <p:nvCxnSpPr>
          <p:cNvPr id="72" name="Shape 205"/>
          <p:cNvCxnSpPr>
            <a:stCxn id="71" idx="0"/>
            <a:endCxn id="39" idx="2"/>
          </p:cNvCxnSpPr>
          <p:nvPr/>
        </p:nvCxnSpPr>
        <p:spPr>
          <a:xfrm flipH="1" flipV="1">
            <a:off x="4345499" y="5763543"/>
            <a:ext cx="11176" cy="378833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92" name="Shape 204"/>
          <p:cNvSpPr/>
          <p:nvPr/>
        </p:nvSpPr>
        <p:spPr>
          <a:xfrm>
            <a:off x="4959058" y="6431769"/>
            <a:ext cx="917438" cy="2730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working2</a:t>
            </a:r>
          </a:p>
        </p:txBody>
      </p:sp>
      <p:cxnSp>
        <p:nvCxnSpPr>
          <p:cNvPr id="93" name="Shape 205"/>
          <p:cNvCxnSpPr>
            <a:endCxn id="2" idx="0"/>
          </p:cNvCxnSpPr>
          <p:nvPr/>
        </p:nvCxnSpPr>
        <p:spPr>
          <a:xfrm flipV="1">
            <a:off x="5105400" y="5795034"/>
            <a:ext cx="0" cy="636735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46" name="Shape 198"/>
          <p:cNvSpPr/>
          <p:nvPr/>
        </p:nvSpPr>
        <p:spPr>
          <a:xfrm>
            <a:off x="5831577" y="2816793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345r3</a:t>
            </a:r>
          </a:p>
        </p:txBody>
      </p:sp>
      <p:cxnSp>
        <p:nvCxnSpPr>
          <p:cNvPr id="47" name="Shape 200"/>
          <p:cNvCxnSpPr>
            <a:stCxn id="46" idx="1"/>
            <a:endCxn id="192" idx="3"/>
          </p:cNvCxnSpPr>
          <p:nvPr/>
        </p:nvCxnSpPr>
        <p:spPr>
          <a:xfrm flipH="1" flipV="1">
            <a:off x="2668425" y="2499250"/>
            <a:ext cx="3163152" cy="495293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50" name="Shape 198"/>
          <p:cNvSpPr/>
          <p:nvPr/>
        </p:nvSpPr>
        <p:spPr>
          <a:xfrm rot="10800000" flipV="1">
            <a:off x="6118744" y="5941059"/>
            <a:ext cx="774600" cy="310525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567r4</a:t>
            </a:r>
          </a:p>
        </p:txBody>
      </p:sp>
      <p:sp>
        <p:nvSpPr>
          <p:cNvPr id="51" name="Shape 198"/>
          <p:cNvSpPr/>
          <p:nvPr/>
        </p:nvSpPr>
        <p:spPr>
          <a:xfrm>
            <a:off x="7135592" y="5896085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e3rf5</a:t>
            </a:r>
          </a:p>
        </p:txBody>
      </p:sp>
      <p:cxnSp>
        <p:nvCxnSpPr>
          <p:cNvPr id="52" name="Shape 200"/>
          <p:cNvCxnSpPr>
            <a:stCxn id="50" idx="0"/>
            <a:endCxn id="35" idx="2"/>
          </p:cNvCxnSpPr>
          <p:nvPr/>
        </p:nvCxnSpPr>
        <p:spPr>
          <a:xfrm flipH="1" flipV="1">
            <a:off x="6263796" y="5254120"/>
            <a:ext cx="242248" cy="686939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53" name="Flowchart: Multidocument 1"/>
          <p:cNvSpPr/>
          <p:nvPr/>
        </p:nvSpPr>
        <p:spPr>
          <a:xfrm>
            <a:off x="8196718" y="5867519"/>
            <a:ext cx="795711" cy="411357"/>
          </a:xfrm>
          <a:custGeom>
            <a:avLst/>
            <a:gdLst>
              <a:gd name="connsiteX0" fmla="*/ 0 w 21600"/>
              <a:gd name="connsiteY0" fmla="*/ 20782 h 21600"/>
              <a:gd name="connsiteX1" fmla="*/ 18595 w 21600"/>
              <a:gd name="connsiteY1" fmla="*/ 18022 h 21600"/>
              <a:gd name="connsiteX2" fmla="*/ 18595 w 21600"/>
              <a:gd name="connsiteY2" fmla="*/ 3675 h 21600"/>
              <a:gd name="connsiteX3" fmla="*/ 0 w 21600"/>
              <a:gd name="connsiteY3" fmla="*/ 3675 h 21600"/>
              <a:gd name="connsiteX4" fmla="*/ 0 w 21600"/>
              <a:gd name="connsiteY4" fmla="*/ 20782 h 21600"/>
              <a:gd name="connsiteX5" fmla="*/ 1532 w 21600"/>
              <a:gd name="connsiteY5" fmla="*/ 3675 h 21600"/>
              <a:gd name="connsiteX6" fmla="*/ 1532 w 21600"/>
              <a:gd name="connsiteY6" fmla="*/ 1815 h 21600"/>
              <a:gd name="connsiteX7" fmla="*/ 20000 w 21600"/>
              <a:gd name="connsiteY7" fmla="*/ 1815 h 21600"/>
              <a:gd name="connsiteX8" fmla="*/ 20000 w 21600"/>
              <a:gd name="connsiteY8" fmla="*/ 16252 h 21600"/>
              <a:gd name="connsiteX9" fmla="*/ 18595 w 21600"/>
              <a:gd name="connsiteY9" fmla="*/ 16352 h 21600"/>
              <a:gd name="connsiteX10" fmla="*/ 18595 w 21600"/>
              <a:gd name="connsiteY10" fmla="*/ 3675 h 21600"/>
              <a:gd name="connsiteX11" fmla="*/ 1532 w 21600"/>
              <a:gd name="connsiteY11" fmla="*/ 3675 h 21600"/>
              <a:gd name="connsiteX12" fmla="*/ 2972 w 21600"/>
              <a:gd name="connsiteY12" fmla="*/ 1815 h 21600"/>
              <a:gd name="connsiteX13" fmla="*/ 2972 w 21600"/>
              <a:gd name="connsiteY13" fmla="*/ 0 h 21600"/>
              <a:gd name="connsiteX14" fmla="*/ 21600 w 21600"/>
              <a:gd name="connsiteY14" fmla="*/ 0 h 21600"/>
              <a:gd name="connsiteX15" fmla="*/ 21600 w 21600"/>
              <a:gd name="connsiteY15" fmla="*/ 14392 h 21600"/>
              <a:gd name="connsiteX16" fmla="*/ 20000 w 21600"/>
              <a:gd name="connsiteY16" fmla="*/ 14467 h 21600"/>
              <a:gd name="connsiteX17" fmla="*/ 20000 w 21600"/>
              <a:gd name="connsiteY17" fmla="*/ 1815 h 21600"/>
              <a:gd name="connsiteX18" fmla="*/ 2972 w 21600"/>
              <a:gd name="connsiteY18" fmla="*/ 1815 h 21600"/>
              <a:gd name="connsiteX0" fmla="*/ 0 w 21600"/>
              <a:gd name="connsiteY0" fmla="*/ 3675 h 21600"/>
              <a:gd name="connsiteX1" fmla="*/ 18595 w 21600"/>
              <a:gd name="connsiteY1" fmla="*/ 3675 h 21600"/>
              <a:gd name="connsiteX2" fmla="*/ 18595 w 21600"/>
              <a:gd name="connsiteY2" fmla="*/ 18022 h 21600"/>
              <a:gd name="connsiteX3" fmla="*/ 0 w 21600"/>
              <a:gd name="connsiteY3" fmla="*/ 20782 h 21600"/>
              <a:gd name="connsiteX4" fmla="*/ 0 w 21600"/>
              <a:gd name="connsiteY4" fmla="*/ 3675 h 21600"/>
              <a:gd name="connsiteX5" fmla="*/ 1532 w 21600"/>
              <a:gd name="connsiteY5" fmla="*/ 3675 h 21600"/>
              <a:gd name="connsiteX6" fmla="*/ 1532 w 21600"/>
              <a:gd name="connsiteY6" fmla="*/ 1815 h 21600"/>
              <a:gd name="connsiteX7" fmla="*/ 20000 w 21600"/>
              <a:gd name="connsiteY7" fmla="*/ 1815 h 21600"/>
              <a:gd name="connsiteX8" fmla="*/ 20000 w 21600"/>
              <a:gd name="connsiteY8" fmla="*/ 16252 h 21600"/>
              <a:gd name="connsiteX9" fmla="*/ 18595 w 21600"/>
              <a:gd name="connsiteY9" fmla="*/ 16352 h 21600"/>
              <a:gd name="connsiteX10" fmla="*/ 2972 w 21600"/>
              <a:gd name="connsiteY10" fmla="*/ 1815 h 21600"/>
              <a:gd name="connsiteX11" fmla="*/ 2972 w 21600"/>
              <a:gd name="connsiteY11" fmla="*/ 0 h 21600"/>
              <a:gd name="connsiteX12" fmla="*/ 21600 w 21600"/>
              <a:gd name="connsiteY12" fmla="*/ 0 h 21600"/>
              <a:gd name="connsiteX13" fmla="*/ 21600 w 21600"/>
              <a:gd name="connsiteY13" fmla="*/ 14392 h 21600"/>
              <a:gd name="connsiteX14" fmla="*/ 20000 w 21600"/>
              <a:gd name="connsiteY14" fmla="*/ 14467 h 21600"/>
              <a:gd name="connsiteX0" fmla="*/ 0 w 21600"/>
              <a:gd name="connsiteY0" fmla="*/ 20782 h 21600"/>
              <a:gd name="connsiteX1" fmla="*/ 18595 w 21600"/>
              <a:gd name="connsiteY1" fmla="*/ 18022 h 21600"/>
              <a:gd name="connsiteX2" fmla="*/ 18595 w 21600"/>
              <a:gd name="connsiteY2" fmla="*/ 16352 h 21600"/>
              <a:gd name="connsiteX3" fmla="*/ 20000 w 21600"/>
              <a:gd name="connsiteY3" fmla="*/ 16252 h 21600"/>
              <a:gd name="connsiteX4" fmla="*/ 20000 w 21600"/>
              <a:gd name="connsiteY4" fmla="*/ 14467 h 21600"/>
              <a:gd name="connsiteX5" fmla="*/ 21600 w 21600"/>
              <a:gd name="connsiteY5" fmla="*/ 14392 h 21600"/>
              <a:gd name="connsiteX6" fmla="*/ 21600 w 21600"/>
              <a:gd name="connsiteY6" fmla="*/ 0 h 21600"/>
              <a:gd name="connsiteX7" fmla="*/ 2972 w 21600"/>
              <a:gd name="connsiteY7" fmla="*/ 0 h 21600"/>
              <a:gd name="connsiteX8" fmla="*/ 2972 w 21600"/>
              <a:gd name="connsiteY8" fmla="*/ 1815 h 21600"/>
              <a:gd name="connsiteX9" fmla="*/ 1532 w 21600"/>
              <a:gd name="connsiteY9" fmla="*/ 1815 h 21600"/>
              <a:gd name="connsiteX10" fmla="*/ 1532 w 21600"/>
              <a:gd name="connsiteY10" fmla="*/ 3675 h 21600"/>
              <a:gd name="connsiteX11" fmla="*/ 0 w 21600"/>
              <a:gd name="connsiteY11" fmla="*/ 3675 h 21600"/>
              <a:gd name="connsiteX12" fmla="*/ 0 w 21600"/>
              <a:gd name="connsiteY12" fmla="*/ 20782 h 21600"/>
              <a:gd name="connsiteX0" fmla="*/ 0 w 21600"/>
              <a:gd name="connsiteY0" fmla="*/ 20782 h 25763"/>
              <a:gd name="connsiteX1" fmla="*/ 18595 w 21600"/>
              <a:gd name="connsiteY1" fmla="*/ 18022 h 25763"/>
              <a:gd name="connsiteX2" fmla="*/ 18595 w 21600"/>
              <a:gd name="connsiteY2" fmla="*/ 3675 h 25763"/>
              <a:gd name="connsiteX3" fmla="*/ 0 w 21600"/>
              <a:gd name="connsiteY3" fmla="*/ 3675 h 25763"/>
              <a:gd name="connsiteX4" fmla="*/ 0 w 21600"/>
              <a:gd name="connsiteY4" fmla="*/ 20782 h 25763"/>
              <a:gd name="connsiteX5" fmla="*/ 1532 w 21600"/>
              <a:gd name="connsiteY5" fmla="*/ 3675 h 25763"/>
              <a:gd name="connsiteX6" fmla="*/ 1532 w 21600"/>
              <a:gd name="connsiteY6" fmla="*/ 1815 h 25763"/>
              <a:gd name="connsiteX7" fmla="*/ 20000 w 21600"/>
              <a:gd name="connsiteY7" fmla="*/ 1815 h 25763"/>
              <a:gd name="connsiteX8" fmla="*/ 20000 w 21600"/>
              <a:gd name="connsiteY8" fmla="*/ 16252 h 25763"/>
              <a:gd name="connsiteX9" fmla="*/ 18595 w 21600"/>
              <a:gd name="connsiteY9" fmla="*/ 16352 h 25763"/>
              <a:gd name="connsiteX10" fmla="*/ 18595 w 21600"/>
              <a:gd name="connsiteY10" fmla="*/ 3675 h 25763"/>
              <a:gd name="connsiteX11" fmla="*/ 1532 w 21600"/>
              <a:gd name="connsiteY11" fmla="*/ 3675 h 25763"/>
              <a:gd name="connsiteX12" fmla="*/ 2972 w 21600"/>
              <a:gd name="connsiteY12" fmla="*/ 1815 h 25763"/>
              <a:gd name="connsiteX13" fmla="*/ 2972 w 21600"/>
              <a:gd name="connsiteY13" fmla="*/ 0 h 25763"/>
              <a:gd name="connsiteX14" fmla="*/ 21600 w 21600"/>
              <a:gd name="connsiteY14" fmla="*/ 0 h 25763"/>
              <a:gd name="connsiteX15" fmla="*/ 21600 w 21600"/>
              <a:gd name="connsiteY15" fmla="*/ 14392 h 25763"/>
              <a:gd name="connsiteX16" fmla="*/ 20000 w 21600"/>
              <a:gd name="connsiteY16" fmla="*/ 14467 h 25763"/>
              <a:gd name="connsiteX17" fmla="*/ 20000 w 21600"/>
              <a:gd name="connsiteY17" fmla="*/ 1815 h 25763"/>
              <a:gd name="connsiteX18" fmla="*/ 2972 w 21600"/>
              <a:gd name="connsiteY18" fmla="*/ 1815 h 25763"/>
              <a:gd name="connsiteX0" fmla="*/ 0 w 21600"/>
              <a:gd name="connsiteY0" fmla="*/ 3675 h 25763"/>
              <a:gd name="connsiteX1" fmla="*/ 18595 w 21600"/>
              <a:gd name="connsiteY1" fmla="*/ 3675 h 25763"/>
              <a:gd name="connsiteX2" fmla="*/ 18595 w 21600"/>
              <a:gd name="connsiteY2" fmla="*/ 18022 h 25763"/>
              <a:gd name="connsiteX3" fmla="*/ 0 w 21600"/>
              <a:gd name="connsiteY3" fmla="*/ 20782 h 25763"/>
              <a:gd name="connsiteX4" fmla="*/ 0 w 21600"/>
              <a:gd name="connsiteY4" fmla="*/ 3675 h 25763"/>
              <a:gd name="connsiteX5" fmla="*/ 1532 w 21600"/>
              <a:gd name="connsiteY5" fmla="*/ 3675 h 25763"/>
              <a:gd name="connsiteX6" fmla="*/ 1532 w 21600"/>
              <a:gd name="connsiteY6" fmla="*/ 1815 h 25763"/>
              <a:gd name="connsiteX7" fmla="*/ 20000 w 21600"/>
              <a:gd name="connsiteY7" fmla="*/ 1815 h 25763"/>
              <a:gd name="connsiteX8" fmla="*/ 20000 w 21600"/>
              <a:gd name="connsiteY8" fmla="*/ 16252 h 25763"/>
              <a:gd name="connsiteX9" fmla="*/ 18595 w 21600"/>
              <a:gd name="connsiteY9" fmla="*/ 16352 h 25763"/>
              <a:gd name="connsiteX10" fmla="*/ 2972 w 21600"/>
              <a:gd name="connsiteY10" fmla="*/ 1815 h 25763"/>
              <a:gd name="connsiteX11" fmla="*/ 2972 w 21600"/>
              <a:gd name="connsiteY11" fmla="*/ 0 h 25763"/>
              <a:gd name="connsiteX12" fmla="*/ 21600 w 21600"/>
              <a:gd name="connsiteY12" fmla="*/ 0 h 25763"/>
              <a:gd name="connsiteX13" fmla="*/ 21600 w 21600"/>
              <a:gd name="connsiteY13" fmla="*/ 14392 h 25763"/>
              <a:gd name="connsiteX14" fmla="*/ 20000 w 21600"/>
              <a:gd name="connsiteY14" fmla="*/ 14467 h 25763"/>
              <a:gd name="connsiteX0" fmla="*/ 0 w 21600"/>
              <a:gd name="connsiteY0" fmla="*/ 20782 h 25763"/>
              <a:gd name="connsiteX1" fmla="*/ 18595 w 21600"/>
              <a:gd name="connsiteY1" fmla="*/ 18022 h 25763"/>
              <a:gd name="connsiteX2" fmla="*/ 18873 w 21600"/>
              <a:gd name="connsiteY2" fmla="*/ 25738 h 25763"/>
              <a:gd name="connsiteX3" fmla="*/ 20000 w 21600"/>
              <a:gd name="connsiteY3" fmla="*/ 16252 h 25763"/>
              <a:gd name="connsiteX4" fmla="*/ 20000 w 21600"/>
              <a:gd name="connsiteY4" fmla="*/ 14467 h 25763"/>
              <a:gd name="connsiteX5" fmla="*/ 21600 w 21600"/>
              <a:gd name="connsiteY5" fmla="*/ 14392 h 25763"/>
              <a:gd name="connsiteX6" fmla="*/ 21600 w 21600"/>
              <a:gd name="connsiteY6" fmla="*/ 0 h 25763"/>
              <a:gd name="connsiteX7" fmla="*/ 2972 w 21600"/>
              <a:gd name="connsiteY7" fmla="*/ 0 h 25763"/>
              <a:gd name="connsiteX8" fmla="*/ 2972 w 21600"/>
              <a:gd name="connsiteY8" fmla="*/ 1815 h 25763"/>
              <a:gd name="connsiteX9" fmla="*/ 1532 w 21600"/>
              <a:gd name="connsiteY9" fmla="*/ 1815 h 25763"/>
              <a:gd name="connsiteX10" fmla="*/ 1532 w 21600"/>
              <a:gd name="connsiteY10" fmla="*/ 3675 h 25763"/>
              <a:gd name="connsiteX11" fmla="*/ 0 w 21600"/>
              <a:gd name="connsiteY11" fmla="*/ 3675 h 25763"/>
              <a:gd name="connsiteX12" fmla="*/ 0 w 21600"/>
              <a:gd name="connsiteY12" fmla="*/ 20782 h 25763"/>
              <a:gd name="connsiteX0" fmla="*/ 0 w 21600"/>
              <a:gd name="connsiteY0" fmla="*/ 20782 h 26547"/>
              <a:gd name="connsiteX1" fmla="*/ 18595 w 21600"/>
              <a:gd name="connsiteY1" fmla="*/ 18022 h 26547"/>
              <a:gd name="connsiteX2" fmla="*/ 18595 w 21600"/>
              <a:gd name="connsiteY2" fmla="*/ 3675 h 26547"/>
              <a:gd name="connsiteX3" fmla="*/ 0 w 21600"/>
              <a:gd name="connsiteY3" fmla="*/ 3675 h 26547"/>
              <a:gd name="connsiteX4" fmla="*/ 0 w 21600"/>
              <a:gd name="connsiteY4" fmla="*/ 20782 h 26547"/>
              <a:gd name="connsiteX5" fmla="*/ 1532 w 21600"/>
              <a:gd name="connsiteY5" fmla="*/ 3675 h 26547"/>
              <a:gd name="connsiteX6" fmla="*/ 1532 w 21600"/>
              <a:gd name="connsiteY6" fmla="*/ 1815 h 26547"/>
              <a:gd name="connsiteX7" fmla="*/ 20000 w 21600"/>
              <a:gd name="connsiteY7" fmla="*/ 1815 h 26547"/>
              <a:gd name="connsiteX8" fmla="*/ 20000 w 21600"/>
              <a:gd name="connsiteY8" fmla="*/ 16252 h 26547"/>
              <a:gd name="connsiteX9" fmla="*/ 18595 w 21600"/>
              <a:gd name="connsiteY9" fmla="*/ 16352 h 26547"/>
              <a:gd name="connsiteX10" fmla="*/ 18595 w 21600"/>
              <a:gd name="connsiteY10" fmla="*/ 3675 h 26547"/>
              <a:gd name="connsiteX11" fmla="*/ 1532 w 21600"/>
              <a:gd name="connsiteY11" fmla="*/ 3675 h 26547"/>
              <a:gd name="connsiteX12" fmla="*/ 2972 w 21600"/>
              <a:gd name="connsiteY12" fmla="*/ 1815 h 26547"/>
              <a:gd name="connsiteX13" fmla="*/ 2972 w 21600"/>
              <a:gd name="connsiteY13" fmla="*/ 0 h 26547"/>
              <a:gd name="connsiteX14" fmla="*/ 21600 w 21600"/>
              <a:gd name="connsiteY14" fmla="*/ 0 h 26547"/>
              <a:gd name="connsiteX15" fmla="*/ 21600 w 21600"/>
              <a:gd name="connsiteY15" fmla="*/ 14392 h 26547"/>
              <a:gd name="connsiteX16" fmla="*/ 20000 w 21600"/>
              <a:gd name="connsiteY16" fmla="*/ 14467 h 26547"/>
              <a:gd name="connsiteX17" fmla="*/ 20000 w 21600"/>
              <a:gd name="connsiteY17" fmla="*/ 1815 h 26547"/>
              <a:gd name="connsiteX18" fmla="*/ 2972 w 21600"/>
              <a:gd name="connsiteY18" fmla="*/ 1815 h 26547"/>
              <a:gd name="connsiteX0" fmla="*/ 0 w 21600"/>
              <a:gd name="connsiteY0" fmla="*/ 3675 h 26547"/>
              <a:gd name="connsiteX1" fmla="*/ 18595 w 21600"/>
              <a:gd name="connsiteY1" fmla="*/ 3675 h 26547"/>
              <a:gd name="connsiteX2" fmla="*/ 18595 w 21600"/>
              <a:gd name="connsiteY2" fmla="*/ 18022 h 26547"/>
              <a:gd name="connsiteX3" fmla="*/ 0 w 21600"/>
              <a:gd name="connsiteY3" fmla="*/ 20782 h 26547"/>
              <a:gd name="connsiteX4" fmla="*/ 0 w 21600"/>
              <a:gd name="connsiteY4" fmla="*/ 3675 h 26547"/>
              <a:gd name="connsiteX5" fmla="*/ 1532 w 21600"/>
              <a:gd name="connsiteY5" fmla="*/ 3675 h 26547"/>
              <a:gd name="connsiteX6" fmla="*/ 1532 w 21600"/>
              <a:gd name="connsiteY6" fmla="*/ 1815 h 26547"/>
              <a:gd name="connsiteX7" fmla="*/ 20000 w 21600"/>
              <a:gd name="connsiteY7" fmla="*/ 1815 h 26547"/>
              <a:gd name="connsiteX8" fmla="*/ 20000 w 21600"/>
              <a:gd name="connsiteY8" fmla="*/ 16252 h 26547"/>
              <a:gd name="connsiteX9" fmla="*/ 18595 w 21600"/>
              <a:gd name="connsiteY9" fmla="*/ 16352 h 26547"/>
              <a:gd name="connsiteX10" fmla="*/ 2972 w 21600"/>
              <a:gd name="connsiteY10" fmla="*/ 1815 h 26547"/>
              <a:gd name="connsiteX11" fmla="*/ 2972 w 21600"/>
              <a:gd name="connsiteY11" fmla="*/ 0 h 26547"/>
              <a:gd name="connsiteX12" fmla="*/ 21600 w 21600"/>
              <a:gd name="connsiteY12" fmla="*/ 0 h 26547"/>
              <a:gd name="connsiteX13" fmla="*/ 21600 w 21600"/>
              <a:gd name="connsiteY13" fmla="*/ 14392 h 26547"/>
              <a:gd name="connsiteX14" fmla="*/ 20000 w 21600"/>
              <a:gd name="connsiteY14" fmla="*/ 14467 h 26547"/>
              <a:gd name="connsiteX0" fmla="*/ 0 w 21600"/>
              <a:gd name="connsiteY0" fmla="*/ 20782 h 26547"/>
              <a:gd name="connsiteX1" fmla="*/ 9817 w 21600"/>
              <a:gd name="connsiteY1" fmla="*/ 26506 h 26547"/>
              <a:gd name="connsiteX2" fmla="*/ 18595 w 21600"/>
              <a:gd name="connsiteY2" fmla="*/ 18022 h 26547"/>
              <a:gd name="connsiteX3" fmla="*/ 18873 w 21600"/>
              <a:gd name="connsiteY3" fmla="*/ 25738 h 26547"/>
              <a:gd name="connsiteX4" fmla="*/ 20000 w 21600"/>
              <a:gd name="connsiteY4" fmla="*/ 16252 h 26547"/>
              <a:gd name="connsiteX5" fmla="*/ 20000 w 21600"/>
              <a:gd name="connsiteY5" fmla="*/ 14467 h 26547"/>
              <a:gd name="connsiteX6" fmla="*/ 21600 w 21600"/>
              <a:gd name="connsiteY6" fmla="*/ 14392 h 26547"/>
              <a:gd name="connsiteX7" fmla="*/ 21600 w 21600"/>
              <a:gd name="connsiteY7" fmla="*/ 0 h 26547"/>
              <a:gd name="connsiteX8" fmla="*/ 2972 w 21600"/>
              <a:gd name="connsiteY8" fmla="*/ 0 h 26547"/>
              <a:gd name="connsiteX9" fmla="*/ 2972 w 21600"/>
              <a:gd name="connsiteY9" fmla="*/ 1815 h 26547"/>
              <a:gd name="connsiteX10" fmla="*/ 1532 w 21600"/>
              <a:gd name="connsiteY10" fmla="*/ 1815 h 26547"/>
              <a:gd name="connsiteX11" fmla="*/ 1532 w 21600"/>
              <a:gd name="connsiteY11" fmla="*/ 3675 h 26547"/>
              <a:gd name="connsiteX12" fmla="*/ 0 w 21600"/>
              <a:gd name="connsiteY12" fmla="*/ 3675 h 26547"/>
              <a:gd name="connsiteX13" fmla="*/ 0 w 21600"/>
              <a:gd name="connsiteY13" fmla="*/ 20782 h 26547"/>
              <a:gd name="connsiteX0" fmla="*/ 0 w 21600"/>
              <a:gd name="connsiteY0" fmla="*/ 20782 h 25763"/>
              <a:gd name="connsiteX1" fmla="*/ 18595 w 21600"/>
              <a:gd name="connsiteY1" fmla="*/ 18022 h 25763"/>
              <a:gd name="connsiteX2" fmla="*/ 18595 w 21600"/>
              <a:gd name="connsiteY2" fmla="*/ 3675 h 25763"/>
              <a:gd name="connsiteX3" fmla="*/ 0 w 21600"/>
              <a:gd name="connsiteY3" fmla="*/ 3675 h 25763"/>
              <a:gd name="connsiteX4" fmla="*/ 0 w 21600"/>
              <a:gd name="connsiteY4" fmla="*/ 20782 h 25763"/>
              <a:gd name="connsiteX5" fmla="*/ 1532 w 21600"/>
              <a:gd name="connsiteY5" fmla="*/ 3675 h 25763"/>
              <a:gd name="connsiteX6" fmla="*/ 1532 w 21600"/>
              <a:gd name="connsiteY6" fmla="*/ 1815 h 25763"/>
              <a:gd name="connsiteX7" fmla="*/ 20000 w 21600"/>
              <a:gd name="connsiteY7" fmla="*/ 1815 h 25763"/>
              <a:gd name="connsiteX8" fmla="*/ 20000 w 21600"/>
              <a:gd name="connsiteY8" fmla="*/ 16252 h 25763"/>
              <a:gd name="connsiteX9" fmla="*/ 18595 w 21600"/>
              <a:gd name="connsiteY9" fmla="*/ 16352 h 25763"/>
              <a:gd name="connsiteX10" fmla="*/ 18595 w 21600"/>
              <a:gd name="connsiteY10" fmla="*/ 3675 h 25763"/>
              <a:gd name="connsiteX11" fmla="*/ 1532 w 21600"/>
              <a:gd name="connsiteY11" fmla="*/ 3675 h 25763"/>
              <a:gd name="connsiteX12" fmla="*/ 2972 w 21600"/>
              <a:gd name="connsiteY12" fmla="*/ 1815 h 25763"/>
              <a:gd name="connsiteX13" fmla="*/ 2972 w 21600"/>
              <a:gd name="connsiteY13" fmla="*/ 0 h 25763"/>
              <a:gd name="connsiteX14" fmla="*/ 21600 w 21600"/>
              <a:gd name="connsiteY14" fmla="*/ 0 h 25763"/>
              <a:gd name="connsiteX15" fmla="*/ 21600 w 21600"/>
              <a:gd name="connsiteY15" fmla="*/ 14392 h 25763"/>
              <a:gd name="connsiteX16" fmla="*/ 20000 w 21600"/>
              <a:gd name="connsiteY16" fmla="*/ 14467 h 25763"/>
              <a:gd name="connsiteX17" fmla="*/ 20000 w 21600"/>
              <a:gd name="connsiteY17" fmla="*/ 1815 h 25763"/>
              <a:gd name="connsiteX18" fmla="*/ 2972 w 21600"/>
              <a:gd name="connsiteY18" fmla="*/ 1815 h 25763"/>
              <a:gd name="connsiteX0" fmla="*/ 0 w 21600"/>
              <a:gd name="connsiteY0" fmla="*/ 3675 h 25763"/>
              <a:gd name="connsiteX1" fmla="*/ 18595 w 21600"/>
              <a:gd name="connsiteY1" fmla="*/ 3675 h 25763"/>
              <a:gd name="connsiteX2" fmla="*/ 18595 w 21600"/>
              <a:gd name="connsiteY2" fmla="*/ 18022 h 25763"/>
              <a:gd name="connsiteX3" fmla="*/ 0 w 21600"/>
              <a:gd name="connsiteY3" fmla="*/ 20782 h 25763"/>
              <a:gd name="connsiteX4" fmla="*/ 0 w 21600"/>
              <a:gd name="connsiteY4" fmla="*/ 3675 h 25763"/>
              <a:gd name="connsiteX5" fmla="*/ 1532 w 21600"/>
              <a:gd name="connsiteY5" fmla="*/ 3675 h 25763"/>
              <a:gd name="connsiteX6" fmla="*/ 1532 w 21600"/>
              <a:gd name="connsiteY6" fmla="*/ 1815 h 25763"/>
              <a:gd name="connsiteX7" fmla="*/ 20000 w 21600"/>
              <a:gd name="connsiteY7" fmla="*/ 1815 h 25763"/>
              <a:gd name="connsiteX8" fmla="*/ 20000 w 21600"/>
              <a:gd name="connsiteY8" fmla="*/ 16252 h 25763"/>
              <a:gd name="connsiteX9" fmla="*/ 18595 w 21600"/>
              <a:gd name="connsiteY9" fmla="*/ 16352 h 25763"/>
              <a:gd name="connsiteX10" fmla="*/ 2972 w 21600"/>
              <a:gd name="connsiteY10" fmla="*/ 1815 h 25763"/>
              <a:gd name="connsiteX11" fmla="*/ 2972 w 21600"/>
              <a:gd name="connsiteY11" fmla="*/ 0 h 25763"/>
              <a:gd name="connsiteX12" fmla="*/ 21600 w 21600"/>
              <a:gd name="connsiteY12" fmla="*/ 0 h 25763"/>
              <a:gd name="connsiteX13" fmla="*/ 21600 w 21600"/>
              <a:gd name="connsiteY13" fmla="*/ 14392 h 25763"/>
              <a:gd name="connsiteX14" fmla="*/ 20000 w 21600"/>
              <a:gd name="connsiteY14" fmla="*/ 14467 h 25763"/>
              <a:gd name="connsiteX0" fmla="*/ 0 w 21600"/>
              <a:gd name="connsiteY0" fmla="*/ 20782 h 25763"/>
              <a:gd name="connsiteX1" fmla="*/ 10652 w 21600"/>
              <a:gd name="connsiteY1" fmla="*/ 22896 h 25763"/>
              <a:gd name="connsiteX2" fmla="*/ 18595 w 21600"/>
              <a:gd name="connsiteY2" fmla="*/ 18022 h 25763"/>
              <a:gd name="connsiteX3" fmla="*/ 18873 w 21600"/>
              <a:gd name="connsiteY3" fmla="*/ 25738 h 25763"/>
              <a:gd name="connsiteX4" fmla="*/ 20000 w 21600"/>
              <a:gd name="connsiteY4" fmla="*/ 16252 h 25763"/>
              <a:gd name="connsiteX5" fmla="*/ 20000 w 21600"/>
              <a:gd name="connsiteY5" fmla="*/ 14467 h 25763"/>
              <a:gd name="connsiteX6" fmla="*/ 21600 w 21600"/>
              <a:gd name="connsiteY6" fmla="*/ 14392 h 25763"/>
              <a:gd name="connsiteX7" fmla="*/ 21600 w 21600"/>
              <a:gd name="connsiteY7" fmla="*/ 0 h 25763"/>
              <a:gd name="connsiteX8" fmla="*/ 2972 w 21600"/>
              <a:gd name="connsiteY8" fmla="*/ 0 h 25763"/>
              <a:gd name="connsiteX9" fmla="*/ 2972 w 21600"/>
              <a:gd name="connsiteY9" fmla="*/ 1815 h 25763"/>
              <a:gd name="connsiteX10" fmla="*/ 1532 w 21600"/>
              <a:gd name="connsiteY10" fmla="*/ 1815 h 25763"/>
              <a:gd name="connsiteX11" fmla="*/ 1532 w 21600"/>
              <a:gd name="connsiteY11" fmla="*/ 3675 h 25763"/>
              <a:gd name="connsiteX12" fmla="*/ 0 w 21600"/>
              <a:gd name="connsiteY12" fmla="*/ 3675 h 25763"/>
              <a:gd name="connsiteX13" fmla="*/ 0 w 21600"/>
              <a:gd name="connsiteY13" fmla="*/ 20782 h 25763"/>
              <a:gd name="connsiteX0" fmla="*/ 0 w 21600"/>
              <a:gd name="connsiteY0" fmla="*/ 20782 h 25763"/>
              <a:gd name="connsiteX1" fmla="*/ 18595 w 21600"/>
              <a:gd name="connsiteY1" fmla="*/ 18022 h 25763"/>
              <a:gd name="connsiteX2" fmla="*/ 18595 w 21600"/>
              <a:gd name="connsiteY2" fmla="*/ 3675 h 25763"/>
              <a:gd name="connsiteX3" fmla="*/ 0 w 21600"/>
              <a:gd name="connsiteY3" fmla="*/ 3675 h 25763"/>
              <a:gd name="connsiteX4" fmla="*/ 0 w 21600"/>
              <a:gd name="connsiteY4" fmla="*/ 20782 h 25763"/>
              <a:gd name="connsiteX5" fmla="*/ 1532 w 21600"/>
              <a:gd name="connsiteY5" fmla="*/ 3675 h 25763"/>
              <a:gd name="connsiteX6" fmla="*/ 1532 w 21600"/>
              <a:gd name="connsiteY6" fmla="*/ 1815 h 25763"/>
              <a:gd name="connsiteX7" fmla="*/ 20000 w 21600"/>
              <a:gd name="connsiteY7" fmla="*/ 1815 h 25763"/>
              <a:gd name="connsiteX8" fmla="*/ 20000 w 21600"/>
              <a:gd name="connsiteY8" fmla="*/ 16252 h 25763"/>
              <a:gd name="connsiteX9" fmla="*/ 18595 w 21600"/>
              <a:gd name="connsiteY9" fmla="*/ 16352 h 25763"/>
              <a:gd name="connsiteX10" fmla="*/ 18595 w 21600"/>
              <a:gd name="connsiteY10" fmla="*/ 3675 h 25763"/>
              <a:gd name="connsiteX11" fmla="*/ 1532 w 21600"/>
              <a:gd name="connsiteY11" fmla="*/ 3675 h 25763"/>
              <a:gd name="connsiteX12" fmla="*/ 2972 w 21600"/>
              <a:gd name="connsiteY12" fmla="*/ 1815 h 25763"/>
              <a:gd name="connsiteX13" fmla="*/ 2972 w 21600"/>
              <a:gd name="connsiteY13" fmla="*/ 0 h 25763"/>
              <a:gd name="connsiteX14" fmla="*/ 21600 w 21600"/>
              <a:gd name="connsiteY14" fmla="*/ 0 h 25763"/>
              <a:gd name="connsiteX15" fmla="*/ 21600 w 21600"/>
              <a:gd name="connsiteY15" fmla="*/ 14392 h 25763"/>
              <a:gd name="connsiteX16" fmla="*/ 20000 w 21600"/>
              <a:gd name="connsiteY16" fmla="*/ 14467 h 25763"/>
              <a:gd name="connsiteX17" fmla="*/ 20000 w 21600"/>
              <a:gd name="connsiteY17" fmla="*/ 1815 h 25763"/>
              <a:gd name="connsiteX18" fmla="*/ 2972 w 21600"/>
              <a:gd name="connsiteY18" fmla="*/ 1815 h 25763"/>
              <a:gd name="connsiteX0" fmla="*/ 0 w 21600"/>
              <a:gd name="connsiteY0" fmla="*/ 3675 h 25763"/>
              <a:gd name="connsiteX1" fmla="*/ 18595 w 21600"/>
              <a:gd name="connsiteY1" fmla="*/ 3675 h 25763"/>
              <a:gd name="connsiteX2" fmla="*/ 18595 w 21600"/>
              <a:gd name="connsiteY2" fmla="*/ 18022 h 25763"/>
              <a:gd name="connsiteX3" fmla="*/ 0 w 21600"/>
              <a:gd name="connsiteY3" fmla="*/ 20782 h 25763"/>
              <a:gd name="connsiteX4" fmla="*/ 0 w 21600"/>
              <a:gd name="connsiteY4" fmla="*/ 3675 h 25763"/>
              <a:gd name="connsiteX5" fmla="*/ 1532 w 21600"/>
              <a:gd name="connsiteY5" fmla="*/ 3675 h 25763"/>
              <a:gd name="connsiteX6" fmla="*/ 1532 w 21600"/>
              <a:gd name="connsiteY6" fmla="*/ 1815 h 25763"/>
              <a:gd name="connsiteX7" fmla="*/ 20000 w 21600"/>
              <a:gd name="connsiteY7" fmla="*/ 1815 h 25763"/>
              <a:gd name="connsiteX8" fmla="*/ 20000 w 21600"/>
              <a:gd name="connsiteY8" fmla="*/ 16252 h 25763"/>
              <a:gd name="connsiteX9" fmla="*/ 18595 w 21600"/>
              <a:gd name="connsiteY9" fmla="*/ 16352 h 25763"/>
              <a:gd name="connsiteX10" fmla="*/ 2972 w 21600"/>
              <a:gd name="connsiteY10" fmla="*/ 1815 h 25763"/>
              <a:gd name="connsiteX11" fmla="*/ 2972 w 21600"/>
              <a:gd name="connsiteY11" fmla="*/ 0 h 25763"/>
              <a:gd name="connsiteX12" fmla="*/ 21600 w 21600"/>
              <a:gd name="connsiteY12" fmla="*/ 0 h 25763"/>
              <a:gd name="connsiteX13" fmla="*/ 21600 w 21600"/>
              <a:gd name="connsiteY13" fmla="*/ 14392 h 25763"/>
              <a:gd name="connsiteX14" fmla="*/ 20000 w 21600"/>
              <a:gd name="connsiteY14" fmla="*/ 14467 h 25763"/>
              <a:gd name="connsiteX0" fmla="*/ 0 w 21600"/>
              <a:gd name="connsiteY0" fmla="*/ 20782 h 25763"/>
              <a:gd name="connsiteX1" fmla="*/ 10652 w 21600"/>
              <a:gd name="connsiteY1" fmla="*/ 22896 h 25763"/>
              <a:gd name="connsiteX2" fmla="*/ 18165 w 21600"/>
              <a:gd name="connsiteY2" fmla="*/ 24340 h 25763"/>
              <a:gd name="connsiteX3" fmla="*/ 18595 w 21600"/>
              <a:gd name="connsiteY3" fmla="*/ 18022 h 25763"/>
              <a:gd name="connsiteX4" fmla="*/ 18873 w 21600"/>
              <a:gd name="connsiteY4" fmla="*/ 25738 h 25763"/>
              <a:gd name="connsiteX5" fmla="*/ 20000 w 21600"/>
              <a:gd name="connsiteY5" fmla="*/ 16252 h 25763"/>
              <a:gd name="connsiteX6" fmla="*/ 20000 w 21600"/>
              <a:gd name="connsiteY6" fmla="*/ 14467 h 25763"/>
              <a:gd name="connsiteX7" fmla="*/ 21600 w 21600"/>
              <a:gd name="connsiteY7" fmla="*/ 14392 h 25763"/>
              <a:gd name="connsiteX8" fmla="*/ 21600 w 21600"/>
              <a:gd name="connsiteY8" fmla="*/ 0 h 25763"/>
              <a:gd name="connsiteX9" fmla="*/ 2972 w 21600"/>
              <a:gd name="connsiteY9" fmla="*/ 0 h 25763"/>
              <a:gd name="connsiteX10" fmla="*/ 2972 w 21600"/>
              <a:gd name="connsiteY10" fmla="*/ 1815 h 25763"/>
              <a:gd name="connsiteX11" fmla="*/ 1532 w 21600"/>
              <a:gd name="connsiteY11" fmla="*/ 1815 h 25763"/>
              <a:gd name="connsiteX12" fmla="*/ 1532 w 21600"/>
              <a:gd name="connsiteY12" fmla="*/ 3675 h 25763"/>
              <a:gd name="connsiteX13" fmla="*/ 0 w 21600"/>
              <a:gd name="connsiteY13" fmla="*/ 3675 h 25763"/>
              <a:gd name="connsiteX14" fmla="*/ 0 w 21600"/>
              <a:gd name="connsiteY14" fmla="*/ 20782 h 257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1600" h="25763" stroke="0" extrusionOk="0">
                <a:moveTo>
                  <a:pt x="0" y="20782"/>
                </a:moveTo>
                <a:cubicBezTo>
                  <a:pt x="9298" y="23542"/>
                  <a:pt x="9298" y="18022"/>
                  <a:pt x="18595" y="18022"/>
                </a:cubicBezTo>
                <a:lnTo>
                  <a:pt x="18595" y="3675"/>
                </a:lnTo>
                <a:lnTo>
                  <a:pt x="0" y="3675"/>
                </a:lnTo>
                <a:lnTo>
                  <a:pt x="0" y="20782"/>
                </a:lnTo>
                <a:close/>
                <a:moveTo>
                  <a:pt x="1532" y="3675"/>
                </a:moveTo>
                <a:lnTo>
                  <a:pt x="1532" y="1815"/>
                </a:lnTo>
                <a:lnTo>
                  <a:pt x="20000" y="1815"/>
                </a:lnTo>
                <a:lnTo>
                  <a:pt x="20000" y="16252"/>
                </a:lnTo>
                <a:cubicBezTo>
                  <a:pt x="19298" y="16252"/>
                  <a:pt x="18595" y="16352"/>
                  <a:pt x="18595" y="16352"/>
                </a:cubicBezTo>
                <a:lnTo>
                  <a:pt x="18595" y="3675"/>
                </a:lnTo>
                <a:lnTo>
                  <a:pt x="1532" y="3675"/>
                </a:lnTo>
                <a:close/>
                <a:moveTo>
                  <a:pt x="2972" y="1815"/>
                </a:moveTo>
                <a:lnTo>
                  <a:pt x="2972" y="0"/>
                </a:lnTo>
                <a:lnTo>
                  <a:pt x="21600" y="0"/>
                </a:lnTo>
                <a:lnTo>
                  <a:pt x="21600" y="14392"/>
                </a:lnTo>
                <a:cubicBezTo>
                  <a:pt x="20800" y="14392"/>
                  <a:pt x="20000" y="14467"/>
                  <a:pt x="20000" y="14467"/>
                </a:cubicBezTo>
                <a:lnTo>
                  <a:pt x="20000" y="1815"/>
                </a:lnTo>
                <a:lnTo>
                  <a:pt x="2972" y="1815"/>
                </a:lnTo>
                <a:close/>
              </a:path>
              <a:path w="21600" h="25763" fill="none" extrusionOk="0">
                <a:moveTo>
                  <a:pt x="0" y="3675"/>
                </a:moveTo>
                <a:lnTo>
                  <a:pt x="18595" y="3675"/>
                </a:lnTo>
                <a:lnTo>
                  <a:pt x="18595" y="18022"/>
                </a:lnTo>
                <a:cubicBezTo>
                  <a:pt x="9298" y="18022"/>
                  <a:pt x="9298" y="23542"/>
                  <a:pt x="0" y="20782"/>
                </a:cubicBezTo>
                <a:lnTo>
                  <a:pt x="0" y="3675"/>
                </a:lnTo>
                <a:close/>
                <a:moveTo>
                  <a:pt x="1532" y="3675"/>
                </a:moveTo>
                <a:lnTo>
                  <a:pt x="1532" y="1815"/>
                </a:lnTo>
                <a:lnTo>
                  <a:pt x="20000" y="1815"/>
                </a:lnTo>
                <a:lnTo>
                  <a:pt x="20000" y="16252"/>
                </a:lnTo>
                <a:cubicBezTo>
                  <a:pt x="19298" y="16252"/>
                  <a:pt x="18595" y="16352"/>
                  <a:pt x="18595" y="16352"/>
                </a:cubicBezTo>
                <a:moveTo>
                  <a:pt x="2972" y="1815"/>
                </a:moveTo>
                <a:lnTo>
                  <a:pt x="2972" y="0"/>
                </a:lnTo>
                <a:lnTo>
                  <a:pt x="21600" y="0"/>
                </a:lnTo>
                <a:lnTo>
                  <a:pt x="21600" y="14392"/>
                </a:lnTo>
                <a:cubicBezTo>
                  <a:pt x="20800" y="14392"/>
                  <a:pt x="20000" y="14467"/>
                  <a:pt x="20000" y="14467"/>
                </a:cubicBezTo>
              </a:path>
              <a:path w="21600" h="25763" fill="none" stroke="0">
                <a:moveTo>
                  <a:pt x="0" y="20782"/>
                </a:moveTo>
                <a:cubicBezTo>
                  <a:pt x="1590" y="23504"/>
                  <a:pt x="7553" y="23356"/>
                  <a:pt x="10652" y="22896"/>
                </a:cubicBezTo>
                <a:cubicBezTo>
                  <a:pt x="13540" y="22406"/>
                  <a:pt x="16841" y="25152"/>
                  <a:pt x="18165" y="24340"/>
                </a:cubicBezTo>
                <a:cubicBezTo>
                  <a:pt x="19489" y="23528"/>
                  <a:pt x="18338" y="16706"/>
                  <a:pt x="18595" y="18022"/>
                </a:cubicBezTo>
                <a:cubicBezTo>
                  <a:pt x="18595" y="17465"/>
                  <a:pt x="18873" y="26295"/>
                  <a:pt x="18873" y="25738"/>
                </a:cubicBezTo>
                <a:cubicBezTo>
                  <a:pt x="18873" y="25738"/>
                  <a:pt x="19298" y="16252"/>
                  <a:pt x="20000" y="16252"/>
                </a:cubicBezTo>
                <a:lnTo>
                  <a:pt x="20000" y="14467"/>
                </a:lnTo>
                <a:cubicBezTo>
                  <a:pt x="20000" y="14467"/>
                  <a:pt x="20800" y="14392"/>
                  <a:pt x="21600" y="14392"/>
                </a:cubicBezTo>
                <a:lnTo>
                  <a:pt x="21600" y="0"/>
                </a:lnTo>
                <a:lnTo>
                  <a:pt x="2972" y="0"/>
                </a:lnTo>
                <a:lnTo>
                  <a:pt x="2972" y="1815"/>
                </a:lnTo>
                <a:lnTo>
                  <a:pt x="1532" y="1815"/>
                </a:lnTo>
                <a:lnTo>
                  <a:pt x="1532" y="3675"/>
                </a:lnTo>
                <a:lnTo>
                  <a:pt x="0" y="3675"/>
                </a:lnTo>
                <a:lnTo>
                  <a:pt x="0" y="20782"/>
                </a:lnTo>
                <a:close/>
              </a:path>
            </a:pathLst>
          </a:custGeom>
          <a:solidFill>
            <a:srgbClr val="A7FFAB"/>
          </a:solidFill>
          <a:ln w="12700">
            <a:solidFill>
              <a:schemeClr val="accent1"/>
            </a:solidFill>
          </a:ln>
          <a:effectLst>
            <a:outerShdw blurRad="40000" dist="20000" dir="5400000" rotWithShape="0">
              <a:srgbClr val="000000">
                <a:alpha val="38000"/>
              </a:srgbClr>
            </a:outerShdw>
            <a:softEdge rad="12700"/>
          </a:effectLst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00"/>
                </a:solidFill>
              </a:rPr>
              <a:t>45t19</a:t>
            </a:r>
          </a:p>
        </p:txBody>
      </p:sp>
      <p:cxnSp>
        <p:nvCxnSpPr>
          <p:cNvPr id="54" name="Shape 200"/>
          <p:cNvCxnSpPr>
            <a:endCxn id="51" idx="3"/>
          </p:cNvCxnSpPr>
          <p:nvPr/>
        </p:nvCxnSpPr>
        <p:spPr>
          <a:xfrm flipH="1">
            <a:off x="7910192" y="6073197"/>
            <a:ext cx="286526" cy="638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55" name="Shape 204"/>
          <p:cNvSpPr/>
          <p:nvPr/>
        </p:nvSpPr>
        <p:spPr>
          <a:xfrm>
            <a:off x="6931162" y="6472896"/>
            <a:ext cx="917438" cy="2730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working3</a:t>
            </a:r>
          </a:p>
        </p:txBody>
      </p:sp>
      <p:cxnSp>
        <p:nvCxnSpPr>
          <p:cNvPr id="56" name="Shape 205"/>
          <p:cNvCxnSpPr>
            <a:endCxn id="51" idx="2"/>
          </p:cNvCxnSpPr>
          <p:nvPr/>
        </p:nvCxnSpPr>
        <p:spPr>
          <a:xfrm flipV="1">
            <a:off x="7522892" y="6251585"/>
            <a:ext cx="0" cy="221311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57" name="Shape 204"/>
          <p:cNvSpPr/>
          <p:nvPr/>
        </p:nvSpPr>
        <p:spPr>
          <a:xfrm>
            <a:off x="8074991" y="6491832"/>
            <a:ext cx="917438" cy="2730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working4</a:t>
            </a:r>
          </a:p>
        </p:txBody>
      </p:sp>
      <p:cxnSp>
        <p:nvCxnSpPr>
          <p:cNvPr id="58" name="Shape 205"/>
          <p:cNvCxnSpPr>
            <a:endCxn id="53" idx="0"/>
          </p:cNvCxnSpPr>
          <p:nvPr/>
        </p:nvCxnSpPr>
        <p:spPr>
          <a:xfrm flipV="1">
            <a:off x="8196718" y="6199345"/>
            <a:ext cx="0" cy="273551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65" name="Shape 200"/>
          <p:cNvCxnSpPr>
            <a:stCxn id="51" idx="1"/>
            <a:endCxn id="50" idx="1"/>
          </p:cNvCxnSpPr>
          <p:nvPr/>
        </p:nvCxnSpPr>
        <p:spPr>
          <a:xfrm flipH="1">
            <a:off x="6893344" y="6073835"/>
            <a:ext cx="242248" cy="22487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89" name="Shape 205"/>
          <p:cNvCxnSpPr/>
          <p:nvPr/>
        </p:nvCxnSpPr>
        <p:spPr>
          <a:xfrm>
            <a:off x="8716385" y="3845337"/>
            <a:ext cx="8515" cy="409606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90" name="Shape 198"/>
          <p:cNvSpPr/>
          <p:nvPr/>
        </p:nvSpPr>
        <p:spPr>
          <a:xfrm>
            <a:off x="8369400" y="494421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57y23</a:t>
            </a:r>
          </a:p>
        </p:txBody>
      </p:sp>
      <p:sp>
        <p:nvSpPr>
          <p:cNvPr id="133" name="Shape 198"/>
          <p:cNvSpPr/>
          <p:nvPr/>
        </p:nvSpPr>
        <p:spPr>
          <a:xfrm>
            <a:off x="6809617" y="2786375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57y23</a:t>
            </a:r>
          </a:p>
        </p:txBody>
      </p:sp>
      <p:cxnSp>
        <p:nvCxnSpPr>
          <p:cNvPr id="146" name="Shape 200"/>
          <p:cNvCxnSpPr/>
          <p:nvPr/>
        </p:nvCxnSpPr>
        <p:spPr>
          <a:xfrm flipH="1">
            <a:off x="6606177" y="2982152"/>
            <a:ext cx="240224" cy="24781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59" name="Shape 198"/>
          <p:cNvSpPr/>
          <p:nvPr/>
        </p:nvSpPr>
        <p:spPr>
          <a:xfrm>
            <a:off x="6966079" y="23203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45v34</a:t>
            </a:r>
          </a:p>
        </p:txBody>
      </p:sp>
      <p:cxnSp>
        <p:nvCxnSpPr>
          <p:cNvPr id="60" name="Shape 200"/>
          <p:cNvCxnSpPr>
            <a:stCxn id="59" idx="1"/>
            <a:endCxn id="192" idx="3"/>
          </p:cNvCxnSpPr>
          <p:nvPr/>
        </p:nvCxnSpPr>
        <p:spPr>
          <a:xfrm flipH="1">
            <a:off x="2668425" y="2498050"/>
            <a:ext cx="4297654" cy="12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63" name="Shape 198"/>
          <p:cNvSpPr/>
          <p:nvPr/>
        </p:nvSpPr>
        <p:spPr>
          <a:xfrm>
            <a:off x="7798291" y="2804402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3ed90</a:t>
            </a:r>
          </a:p>
        </p:txBody>
      </p:sp>
      <p:cxnSp>
        <p:nvCxnSpPr>
          <p:cNvPr id="66" name="Shape 200"/>
          <p:cNvCxnSpPr>
            <a:stCxn id="63" idx="1"/>
            <a:endCxn id="59" idx="3"/>
          </p:cNvCxnSpPr>
          <p:nvPr/>
        </p:nvCxnSpPr>
        <p:spPr>
          <a:xfrm flipH="1" flipV="1">
            <a:off x="7740679" y="2498050"/>
            <a:ext cx="57612" cy="484102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67" name="Shape 209"/>
          <p:cNvCxnSpPr>
            <a:endCxn id="63" idx="0"/>
          </p:cNvCxnSpPr>
          <p:nvPr/>
        </p:nvCxnSpPr>
        <p:spPr>
          <a:xfrm flipH="1">
            <a:off x="8185591" y="1946789"/>
            <a:ext cx="1" cy="857613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68" name="TextBox 67"/>
          <p:cNvSpPr txBox="1"/>
          <p:nvPr/>
        </p:nvSpPr>
        <p:spPr>
          <a:xfrm>
            <a:off x="3549655" y="24106"/>
            <a:ext cx="2221143" cy="2246769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New commit triggers CI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rgbClr val="000000"/>
                </a:solidFill>
              </a:rPr>
              <a:t>Build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rgbClr val="000000"/>
                </a:solidFill>
              </a:rPr>
              <a:t>Unit test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rgbClr val="000000"/>
                </a:solidFill>
              </a:rPr>
              <a:t>Static Code Analysis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rgbClr val="000000"/>
                </a:solidFill>
              </a:rPr>
              <a:t>Code Coverage Test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rgbClr val="000000"/>
                </a:solidFill>
              </a:rPr>
              <a:t>Snippet, Security code analysis</a:t>
            </a:r>
          </a:p>
          <a:p>
            <a:r>
              <a:rPr lang="en-US" dirty="0">
                <a:solidFill>
                  <a:srgbClr val="000000"/>
                </a:solidFill>
              </a:rPr>
              <a:t>-     …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rgbClr val="000000"/>
                </a:solidFill>
              </a:rPr>
              <a:t>Deploy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rgbClr val="000000"/>
                </a:solidFill>
              </a:rPr>
              <a:t>Functional Test</a:t>
            </a:r>
          </a:p>
        </p:txBody>
      </p:sp>
      <p:sp>
        <p:nvSpPr>
          <p:cNvPr id="76" name="Shape 204"/>
          <p:cNvSpPr/>
          <p:nvPr/>
        </p:nvSpPr>
        <p:spPr>
          <a:xfrm>
            <a:off x="5856057" y="1711342"/>
            <a:ext cx="917438" cy="2730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FTR-9</a:t>
            </a:r>
          </a:p>
        </p:txBody>
      </p:sp>
      <p:sp>
        <p:nvSpPr>
          <p:cNvPr id="78" name="Shape 204"/>
          <p:cNvSpPr/>
          <p:nvPr/>
        </p:nvSpPr>
        <p:spPr>
          <a:xfrm>
            <a:off x="1828800" y="1684576"/>
            <a:ext cx="917438" cy="2730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FTR-8</a:t>
            </a:r>
          </a:p>
        </p:txBody>
      </p:sp>
      <p:cxnSp>
        <p:nvCxnSpPr>
          <p:cNvPr id="79" name="Shape 205"/>
          <p:cNvCxnSpPr/>
          <p:nvPr/>
        </p:nvCxnSpPr>
        <p:spPr>
          <a:xfrm flipH="1">
            <a:off x="2276063" y="1957576"/>
            <a:ext cx="10124" cy="344424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80" name="Shape 204"/>
          <p:cNvSpPr/>
          <p:nvPr/>
        </p:nvSpPr>
        <p:spPr>
          <a:xfrm>
            <a:off x="639181" y="1708599"/>
            <a:ext cx="917438" cy="2730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FTR-7</a:t>
            </a:r>
          </a:p>
        </p:txBody>
      </p:sp>
      <p:cxnSp>
        <p:nvCxnSpPr>
          <p:cNvPr id="81" name="Shape 205"/>
          <p:cNvCxnSpPr/>
          <p:nvPr/>
        </p:nvCxnSpPr>
        <p:spPr>
          <a:xfrm flipH="1">
            <a:off x="1086444" y="1981599"/>
            <a:ext cx="10124" cy="344424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69" name="Shape 205"/>
          <p:cNvCxnSpPr/>
          <p:nvPr/>
        </p:nvCxnSpPr>
        <p:spPr>
          <a:xfrm>
            <a:off x="6314776" y="1984342"/>
            <a:ext cx="1048086" cy="335958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70" name="Shape 205"/>
          <p:cNvCxnSpPr/>
          <p:nvPr/>
        </p:nvCxnSpPr>
        <p:spPr>
          <a:xfrm>
            <a:off x="8724900" y="4555532"/>
            <a:ext cx="31800" cy="388678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73" name="Shape 212"/>
          <p:cNvSpPr/>
          <p:nvPr/>
        </p:nvSpPr>
        <p:spPr>
          <a:xfrm>
            <a:off x="8297285" y="3489837"/>
            <a:ext cx="838200" cy="355500"/>
          </a:xfrm>
          <a:prstGeom prst="rect">
            <a:avLst/>
          </a:prstGeom>
          <a:solidFill>
            <a:srgbClr val="666666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>
                <a:solidFill>
                  <a:srgbClr val="FFFFFF"/>
                </a:solidFill>
              </a:rPr>
              <a:t>HEAD</a:t>
            </a:r>
          </a:p>
        </p:txBody>
      </p:sp>
      <p:cxnSp>
        <p:nvCxnSpPr>
          <p:cNvPr id="74" name="Shape 205"/>
          <p:cNvCxnSpPr>
            <a:stCxn id="73" idx="2"/>
          </p:cNvCxnSpPr>
          <p:nvPr/>
        </p:nvCxnSpPr>
        <p:spPr>
          <a:xfrm>
            <a:off x="8716385" y="3845337"/>
            <a:ext cx="8515" cy="409606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75" name="Shape 204"/>
          <p:cNvSpPr/>
          <p:nvPr/>
        </p:nvSpPr>
        <p:spPr>
          <a:xfrm>
            <a:off x="1147728" y="4277557"/>
            <a:ext cx="1531531" cy="2730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origin/fix/FTR-10</a:t>
            </a:r>
          </a:p>
        </p:txBody>
      </p:sp>
      <p:sp>
        <p:nvSpPr>
          <p:cNvPr id="82" name="Shape 204"/>
          <p:cNvSpPr/>
          <p:nvPr/>
        </p:nvSpPr>
        <p:spPr>
          <a:xfrm>
            <a:off x="7833885" y="1668674"/>
            <a:ext cx="1227166" cy="278115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fix/FTR-10</a:t>
            </a:r>
          </a:p>
        </p:txBody>
      </p:sp>
      <p:sp>
        <p:nvSpPr>
          <p:cNvPr id="83" name="Shape 204"/>
          <p:cNvSpPr/>
          <p:nvPr/>
        </p:nvSpPr>
        <p:spPr>
          <a:xfrm>
            <a:off x="8033429" y="4252625"/>
            <a:ext cx="1110572" cy="297932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fix/FTR-10</a:t>
            </a:r>
          </a:p>
        </p:txBody>
      </p:sp>
    </p:spTree>
    <p:extLst>
      <p:ext uri="{BB962C8B-B14F-4D97-AF65-F5344CB8AC3E}">
        <p14:creationId xmlns:p14="http://schemas.microsoft.com/office/powerpoint/2010/main" val="32486198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Shape 190"/>
          <p:cNvSpPr txBox="1">
            <a:spLocks noGrp="1"/>
          </p:cNvSpPr>
          <p:nvPr>
            <p:ph type="sldNum" idx="12"/>
          </p:nvPr>
        </p:nvSpPr>
        <p:spPr>
          <a:xfrm>
            <a:off x="7983870" y="7003399"/>
            <a:ext cx="838200" cy="228600"/>
          </a:xfrm>
          <a:prstGeom prst="rect">
            <a:avLst/>
          </a:prstGeom>
        </p:spPr>
        <p:txBody>
          <a:bodyPr wrap="square" lIns="91425" tIns="45700" rIns="91425" bIns="45700" anchor="t" anchorCtr="0">
            <a:noAutofit/>
          </a:bodyPr>
          <a:lstStyle/>
          <a:p>
            <a:pPr lvl="0" rtl="0">
              <a:spcBef>
                <a:spcPts val="0"/>
              </a:spcBef>
              <a:buClr>
                <a:schemeClr val="lt2"/>
              </a:buClr>
              <a:buSzPct val="25000"/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 lang="en-US"/>
          </a:p>
        </p:txBody>
      </p:sp>
      <p:sp>
        <p:nvSpPr>
          <p:cNvPr id="191" name="Shape 191"/>
          <p:cNvSpPr/>
          <p:nvPr/>
        </p:nvSpPr>
        <p:spPr>
          <a:xfrm>
            <a:off x="710600" y="23215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/>
              <a:t>98ca9</a:t>
            </a:r>
          </a:p>
        </p:txBody>
      </p:sp>
      <p:sp>
        <p:nvSpPr>
          <p:cNvPr id="192" name="Shape 192"/>
          <p:cNvSpPr/>
          <p:nvPr/>
        </p:nvSpPr>
        <p:spPr>
          <a:xfrm>
            <a:off x="1893825" y="23215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/>
              <a:t>34ac2</a:t>
            </a:r>
          </a:p>
        </p:txBody>
      </p:sp>
      <p:cxnSp>
        <p:nvCxnSpPr>
          <p:cNvPr id="194" name="Shape 194"/>
          <p:cNvCxnSpPr>
            <a:stCxn id="192" idx="1"/>
            <a:endCxn id="191" idx="3"/>
          </p:cNvCxnSpPr>
          <p:nvPr/>
        </p:nvCxnSpPr>
        <p:spPr>
          <a:xfrm rot="10800000">
            <a:off x="1485225" y="2499250"/>
            <a:ext cx="4086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196" name="Shape 196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lvl="0">
              <a:buClr>
                <a:schemeClr val="dk2"/>
              </a:buClr>
              <a:buSzPct val="25000"/>
            </a:pPr>
            <a:r>
              <a:rPr lang="en-US" dirty="0">
                <a:latin typeface="Merriweather"/>
                <a:ea typeface="Merriweather"/>
                <a:cs typeface="Merriweather"/>
                <a:sym typeface="Merriweather"/>
              </a:rPr>
              <a:t>FF Merge, Tag and Remove Source Branch, Fast Forward Merge must</a:t>
            </a:r>
            <a:endParaRPr lang="en-US" b="1" dirty="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97" name="Shape 197"/>
          <p:cNvSpPr/>
          <p:nvPr/>
        </p:nvSpPr>
        <p:spPr>
          <a:xfrm>
            <a:off x="489200" y="48876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/>
              <a:t>98ca9</a:t>
            </a:r>
          </a:p>
        </p:txBody>
      </p:sp>
      <p:sp>
        <p:nvSpPr>
          <p:cNvPr id="198" name="Shape 198"/>
          <p:cNvSpPr/>
          <p:nvPr/>
        </p:nvSpPr>
        <p:spPr>
          <a:xfrm>
            <a:off x="1672425" y="48876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34ac2</a:t>
            </a:r>
          </a:p>
        </p:txBody>
      </p:sp>
      <p:cxnSp>
        <p:nvCxnSpPr>
          <p:cNvPr id="200" name="Shape 200"/>
          <p:cNvCxnSpPr>
            <a:stCxn id="198" idx="1"/>
            <a:endCxn id="197" idx="3"/>
          </p:cNvCxnSpPr>
          <p:nvPr/>
        </p:nvCxnSpPr>
        <p:spPr>
          <a:xfrm rot="10800000">
            <a:off x="1263825" y="5065350"/>
            <a:ext cx="4086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202" name="Shape 202"/>
          <p:cNvSpPr txBox="1"/>
          <p:nvPr/>
        </p:nvSpPr>
        <p:spPr>
          <a:xfrm>
            <a:off x="0" y="1150050"/>
            <a:ext cx="2281125" cy="546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-US" sz="1800" dirty="0"/>
              <a:t>Remote Repository</a:t>
            </a:r>
          </a:p>
        </p:txBody>
      </p:sp>
      <p:sp>
        <p:nvSpPr>
          <p:cNvPr id="203" name="Shape 203"/>
          <p:cNvSpPr txBox="1"/>
          <p:nvPr/>
        </p:nvSpPr>
        <p:spPr>
          <a:xfrm>
            <a:off x="65825" y="3822500"/>
            <a:ext cx="2395950" cy="546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-US" sz="1800" dirty="0"/>
              <a:t>Local Repository</a:t>
            </a:r>
          </a:p>
        </p:txBody>
      </p:sp>
      <p:sp>
        <p:nvSpPr>
          <p:cNvPr id="204" name="Shape 204"/>
          <p:cNvSpPr/>
          <p:nvPr/>
        </p:nvSpPr>
        <p:spPr>
          <a:xfrm>
            <a:off x="2694843" y="4268738"/>
            <a:ext cx="1343757" cy="2730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origin/master</a:t>
            </a:r>
          </a:p>
        </p:txBody>
      </p:sp>
      <p:cxnSp>
        <p:nvCxnSpPr>
          <p:cNvPr id="205" name="Shape 205"/>
          <p:cNvCxnSpPr>
            <a:stCxn id="204" idx="2"/>
            <a:endCxn id="198" idx="0"/>
          </p:cNvCxnSpPr>
          <p:nvPr/>
        </p:nvCxnSpPr>
        <p:spPr>
          <a:xfrm flipH="1">
            <a:off x="2059725" y="4541738"/>
            <a:ext cx="1306997" cy="345862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208" name="Shape 208"/>
          <p:cNvSpPr/>
          <p:nvPr/>
        </p:nvSpPr>
        <p:spPr>
          <a:xfrm>
            <a:off x="8272085" y="1295700"/>
            <a:ext cx="863400" cy="2547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master</a:t>
            </a:r>
          </a:p>
        </p:txBody>
      </p:sp>
      <p:cxnSp>
        <p:nvCxnSpPr>
          <p:cNvPr id="209" name="Shape 209"/>
          <p:cNvCxnSpPr/>
          <p:nvPr/>
        </p:nvCxnSpPr>
        <p:spPr>
          <a:xfrm>
            <a:off x="8873597" y="1550400"/>
            <a:ext cx="0" cy="775623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215" name="Shape 215"/>
          <p:cNvCxnSpPr/>
          <p:nvPr/>
        </p:nvCxnSpPr>
        <p:spPr>
          <a:xfrm>
            <a:off x="32125" y="3822500"/>
            <a:ext cx="5171700" cy="162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37" name="Shape 205"/>
          <p:cNvCxnSpPr>
            <a:endCxn id="198" idx="0"/>
          </p:cNvCxnSpPr>
          <p:nvPr/>
        </p:nvCxnSpPr>
        <p:spPr>
          <a:xfrm>
            <a:off x="2059725" y="4541738"/>
            <a:ext cx="0" cy="345862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62" name="Shape 205"/>
          <p:cNvCxnSpPr>
            <a:stCxn id="90" idx="1"/>
            <a:endCxn id="35" idx="3"/>
          </p:cNvCxnSpPr>
          <p:nvPr/>
        </p:nvCxnSpPr>
        <p:spPr>
          <a:xfrm flipH="1" flipV="1">
            <a:off x="6651096" y="5076370"/>
            <a:ext cx="1718304" cy="4559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41" name="Shape 198"/>
          <p:cNvSpPr/>
          <p:nvPr/>
        </p:nvSpPr>
        <p:spPr>
          <a:xfrm>
            <a:off x="2879962" y="5412739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67def</a:t>
            </a:r>
          </a:p>
        </p:txBody>
      </p:sp>
      <p:cxnSp>
        <p:nvCxnSpPr>
          <p:cNvPr id="42" name="Shape 200"/>
          <p:cNvCxnSpPr>
            <a:stCxn id="41" idx="1"/>
            <a:endCxn id="198" idx="3"/>
          </p:cNvCxnSpPr>
          <p:nvPr/>
        </p:nvCxnSpPr>
        <p:spPr>
          <a:xfrm flipH="1" flipV="1">
            <a:off x="2447025" y="5065350"/>
            <a:ext cx="432937" cy="525139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39" name="Shape 198"/>
          <p:cNvSpPr/>
          <p:nvPr/>
        </p:nvSpPr>
        <p:spPr>
          <a:xfrm>
            <a:off x="3958199" y="5408043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347e4</a:t>
            </a:r>
          </a:p>
        </p:txBody>
      </p:sp>
      <p:cxnSp>
        <p:nvCxnSpPr>
          <p:cNvPr id="40" name="Shape 200"/>
          <p:cNvCxnSpPr>
            <a:endCxn id="41" idx="3"/>
          </p:cNvCxnSpPr>
          <p:nvPr/>
        </p:nvCxnSpPr>
        <p:spPr>
          <a:xfrm flipH="1">
            <a:off x="3654562" y="5590489"/>
            <a:ext cx="269268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2" name="Flowchart: Multidocument 1"/>
          <p:cNvSpPr/>
          <p:nvPr/>
        </p:nvSpPr>
        <p:spPr>
          <a:xfrm>
            <a:off x="5105400" y="5424314"/>
            <a:ext cx="999626" cy="459574"/>
          </a:xfrm>
          <a:custGeom>
            <a:avLst/>
            <a:gdLst>
              <a:gd name="connsiteX0" fmla="*/ 0 w 21600"/>
              <a:gd name="connsiteY0" fmla="*/ 20782 h 21600"/>
              <a:gd name="connsiteX1" fmla="*/ 18595 w 21600"/>
              <a:gd name="connsiteY1" fmla="*/ 18022 h 21600"/>
              <a:gd name="connsiteX2" fmla="*/ 18595 w 21600"/>
              <a:gd name="connsiteY2" fmla="*/ 3675 h 21600"/>
              <a:gd name="connsiteX3" fmla="*/ 0 w 21600"/>
              <a:gd name="connsiteY3" fmla="*/ 3675 h 21600"/>
              <a:gd name="connsiteX4" fmla="*/ 0 w 21600"/>
              <a:gd name="connsiteY4" fmla="*/ 20782 h 21600"/>
              <a:gd name="connsiteX5" fmla="*/ 1532 w 21600"/>
              <a:gd name="connsiteY5" fmla="*/ 3675 h 21600"/>
              <a:gd name="connsiteX6" fmla="*/ 1532 w 21600"/>
              <a:gd name="connsiteY6" fmla="*/ 1815 h 21600"/>
              <a:gd name="connsiteX7" fmla="*/ 20000 w 21600"/>
              <a:gd name="connsiteY7" fmla="*/ 1815 h 21600"/>
              <a:gd name="connsiteX8" fmla="*/ 20000 w 21600"/>
              <a:gd name="connsiteY8" fmla="*/ 16252 h 21600"/>
              <a:gd name="connsiteX9" fmla="*/ 18595 w 21600"/>
              <a:gd name="connsiteY9" fmla="*/ 16352 h 21600"/>
              <a:gd name="connsiteX10" fmla="*/ 18595 w 21600"/>
              <a:gd name="connsiteY10" fmla="*/ 3675 h 21600"/>
              <a:gd name="connsiteX11" fmla="*/ 1532 w 21600"/>
              <a:gd name="connsiteY11" fmla="*/ 3675 h 21600"/>
              <a:gd name="connsiteX12" fmla="*/ 2972 w 21600"/>
              <a:gd name="connsiteY12" fmla="*/ 1815 h 21600"/>
              <a:gd name="connsiteX13" fmla="*/ 2972 w 21600"/>
              <a:gd name="connsiteY13" fmla="*/ 0 h 21600"/>
              <a:gd name="connsiteX14" fmla="*/ 21600 w 21600"/>
              <a:gd name="connsiteY14" fmla="*/ 0 h 21600"/>
              <a:gd name="connsiteX15" fmla="*/ 21600 w 21600"/>
              <a:gd name="connsiteY15" fmla="*/ 14392 h 21600"/>
              <a:gd name="connsiteX16" fmla="*/ 20000 w 21600"/>
              <a:gd name="connsiteY16" fmla="*/ 14467 h 21600"/>
              <a:gd name="connsiteX17" fmla="*/ 20000 w 21600"/>
              <a:gd name="connsiteY17" fmla="*/ 1815 h 21600"/>
              <a:gd name="connsiteX18" fmla="*/ 2972 w 21600"/>
              <a:gd name="connsiteY18" fmla="*/ 1815 h 21600"/>
              <a:gd name="connsiteX0" fmla="*/ 0 w 21600"/>
              <a:gd name="connsiteY0" fmla="*/ 3675 h 21600"/>
              <a:gd name="connsiteX1" fmla="*/ 18595 w 21600"/>
              <a:gd name="connsiteY1" fmla="*/ 3675 h 21600"/>
              <a:gd name="connsiteX2" fmla="*/ 18595 w 21600"/>
              <a:gd name="connsiteY2" fmla="*/ 18022 h 21600"/>
              <a:gd name="connsiteX3" fmla="*/ 0 w 21600"/>
              <a:gd name="connsiteY3" fmla="*/ 20782 h 21600"/>
              <a:gd name="connsiteX4" fmla="*/ 0 w 21600"/>
              <a:gd name="connsiteY4" fmla="*/ 3675 h 21600"/>
              <a:gd name="connsiteX5" fmla="*/ 1532 w 21600"/>
              <a:gd name="connsiteY5" fmla="*/ 3675 h 21600"/>
              <a:gd name="connsiteX6" fmla="*/ 1532 w 21600"/>
              <a:gd name="connsiteY6" fmla="*/ 1815 h 21600"/>
              <a:gd name="connsiteX7" fmla="*/ 20000 w 21600"/>
              <a:gd name="connsiteY7" fmla="*/ 1815 h 21600"/>
              <a:gd name="connsiteX8" fmla="*/ 20000 w 21600"/>
              <a:gd name="connsiteY8" fmla="*/ 16252 h 21600"/>
              <a:gd name="connsiteX9" fmla="*/ 18595 w 21600"/>
              <a:gd name="connsiteY9" fmla="*/ 16352 h 21600"/>
              <a:gd name="connsiteX10" fmla="*/ 2972 w 21600"/>
              <a:gd name="connsiteY10" fmla="*/ 1815 h 21600"/>
              <a:gd name="connsiteX11" fmla="*/ 2972 w 21600"/>
              <a:gd name="connsiteY11" fmla="*/ 0 h 21600"/>
              <a:gd name="connsiteX12" fmla="*/ 21600 w 21600"/>
              <a:gd name="connsiteY12" fmla="*/ 0 h 21600"/>
              <a:gd name="connsiteX13" fmla="*/ 21600 w 21600"/>
              <a:gd name="connsiteY13" fmla="*/ 14392 h 21600"/>
              <a:gd name="connsiteX14" fmla="*/ 20000 w 21600"/>
              <a:gd name="connsiteY14" fmla="*/ 14467 h 21600"/>
              <a:gd name="connsiteX0" fmla="*/ 0 w 21600"/>
              <a:gd name="connsiteY0" fmla="*/ 20782 h 21600"/>
              <a:gd name="connsiteX1" fmla="*/ 18595 w 21600"/>
              <a:gd name="connsiteY1" fmla="*/ 18022 h 21600"/>
              <a:gd name="connsiteX2" fmla="*/ 18595 w 21600"/>
              <a:gd name="connsiteY2" fmla="*/ 16352 h 21600"/>
              <a:gd name="connsiteX3" fmla="*/ 20000 w 21600"/>
              <a:gd name="connsiteY3" fmla="*/ 16252 h 21600"/>
              <a:gd name="connsiteX4" fmla="*/ 20000 w 21600"/>
              <a:gd name="connsiteY4" fmla="*/ 14467 h 21600"/>
              <a:gd name="connsiteX5" fmla="*/ 21600 w 21600"/>
              <a:gd name="connsiteY5" fmla="*/ 14392 h 21600"/>
              <a:gd name="connsiteX6" fmla="*/ 21600 w 21600"/>
              <a:gd name="connsiteY6" fmla="*/ 0 h 21600"/>
              <a:gd name="connsiteX7" fmla="*/ 2972 w 21600"/>
              <a:gd name="connsiteY7" fmla="*/ 0 h 21600"/>
              <a:gd name="connsiteX8" fmla="*/ 2972 w 21600"/>
              <a:gd name="connsiteY8" fmla="*/ 1815 h 21600"/>
              <a:gd name="connsiteX9" fmla="*/ 1532 w 21600"/>
              <a:gd name="connsiteY9" fmla="*/ 1815 h 21600"/>
              <a:gd name="connsiteX10" fmla="*/ 1532 w 21600"/>
              <a:gd name="connsiteY10" fmla="*/ 3675 h 21600"/>
              <a:gd name="connsiteX11" fmla="*/ 0 w 21600"/>
              <a:gd name="connsiteY11" fmla="*/ 3675 h 21600"/>
              <a:gd name="connsiteX12" fmla="*/ 0 w 21600"/>
              <a:gd name="connsiteY12" fmla="*/ 20782 h 21600"/>
              <a:gd name="connsiteX0" fmla="*/ 0 w 21600"/>
              <a:gd name="connsiteY0" fmla="*/ 20782 h 25763"/>
              <a:gd name="connsiteX1" fmla="*/ 18595 w 21600"/>
              <a:gd name="connsiteY1" fmla="*/ 18022 h 25763"/>
              <a:gd name="connsiteX2" fmla="*/ 18595 w 21600"/>
              <a:gd name="connsiteY2" fmla="*/ 3675 h 25763"/>
              <a:gd name="connsiteX3" fmla="*/ 0 w 21600"/>
              <a:gd name="connsiteY3" fmla="*/ 3675 h 25763"/>
              <a:gd name="connsiteX4" fmla="*/ 0 w 21600"/>
              <a:gd name="connsiteY4" fmla="*/ 20782 h 25763"/>
              <a:gd name="connsiteX5" fmla="*/ 1532 w 21600"/>
              <a:gd name="connsiteY5" fmla="*/ 3675 h 25763"/>
              <a:gd name="connsiteX6" fmla="*/ 1532 w 21600"/>
              <a:gd name="connsiteY6" fmla="*/ 1815 h 25763"/>
              <a:gd name="connsiteX7" fmla="*/ 20000 w 21600"/>
              <a:gd name="connsiteY7" fmla="*/ 1815 h 25763"/>
              <a:gd name="connsiteX8" fmla="*/ 20000 w 21600"/>
              <a:gd name="connsiteY8" fmla="*/ 16252 h 25763"/>
              <a:gd name="connsiteX9" fmla="*/ 18595 w 21600"/>
              <a:gd name="connsiteY9" fmla="*/ 16352 h 25763"/>
              <a:gd name="connsiteX10" fmla="*/ 18595 w 21600"/>
              <a:gd name="connsiteY10" fmla="*/ 3675 h 25763"/>
              <a:gd name="connsiteX11" fmla="*/ 1532 w 21600"/>
              <a:gd name="connsiteY11" fmla="*/ 3675 h 25763"/>
              <a:gd name="connsiteX12" fmla="*/ 2972 w 21600"/>
              <a:gd name="connsiteY12" fmla="*/ 1815 h 25763"/>
              <a:gd name="connsiteX13" fmla="*/ 2972 w 21600"/>
              <a:gd name="connsiteY13" fmla="*/ 0 h 25763"/>
              <a:gd name="connsiteX14" fmla="*/ 21600 w 21600"/>
              <a:gd name="connsiteY14" fmla="*/ 0 h 25763"/>
              <a:gd name="connsiteX15" fmla="*/ 21600 w 21600"/>
              <a:gd name="connsiteY15" fmla="*/ 14392 h 25763"/>
              <a:gd name="connsiteX16" fmla="*/ 20000 w 21600"/>
              <a:gd name="connsiteY16" fmla="*/ 14467 h 25763"/>
              <a:gd name="connsiteX17" fmla="*/ 20000 w 21600"/>
              <a:gd name="connsiteY17" fmla="*/ 1815 h 25763"/>
              <a:gd name="connsiteX18" fmla="*/ 2972 w 21600"/>
              <a:gd name="connsiteY18" fmla="*/ 1815 h 25763"/>
              <a:gd name="connsiteX0" fmla="*/ 0 w 21600"/>
              <a:gd name="connsiteY0" fmla="*/ 3675 h 25763"/>
              <a:gd name="connsiteX1" fmla="*/ 18595 w 21600"/>
              <a:gd name="connsiteY1" fmla="*/ 3675 h 25763"/>
              <a:gd name="connsiteX2" fmla="*/ 18595 w 21600"/>
              <a:gd name="connsiteY2" fmla="*/ 18022 h 25763"/>
              <a:gd name="connsiteX3" fmla="*/ 0 w 21600"/>
              <a:gd name="connsiteY3" fmla="*/ 20782 h 25763"/>
              <a:gd name="connsiteX4" fmla="*/ 0 w 21600"/>
              <a:gd name="connsiteY4" fmla="*/ 3675 h 25763"/>
              <a:gd name="connsiteX5" fmla="*/ 1532 w 21600"/>
              <a:gd name="connsiteY5" fmla="*/ 3675 h 25763"/>
              <a:gd name="connsiteX6" fmla="*/ 1532 w 21600"/>
              <a:gd name="connsiteY6" fmla="*/ 1815 h 25763"/>
              <a:gd name="connsiteX7" fmla="*/ 20000 w 21600"/>
              <a:gd name="connsiteY7" fmla="*/ 1815 h 25763"/>
              <a:gd name="connsiteX8" fmla="*/ 20000 w 21600"/>
              <a:gd name="connsiteY8" fmla="*/ 16252 h 25763"/>
              <a:gd name="connsiteX9" fmla="*/ 18595 w 21600"/>
              <a:gd name="connsiteY9" fmla="*/ 16352 h 25763"/>
              <a:gd name="connsiteX10" fmla="*/ 2972 w 21600"/>
              <a:gd name="connsiteY10" fmla="*/ 1815 h 25763"/>
              <a:gd name="connsiteX11" fmla="*/ 2972 w 21600"/>
              <a:gd name="connsiteY11" fmla="*/ 0 h 25763"/>
              <a:gd name="connsiteX12" fmla="*/ 21600 w 21600"/>
              <a:gd name="connsiteY12" fmla="*/ 0 h 25763"/>
              <a:gd name="connsiteX13" fmla="*/ 21600 w 21600"/>
              <a:gd name="connsiteY13" fmla="*/ 14392 h 25763"/>
              <a:gd name="connsiteX14" fmla="*/ 20000 w 21600"/>
              <a:gd name="connsiteY14" fmla="*/ 14467 h 25763"/>
              <a:gd name="connsiteX0" fmla="*/ 0 w 21600"/>
              <a:gd name="connsiteY0" fmla="*/ 20782 h 25763"/>
              <a:gd name="connsiteX1" fmla="*/ 18595 w 21600"/>
              <a:gd name="connsiteY1" fmla="*/ 18022 h 25763"/>
              <a:gd name="connsiteX2" fmla="*/ 18873 w 21600"/>
              <a:gd name="connsiteY2" fmla="*/ 25738 h 25763"/>
              <a:gd name="connsiteX3" fmla="*/ 20000 w 21600"/>
              <a:gd name="connsiteY3" fmla="*/ 16252 h 25763"/>
              <a:gd name="connsiteX4" fmla="*/ 20000 w 21600"/>
              <a:gd name="connsiteY4" fmla="*/ 14467 h 25763"/>
              <a:gd name="connsiteX5" fmla="*/ 21600 w 21600"/>
              <a:gd name="connsiteY5" fmla="*/ 14392 h 25763"/>
              <a:gd name="connsiteX6" fmla="*/ 21600 w 21600"/>
              <a:gd name="connsiteY6" fmla="*/ 0 h 25763"/>
              <a:gd name="connsiteX7" fmla="*/ 2972 w 21600"/>
              <a:gd name="connsiteY7" fmla="*/ 0 h 25763"/>
              <a:gd name="connsiteX8" fmla="*/ 2972 w 21600"/>
              <a:gd name="connsiteY8" fmla="*/ 1815 h 25763"/>
              <a:gd name="connsiteX9" fmla="*/ 1532 w 21600"/>
              <a:gd name="connsiteY9" fmla="*/ 1815 h 25763"/>
              <a:gd name="connsiteX10" fmla="*/ 1532 w 21600"/>
              <a:gd name="connsiteY10" fmla="*/ 3675 h 25763"/>
              <a:gd name="connsiteX11" fmla="*/ 0 w 21600"/>
              <a:gd name="connsiteY11" fmla="*/ 3675 h 25763"/>
              <a:gd name="connsiteX12" fmla="*/ 0 w 21600"/>
              <a:gd name="connsiteY12" fmla="*/ 20782 h 25763"/>
              <a:gd name="connsiteX0" fmla="*/ 0 w 21600"/>
              <a:gd name="connsiteY0" fmla="*/ 20782 h 26547"/>
              <a:gd name="connsiteX1" fmla="*/ 18595 w 21600"/>
              <a:gd name="connsiteY1" fmla="*/ 18022 h 26547"/>
              <a:gd name="connsiteX2" fmla="*/ 18595 w 21600"/>
              <a:gd name="connsiteY2" fmla="*/ 3675 h 26547"/>
              <a:gd name="connsiteX3" fmla="*/ 0 w 21600"/>
              <a:gd name="connsiteY3" fmla="*/ 3675 h 26547"/>
              <a:gd name="connsiteX4" fmla="*/ 0 w 21600"/>
              <a:gd name="connsiteY4" fmla="*/ 20782 h 26547"/>
              <a:gd name="connsiteX5" fmla="*/ 1532 w 21600"/>
              <a:gd name="connsiteY5" fmla="*/ 3675 h 26547"/>
              <a:gd name="connsiteX6" fmla="*/ 1532 w 21600"/>
              <a:gd name="connsiteY6" fmla="*/ 1815 h 26547"/>
              <a:gd name="connsiteX7" fmla="*/ 20000 w 21600"/>
              <a:gd name="connsiteY7" fmla="*/ 1815 h 26547"/>
              <a:gd name="connsiteX8" fmla="*/ 20000 w 21600"/>
              <a:gd name="connsiteY8" fmla="*/ 16252 h 26547"/>
              <a:gd name="connsiteX9" fmla="*/ 18595 w 21600"/>
              <a:gd name="connsiteY9" fmla="*/ 16352 h 26547"/>
              <a:gd name="connsiteX10" fmla="*/ 18595 w 21600"/>
              <a:gd name="connsiteY10" fmla="*/ 3675 h 26547"/>
              <a:gd name="connsiteX11" fmla="*/ 1532 w 21600"/>
              <a:gd name="connsiteY11" fmla="*/ 3675 h 26547"/>
              <a:gd name="connsiteX12" fmla="*/ 2972 w 21600"/>
              <a:gd name="connsiteY12" fmla="*/ 1815 h 26547"/>
              <a:gd name="connsiteX13" fmla="*/ 2972 w 21600"/>
              <a:gd name="connsiteY13" fmla="*/ 0 h 26547"/>
              <a:gd name="connsiteX14" fmla="*/ 21600 w 21600"/>
              <a:gd name="connsiteY14" fmla="*/ 0 h 26547"/>
              <a:gd name="connsiteX15" fmla="*/ 21600 w 21600"/>
              <a:gd name="connsiteY15" fmla="*/ 14392 h 26547"/>
              <a:gd name="connsiteX16" fmla="*/ 20000 w 21600"/>
              <a:gd name="connsiteY16" fmla="*/ 14467 h 26547"/>
              <a:gd name="connsiteX17" fmla="*/ 20000 w 21600"/>
              <a:gd name="connsiteY17" fmla="*/ 1815 h 26547"/>
              <a:gd name="connsiteX18" fmla="*/ 2972 w 21600"/>
              <a:gd name="connsiteY18" fmla="*/ 1815 h 26547"/>
              <a:gd name="connsiteX0" fmla="*/ 0 w 21600"/>
              <a:gd name="connsiteY0" fmla="*/ 3675 h 26547"/>
              <a:gd name="connsiteX1" fmla="*/ 18595 w 21600"/>
              <a:gd name="connsiteY1" fmla="*/ 3675 h 26547"/>
              <a:gd name="connsiteX2" fmla="*/ 18595 w 21600"/>
              <a:gd name="connsiteY2" fmla="*/ 18022 h 26547"/>
              <a:gd name="connsiteX3" fmla="*/ 0 w 21600"/>
              <a:gd name="connsiteY3" fmla="*/ 20782 h 26547"/>
              <a:gd name="connsiteX4" fmla="*/ 0 w 21600"/>
              <a:gd name="connsiteY4" fmla="*/ 3675 h 26547"/>
              <a:gd name="connsiteX5" fmla="*/ 1532 w 21600"/>
              <a:gd name="connsiteY5" fmla="*/ 3675 h 26547"/>
              <a:gd name="connsiteX6" fmla="*/ 1532 w 21600"/>
              <a:gd name="connsiteY6" fmla="*/ 1815 h 26547"/>
              <a:gd name="connsiteX7" fmla="*/ 20000 w 21600"/>
              <a:gd name="connsiteY7" fmla="*/ 1815 h 26547"/>
              <a:gd name="connsiteX8" fmla="*/ 20000 w 21600"/>
              <a:gd name="connsiteY8" fmla="*/ 16252 h 26547"/>
              <a:gd name="connsiteX9" fmla="*/ 18595 w 21600"/>
              <a:gd name="connsiteY9" fmla="*/ 16352 h 26547"/>
              <a:gd name="connsiteX10" fmla="*/ 2972 w 21600"/>
              <a:gd name="connsiteY10" fmla="*/ 1815 h 26547"/>
              <a:gd name="connsiteX11" fmla="*/ 2972 w 21600"/>
              <a:gd name="connsiteY11" fmla="*/ 0 h 26547"/>
              <a:gd name="connsiteX12" fmla="*/ 21600 w 21600"/>
              <a:gd name="connsiteY12" fmla="*/ 0 h 26547"/>
              <a:gd name="connsiteX13" fmla="*/ 21600 w 21600"/>
              <a:gd name="connsiteY13" fmla="*/ 14392 h 26547"/>
              <a:gd name="connsiteX14" fmla="*/ 20000 w 21600"/>
              <a:gd name="connsiteY14" fmla="*/ 14467 h 26547"/>
              <a:gd name="connsiteX0" fmla="*/ 0 w 21600"/>
              <a:gd name="connsiteY0" fmla="*/ 20782 h 26547"/>
              <a:gd name="connsiteX1" fmla="*/ 9817 w 21600"/>
              <a:gd name="connsiteY1" fmla="*/ 26506 h 26547"/>
              <a:gd name="connsiteX2" fmla="*/ 18595 w 21600"/>
              <a:gd name="connsiteY2" fmla="*/ 18022 h 26547"/>
              <a:gd name="connsiteX3" fmla="*/ 18873 w 21600"/>
              <a:gd name="connsiteY3" fmla="*/ 25738 h 26547"/>
              <a:gd name="connsiteX4" fmla="*/ 20000 w 21600"/>
              <a:gd name="connsiteY4" fmla="*/ 16252 h 26547"/>
              <a:gd name="connsiteX5" fmla="*/ 20000 w 21600"/>
              <a:gd name="connsiteY5" fmla="*/ 14467 h 26547"/>
              <a:gd name="connsiteX6" fmla="*/ 21600 w 21600"/>
              <a:gd name="connsiteY6" fmla="*/ 14392 h 26547"/>
              <a:gd name="connsiteX7" fmla="*/ 21600 w 21600"/>
              <a:gd name="connsiteY7" fmla="*/ 0 h 26547"/>
              <a:gd name="connsiteX8" fmla="*/ 2972 w 21600"/>
              <a:gd name="connsiteY8" fmla="*/ 0 h 26547"/>
              <a:gd name="connsiteX9" fmla="*/ 2972 w 21600"/>
              <a:gd name="connsiteY9" fmla="*/ 1815 h 26547"/>
              <a:gd name="connsiteX10" fmla="*/ 1532 w 21600"/>
              <a:gd name="connsiteY10" fmla="*/ 1815 h 26547"/>
              <a:gd name="connsiteX11" fmla="*/ 1532 w 21600"/>
              <a:gd name="connsiteY11" fmla="*/ 3675 h 26547"/>
              <a:gd name="connsiteX12" fmla="*/ 0 w 21600"/>
              <a:gd name="connsiteY12" fmla="*/ 3675 h 26547"/>
              <a:gd name="connsiteX13" fmla="*/ 0 w 21600"/>
              <a:gd name="connsiteY13" fmla="*/ 20782 h 26547"/>
              <a:gd name="connsiteX0" fmla="*/ 0 w 21600"/>
              <a:gd name="connsiteY0" fmla="*/ 20782 h 25763"/>
              <a:gd name="connsiteX1" fmla="*/ 18595 w 21600"/>
              <a:gd name="connsiteY1" fmla="*/ 18022 h 25763"/>
              <a:gd name="connsiteX2" fmla="*/ 18595 w 21600"/>
              <a:gd name="connsiteY2" fmla="*/ 3675 h 25763"/>
              <a:gd name="connsiteX3" fmla="*/ 0 w 21600"/>
              <a:gd name="connsiteY3" fmla="*/ 3675 h 25763"/>
              <a:gd name="connsiteX4" fmla="*/ 0 w 21600"/>
              <a:gd name="connsiteY4" fmla="*/ 20782 h 25763"/>
              <a:gd name="connsiteX5" fmla="*/ 1532 w 21600"/>
              <a:gd name="connsiteY5" fmla="*/ 3675 h 25763"/>
              <a:gd name="connsiteX6" fmla="*/ 1532 w 21600"/>
              <a:gd name="connsiteY6" fmla="*/ 1815 h 25763"/>
              <a:gd name="connsiteX7" fmla="*/ 20000 w 21600"/>
              <a:gd name="connsiteY7" fmla="*/ 1815 h 25763"/>
              <a:gd name="connsiteX8" fmla="*/ 20000 w 21600"/>
              <a:gd name="connsiteY8" fmla="*/ 16252 h 25763"/>
              <a:gd name="connsiteX9" fmla="*/ 18595 w 21600"/>
              <a:gd name="connsiteY9" fmla="*/ 16352 h 25763"/>
              <a:gd name="connsiteX10" fmla="*/ 18595 w 21600"/>
              <a:gd name="connsiteY10" fmla="*/ 3675 h 25763"/>
              <a:gd name="connsiteX11" fmla="*/ 1532 w 21600"/>
              <a:gd name="connsiteY11" fmla="*/ 3675 h 25763"/>
              <a:gd name="connsiteX12" fmla="*/ 2972 w 21600"/>
              <a:gd name="connsiteY12" fmla="*/ 1815 h 25763"/>
              <a:gd name="connsiteX13" fmla="*/ 2972 w 21600"/>
              <a:gd name="connsiteY13" fmla="*/ 0 h 25763"/>
              <a:gd name="connsiteX14" fmla="*/ 21600 w 21600"/>
              <a:gd name="connsiteY14" fmla="*/ 0 h 25763"/>
              <a:gd name="connsiteX15" fmla="*/ 21600 w 21600"/>
              <a:gd name="connsiteY15" fmla="*/ 14392 h 25763"/>
              <a:gd name="connsiteX16" fmla="*/ 20000 w 21600"/>
              <a:gd name="connsiteY16" fmla="*/ 14467 h 25763"/>
              <a:gd name="connsiteX17" fmla="*/ 20000 w 21600"/>
              <a:gd name="connsiteY17" fmla="*/ 1815 h 25763"/>
              <a:gd name="connsiteX18" fmla="*/ 2972 w 21600"/>
              <a:gd name="connsiteY18" fmla="*/ 1815 h 25763"/>
              <a:gd name="connsiteX0" fmla="*/ 0 w 21600"/>
              <a:gd name="connsiteY0" fmla="*/ 3675 h 25763"/>
              <a:gd name="connsiteX1" fmla="*/ 18595 w 21600"/>
              <a:gd name="connsiteY1" fmla="*/ 3675 h 25763"/>
              <a:gd name="connsiteX2" fmla="*/ 18595 w 21600"/>
              <a:gd name="connsiteY2" fmla="*/ 18022 h 25763"/>
              <a:gd name="connsiteX3" fmla="*/ 0 w 21600"/>
              <a:gd name="connsiteY3" fmla="*/ 20782 h 25763"/>
              <a:gd name="connsiteX4" fmla="*/ 0 w 21600"/>
              <a:gd name="connsiteY4" fmla="*/ 3675 h 25763"/>
              <a:gd name="connsiteX5" fmla="*/ 1532 w 21600"/>
              <a:gd name="connsiteY5" fmla="*/ 3675 h 25763"/>
              <a:gd name="connsiteX6" fmla="*/ 1532 w 21600"/>
              <a:gd name="connsiteY6" fmla="*/ 1815 h 25763"/>
              <a:gd name="connsiteX7" fmla="*/ 20000 w 21600"/>
              <a:gd name="connsiteY7" fmla="*/ 1815 h 25763"/>
              <a:gd name="connsiteX8" fmla="*/ 20000 w 21600"/>
              <a:gd name="connsiteY8" fmla="*/ 16252 h 25763"/>
              <a:gd name="connsiteX9" fmla="*/ 18595 w 21600"/>
              <a:gd name="connsiteY9" fmla="*/ 16352 h 25763"/>
              <a:gd name="connsiteX10" fmla="*/ 2972 w 21600"/>
              <a:gd name="connsiteY10" fmla="*/ 1815 h 25763"/>
              <a:gd name="connsiteX11" fmla="*/ 2972 w 21600"/>
              <a:gd name="connsiteY11" fmla="*/ 0 h 25763"/>
              <a:gd name="connsiteX12" fmla="*/ 21600 w 21600"/>
              <a:gd name="connsiteY12" fmla="*/ 0 h 25763"/>
              <a:gd name="connsiteX13" fmla="*/ 21600 w 21600"/>
              <a:gd name="connsiteY13" fmla="*/ 14392 h 25763"/>
              <a:gd name="connsiteX14" fmla="*/ 20000 w 21600"/>
              <a:gd name="connsiteY14" fmla="*/ 14467 h 25763"/>
              <a:gd name="connsiteX0" fmla="*/ 0 w 21600"/>
              <a:gd name="connsiteY0" fmla="*/ 20782 h 25763"/>
              <a:gd name="connsiteX1" fmla="*/ 10652 w 21600"/>
              <a:gd name="connsiteY1" fmla="*/ 22896 h 25763"/>
              <a:gd name="connsiteX2" fmla="*/ 18595 w 21600"/>
              <a:gd name="connsiteY2" fmla="*/ 18022 h 25763"/>
              <a:gd name="connsiteX3" fmla="*/ 18873 w 21600"/>
              <a:gd name="connsiteY3" fmla="*/ 25738 h 25763"/>
              <a:gd name="connsiteX4" fmla="*/ 20000 w 21600"/>
              <a:gd name="connsiteY4" fmla="*/ 16252 h 25763"/>
              <a:gd name="connsiteX5" fmla="*/ 20000 w 21600"/>
              <a:gd name="connsiteY5" fmla="*/ 14467 h 25763"/>
              <a:gd name="connsiteX6" fmla="*/ 21600 w 21600"/>
              <a:gd name="connsiteY6" fmla="*/ 14392 h 25763"/>
              <a:gd name="connsiteX7" fmla="*/ 21600 w 21600"/>
              <a:gd name="connsiteY7" fmla="*/ 0 h 25763"/>
              <a:gd name="connsiteX8" fmla="*/ 2972 w 21600"/>
              <a:gd name="connsiteY8" fmla="*/ 0 h 25763"/>
              <a:gd name="connsiteX9" fmla="*/ 2972 w 21600"/>
              <a:gd name="connsiteY9" fmla="*/ 1815 h 25763"/>
              <a:gd name="connsiteX10" fmla="*/ 1532 w 21600"/>
              <a:gd name="connsiteY10" fmla="*/ 1815 h 25763"/>
              <a:gd name="connsiteX11" fmla="*/ 1532 w 21600"/>
              <a:gd name="connsiteY11" fmla="*/ 3675 h 25763"/>
              <a:gd name="connsiteX12" fmla="*/ 0 w 21600"/>
              <a:gd name="connsiteY12" fmla="*/ 3675 h 25763"/>
              <a:gd name="connsiteX13" fmla="*/ 0 w 21600"/>
              <a:gd name="connsiteY13" fmla="*/ 20782 h 25763"/>
              <a:gd name="connsiteX0" fmla="*/ 0 w 21600"/>
              <a:gd name="connsiteY0" fmla="*/ 20782 h 25763"/>
              <a:gd name="connsiteX1" fmla="*/ 18595 w 21600"/>
              <a:gd name="connsiteY1" fmla="*/ 18022 h 25763"/>
              <a:gd name="connsiteX2" fmla="*/ 18595 w 21600"/>
              <a:gd name="connsiteY2" fmla="*/ 3675 h 25763"/>
              <a:gd name="connsiteX3" fmla="*/ 0 w 21600"/>
              <a:gd name="connsiteY3" fmla="*/ 3675 h 25763"/>
              <a:gd name="connsiteX4" fmla="*/ 0 w 21600"/>
              <a:gd name="connsiteY4" fmla="*/ 20782 h 25763"/>
              <a:gd name="connsiteX5" fmla="*/ 1532 w 21600"/>
              <a:gd name="connsiteY5" fmla="*/ 3675 h 25763"/>
              <a:gd name="connsiteX6" fmla="*/ 1532 w 21600"/>
              <a:gd name="connsiteY6" fmla="*/ 1815 h 25763"/>
              <a:gd name="connsiteX7" fmla="*/ 20000 w 21600"/>
              <a:gd name="connsiteY7" fmla="*/ 1815 h 25763"/>
              <a:gd name="connsiteX8" fmla="*/ 20000 w 21600"/>
              <a:gd name="connsiteY8" fmla="*/ 16252 h 25763"/>
              <a:gd name="connsiteX9" fmla="*/ 18595 w 21600"/>
              <a:gd name="connsiteY9" fmla="*/ 16352 h 25763"/>
              <a:gd name="connsiteX10" fmla="*/ 18595 w 21600"/>
              <a:gd name="connsiteY10" fmla="*/ 3675 h 25763"/>
              <a:gd name="connsiteX11" fmla="*/ 1532 w 21600"/>
              <a:gd name="connsiteY11" fmla="*/ 3675 h 25763"/>
              <a:gd name="connsiteX12" fmla="*/ 2972 w 21600"/>
              <a:gd name="connsiteY12" fmla="*/ 1815 h 25763"/>
              <a:gd name="connsiteX13" fmla="*/ 2972 w 21600"/>
              <a:gd name="connsiteY13" fmla="*/ 0 h 25763"/>
              <a:gd name="connsiteX14" fmla="*/ 21600 w 21600"/>
              <a:gd name="connsiteY14" fmla="*/ 0 h 25763"/>
              <a:gd name="connsiteX15" fmla="*/ 21600 w 21600"/>
              <a:gd name="connsiteY15" fmla="*/ 14392 h 25763"/>
              <a:gd name="connsiteX16" fmla="*/ 20000 w 21600"/>
              <a:gd name="connsiteY16" fmla="*/ 14467 h 25763"/>
              <a:gd name="connsiteX17" fmla="*/ 20000 w 21600"/>
              <a:gd name="connsiteY17" fmla="*/ 1815 h 25763"/>
              <a:gd name="connsiteX18" fmla="*/ 2972 w 21600"/>
              <a:gd name="connsiteY18" fmla="*/ 1815 h 25763"/>
              <a:gd name="connsiteX0" fmla="*/ 0 w 21600"/>
              <a:gd name="connsiteY0" fmla="*/ 3675 h 25763"/>
              <a:gd name="connsiteX1" fmla="*/ 18595 w 21600"/>
              <a:gd name="connsiteY1" fmla="*/ 3675 h 25763"/>
              <a:gd name="connsiteX2" fmla="*/ 18595 w 21600"/>
              <a:gd name="connsiteY2" fmla="*/ 18022 h 25763"/>
              <a:gd name="connsiteX3" fmla="*/ 0 w 21600"/>
              <a:gd name="connsiteY3" fmla="*/ 20782 h 25763"/>
              <a:gd name="connsiteX4" fmla="*/ 0 w 21600"/>
              <a:gd name="connsiteY4" fmla="*/ 3675 h 25763"/>
              <a:gd name="connsiteX5" fmla="*/ 1532 w 21600"/>
              <a:gd name="connsiteY5" fmla="*/ 3675 h 25763"/>
              <a:gd name="connsiteX6" fmla="*/ 1532 w 21600"/>
              <a:gd name="connsiteY6" fmla="*/ 1815 h 25763"/>
              <a:gd name="connsiteX7" fmla="*/ 20000 w 21600"/>
              <a:gd name="connsiteY7" fmla="*/ 1815 h 25763"/>
              <a:gd name="connsiteX8" fmla="*/ 20000 w 21600"/>
              <a:gd name="connsiteY8" fmla="*/ 16252 h 25763"/>
              <a:gd name="connsiteX9" fmla="*/ 18595 w 21600"/>
              <a:gd name="connsiteY9" fmla="*/ 16352 h 25763"/>
              <a:gd name="connsiteX10" fmla="*/ 2972 w 21600"/>
              <a:gd name="connsiteY10" fmla="*/ 1815 h 25763"/>
              <a:gd name="connsiteX11" fmla="*/ 2972 w 21600"/>
              <a:gd name="connsiteY11" fmla="*/ 0 h 25763"/>
              <a:gd name="connsiteX12" fmla="*/ 21600 w 21600"/>
              <a:gd name="connsiteY12" fmla="*/ 0 h 25763"/>
              <a:gd name="connsiteX13" fmla="*/ 21600 w 21600"/>
              <a:gd name="connsiteY13" fmla="*/ 14392 h 25763"/>
              <a:gd name="connsiteX14" fmla="*/ 20000 w 21600"/>
              <a:gd name="connsiteY14" fmla="*/ 14467 h 25763"/>
              <a:gd name="connsiteX0" fmla="*/ 0 w 21600"/>
              <a:gd name="connsiteY0" fmla="*/ 20782 h 25763"/>
              <a:gd name="connsiteX1" fmla="*/ 10652 w 21600"/>
              <a:gd name="connsiteY1" fmla="*/ 22896 h 25763"/>
              <a:gd name="connsiteX2" fmla="*/ 18165 w 21600"/>
              <a:gd name="connsiteY2" fmla="*/ 24340 h 25763"/>
              <a:gd name="connsiteX3" fmla="*/ 18595 w 21600"/>
              <a:gd name="connsiteY3" fmla="*/ 18022 h 25763"/>
              <a:gd name="connsiteX4" fmla="*/ 18873 w 21600"/>
              <a:gd name="connsiteY4" fmla="*/ 25738 h 25763"/>
              <a:gd name="connsiteX5" fmla="*/ 20000 w 21600"/>
              <a:gd name="connsiteY5" fmla="*/ 16252 h 25763"/>
              <a:gd name="connsiteX6" fmla="*/ 20000 w 21600"/>
              <a:gd name="connsiteY6" fmla="*/ 14467 h 25763"/>
              <a:gd name="connsiteX7" fmla="*/ 21600 w 21600"/>
              <a:gd name="connsiteY7" fmla="*/ 14392 h 25763"/>
              <a:gd name="connsiteX8" fmla="*/ 21600 w 21600"/>
              <a:gd name="connsiteY8" fmla="*/ 0 h 25763"/>
              <a:gd name="connsiteX9" fmla="*/ 2972 w 21600"/>
              <a:gd name="connsiteY9" fmla="*/ 0 h 25763"/>
              <a:gd name="connsiteX10" fmla="*/ 2972 w 21600"/>
              <a:gd name="connsiteY10" fmla="*/ 1815 h 25763"/>
              <a:gd name="connsiteX11" fmla="*/ 1532 w 21600"/>
              <a:gd name="connsiteY11" fmla="*/ 1815 h 25763"/>
              <a:gd name="connsiteX12" fmla="*/ 1532 w 21600"/>
              <a:gd name="connsiteY12" fmla="*/ 3675 h 25763"/>
              <a:gd name="connsiteX13" fmla="*/ 0 w 21600"/>
              <a:gd name="connsiteY13" fmla="*/ 3675 h 25763"/>
              <a:gd name="connsiteX14" fmla="*/ 0 w 21600"/>
              <a:gd name="connsiteY14" fmla="*/ 20782 h 257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1600" h="25763" stroke="0" extrusionOk="0">
                <a:moveTo>
                  <a:pt x="0" y="20782"/>
                </a:moveTo>
                <a:cubicBezTo>
                  <a:pt x="9298" y="23542"/>
                  <a:pt x="9298" y="18022"/>
                  <a:pt x="18595" y="18022"/>
                </a:cubicBezTo>
                <a:lnTo>
                  <a:pt x="18595" y="3675"/>
                </a:lnTo>
                <a:lnTo>
                  <a:pt x="0" y="3675"/>
                </a:lnTo>
                <a:lnTo>
                  <a:pt x="0" y="20782"/>
                </a:lnTo>
                <a:close/>
                <a:moveTo>
                  <a:pt x="1532" y="3675"/>
                </a:moveTo>
                <a:lnTo>
                  <a:pt x="1532" y="1815"/>
                </a:lnTo>
                <a:lnTo>
                  <a:pt x="20000" y="1815"/>
                </a:lnTo>
                <a:lnTo>
                  <a:pt x="20000" y="16252"/>
                </a:lnTo>
                <a:cubicBezTo>
                  <a:pt x="19298" y="16252"/>
                  <a:pt x="18595" y="16352"/>
                  <a:pt x="18595" y="16352"/>
                </a:cubicBezTo>
                <a:lnTo>
                  <a:pt x="18595" y="3675"/>
                </a:lnTo>
                <a:lnTo>
                  <a:pt x="1532" y="3675"/>
                </a:lnTo>
                <a:close/>
                <a:moveTo>
                  <a:pt x="2972" y="1815"/>
                </a:moveTo>
                <a:lnTo>
                  <a:pt x="2972" y="0"/>
                </a:lnTo>
                <a:lnTo>
                  <a:pt x="21600" y="0"/>
                </a:lnTo>
                <a:lnTo>
                  <a:pt x="21600" y="14392"/>
                </a:lnTo>
                <a:cubicBezTo>
                  <a:pt x="20800" y="14392"/>
                  <a:pt x="20000" y="14467"/>
                  <a:pt x="20000" y="14467"/>
                </a:cubicBezTo>
                <a:lnTo>
                  <a:pt x="20000" y="1815"/>
                </a:lnTo>
                <a:lnTo>
                  <a:pt x="2972" y="1815"/>
                </a:lnTo>
                <a:close/>
              </a:path>
              <a:path w="21600" h="25763" fill="none" extrusionOk="0">
                <a:moveTo>
                  <a:pt x="0" y="3675"/>
                </a:moveTo>
                <a:lnTo>
                  <a:pt x="18595" y="3675"/>
                </a:lnTo>
                <a:lnTo>
                  <a:pt x="18595" y="18022"/>
                </a:lnTo>
                <a:cubicBezTo>
                  <a:pt x="9298" y="18022"/>
                  <a:pt x="9298" y="23542"/>
                  <a:pt x="0" y="20782"/>
                </a:cubicBezTo>
                <a:lnTo>
                  <a:pt x="0" y="3675"/>
                </a:lnTo>
                <a:close/>
                <a:moveTo>
                  <a:pt x="1532" y="3675"/>
                </a:moveTo>
                <a:lnTo>
                  <a:pt x="1532" y="1815"/>
                </a:lnTo>
                <a:lnTo>
                  <a:pt x="20000" y="1815"/>
                </a:lnTo>
                <a:lnTo>
                  <a:pt x="20000" y="16252"/>
                </a:lnTo>
                <a:cubicBezTo>
                  <a:pt x="19298" y="16252"/>
                  <a:pt x="18595" y="16352"/>
                  <a:pt x="18595" y="16352"/>
                </a:cubicBezTo>
                <a:moveTo>
                  <a:pt x="2972" y="1815"/>
                </a:moveTo>
                <a:lnTo>
                  <a:pt x="2972" y="0"/>
                </a:lnTo>
                <a:lnTo>
                  <a:pt x="21600" y="0"/>
                </a:lnTo>
                <a:lnTo>
                  <a:pt x="21600" y="14392"/>
                </a:lnTo>
                <a:cubicBezTo>
                  <a:pt x="20800" y="14392"/>
                  <a:pt x="20000" y="14467"/>
                  <a:pt x="20000" y="14467"/>
                </a:cubicBezTo>
              </a:path>
              <a:path w="21600" h="25763" fill="none" stroke="0">
                <a:moveTo>
                  <a:pt x="0" y="20782"/>
                </a:moveTo>
                <a:cubicBezTo>
                  <a:pt x="1590" y="23504"/>
                  <a:pt x="7553" y="23356"/>
                  <a:pt x="10652" y="22896"/>
                </a:cubicBezTo>
                <a:cubicBezTo>
                  <a:pt x="13540" y="22406"/>
                  <a:pt x="16841" y="25152"/>
                  <a:pt x="18165" y="24340"/>
                </a:cubicBezTo>
                <a:cubicBezTo>
                  <a:pt x="19489" y="23528"/>
                  <a:pt x="18338" y="16706"/>
                  <a:pt x="18595" y="18022"/>
                </a:cubicBezTo>
                <a:cubicBezTo>
                  <a:pt x="18595" y="17465"/>
                  <a:pt x="18873" y="26295"/>
                  <a:pt x="18873" y="25738"/>
                </a:cubicBezTo>
                <a:cubicBezTo>
                  <a:pt x="18873" y="25738"/>
                  <a:pt x="19298" y="16252"/>
                  <a:pt x="20000" y="16252"/>
                </a:cubicBezTo>
                <a:lnTo>
                  <a:pt x="20000" y="14467"/>
                </a:lnTo>
                <a:cubicBezTo>
                  <a:pt x="20000" y="14467"/>
                  <a:pt x="20800" y="14392"/>
                  <a:pt x="21600" y="14392"/>
                </a:cubicBezTo>
                <a:lnTo>
                  <a:pt x="21600" y="0"/>
                </a:lnTo>
                <a:lnTo>
                  <a:pt x="2972" y="0"/>
                </a:lnTo>
                <a:lnTo>
                  <a:pt x="2972" y="1815"/>
                </a:lnTo>
                <a:lnTo>
                  <a:pt x="1532" y="1815"/>
                </a:lnTo>
                <a:lnTo>
                  <a:pt x="1532" y="3675"/>
                </a:lnTo>
                <a:lnTo>
                  <a:pt x="0" y="3675"/>
                </a:lnTo>
                <a:lnTo>
                  <a:pt x="0" y="20782"/>
                </a:lnTo>
                <a:close/>
              </a:path>
            </a:pathLst>
          </a:custGeom>
          <a:solidFill>
            <a:srgbClr val="A7FFAB"/>
          </a:solidFill>
          <a:ln w="12700">
            <a:solidFill>
              <a:schemeClr val="accent1"/>
            </a:solidFill>
          </a:ln>
          <a:effectLst>
            <a:outerShdw blurRad="40000" dist="20000" dir="5400000" rotWithShape="0">
              <a:srgbClr val="000000">
                <a:alpha val="38000"/>
              </a:srgbClr>
            </a:outerShdw>
            <a:softEdge rad="12700"/>
          </a:effectLst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00"/>
                </a:solidFill>
              </a:rPr>
              <a:t>24t56</a:t>
            </a:r>
          </a:p>
        </p:txBody>
      </p:sp>
      <p:cxnSp>
        <p:nvCxnSpPr>
          <p:cNvPr id="38" name="Shape 200"/>
          <p:cNvCxnSpPr/>
          <p:nvPr/>
        </p:nvCxnSpPr>
        <p:spPr>
          <a:xfrm flipH="1" flipV="1">
            <a:off x="4732802" y="5631052"/>
            <a:ext cx="372598" cy="11474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35" name="Shape 198"/>
          <p:cNvSpPr/>
          <p:nvPr/>
        </p:nvSpPr>
        <p:spPr>
          <a:xfrm>
            <a:off x="5876496" y="489862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345r3</a:t>
            </a:r>
          </a:p>
        </p:txBody>
      </p:sp>
      <p:cxnSp>
        <p:nvCxnSpPr>
          <p:cNvPr id="44" name="Shape 200"/>
          <p:cNvCxnSpPr/>
          <p:nvPr/>
        </p:nvCxnSpPr>
        <p:spPr>
          <a:xfrm flipH="1" flipV="1">
            <a:off x="2426586" y="5053473"/>
            <a:ext cx="3429471" cy="1102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71" name="Shape 204"/>
          <p:cNvSpPr/>
          <p:nvPr/>
        </p:nvSpPr>
        <p:spPr>
          <a:xfrm>
            <a:off x="3897956" y="6142376"/>
            <a:ext cx="917438" cy="2730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working1</a:t>
            </a:r>
          </a:p>
        </p:txBody>
      </p:sp>
      <p:cxnSp>
        <p:nvCxnSpPr>
          <p:cNvPr id="72" name="Shape 205"/>
          <p:cNvCxnSpPr>
            <a:stCxn id="71" idx="0"/>
            <a:endCxn id="39" idx="2"/>
          </p:cNvCxnSpPr>
          <p:nvPr/>
        </p:nvCxnSpPr>
        <p:spPr>
          <a:xfrm flipH="1" flipV="1">
            <a:off x="4345499" y="5763543"/>
            <a:ext cx="11176" cy="378833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92" name="Shape 204"/>
          <p:cNvSpPr/>
          <p:nvPr/>
        </p:nvSpPr>
        <p:spPr>
          <a:xfrm>
            <a:off x="4959058" y="6431769"/>
            <a:ext cx="917438" cy="2730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working2</a:t>
            </a:r>
          </a:p>
        </p:txBody>
      </p:sp>
      <p:cxnSp>
        <p:nvCxnSpPr>
          <p:cNvPr id="93" name="Shape 205"/>
          <p:cNvCxnSpPr>
            <a:endCxn id="2" idx="0"/>
          </p:cNvCxnSpPr>
          <p:nvPr/>
        </p:nvCxnSpPr>
        <p:spPr>
          <a:xfrm flipV="1">
            <a:off x="5105400" y="5795034"/>
            <a:ext cx="0" cy="636735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46" name="Shape 198"/>
          <p:cNvSpPr/>
          <p:nvPr/>
        </p:nvSpPr>
        <p:spPr>
          <a:xfrm>
            <a:off x="5831577" y="2816793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345r3</a:t>
            </a:r>
          </a:p>
        </p:txBody>
      </p:sp>
      <p:cxnSp>
        <p:nvCxnSpPr>
          <p:cNvPr id="47" name="Shape 200"/>
          <p:cNvCxnSpPr>
            <a:stCxn id="46" idx="1"/>
            <a:endCxn id="192" idx="3"/>
          </p:cNvCxnSpPr>
          <p:nvPr/>
        </p:nvCxnSpPr>
        <p:spPr>
          <a:xfrm flipH="1" flipV="1">
            <a:off x="2668425" y="2499250"/>
            <a:ext cx="3163152" cy="495293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50" name="Shape 198"/>
          <p:cNvSpPr/>
          <p:nvPr/>
        </p:nvSpPr>
        <p:spPr>
          <a:xfrm rot="10800000" flipV="1">
            <a:off x="6118744" y="5941059"/>
            <a:ext cx="774600" cy="310525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567r4</a:t>
            </a:r>
          </a:p>
        </p:txBody>
      </p:sp>
      <p:sp>
        <p:nvSpPr>
          <p:cNvPr id="51" name="Shape 198"/>
          <p:cNvSpPr/>
          <p:nvPr/>
        </p:nvSpPr>
        <p:spPr>
          <a:xfrm>
            <a:off x="7135592" y="5896085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e3rf5</a:t>
            </a:r>
          </a:p>
        </p:txBody>
      </p:sp>
      <p:cxnSp>
        <p:nvCxnSpPr>
          <p:cNvPr id="52" name="Shape 200"/>
          <p:cNvCxnSpPr>
            <a:stCxn id="50" idx="0"/>
            <a:endCxn id="35" idx="2"/>
          </p:cNvCxnSpPr>
          <p:nvPr/>
        </p:nvCxnSpPr>
        <p:spPr>
          <a:xfrm flipH="1" flipV="1">
            <a:off x="6263796" y="5254120"/>
            <a:ext cx="242248" cy="686939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53" name="Flowchart: Multidocument 1"/>
          <p:cNvSpPr/>
          <p:nvPr/>
        </p:nvSpPr>
        <p:spPr>
          <a:xfrm>
            <a:off x="8196718" y="5867519"/>
            <a:ext cx="795711" cy="411357"/>
          </a:xfrm>
          <a:custGeom>
            <a:avLst/>
            <a:gdLst>
              <a:gd name="connsiteX0" fmla="*/ 0 w 21600"/>
              <a:gd name="connsiteY0" fmla="*/ 20782 h 21600"/>
              <a:gd name="connsiteX1" fmla="*/ 18595 w 21600"/>
              <a:gd name="connsiteY1" fmla="*/ 18022 h 21600"/>
              <a:gd name="connsiteX2" fmla="*/ 18595 w 21600"/>
              <a:gd name="connsiteY2" fmla="*/ 3675 h 21600"/>
              <a:gd name="connsiteX3" fmla="*/ 0 w 21600"/>
              <a:gd name="connsiteY3" fmla="*/ 3675 h 21600"/>
              <a:gd name="connsiteX4" fmla="*/ 0 w 21600"/>
              <a:gd name="connsiteY4" fmla="*/ 20782 h 21600"/>
              <a:gd name="connsiteX5" fmla="*/ 1532 w 21600"/>
              <a:gd name="connsiteY5" fmla="*/ 3675 h 21600"/>
              <a:gd name="connsiteX6" fmla="*/ 1532 w 21600"/>
              <a:gd name="connsiteY6" fmla="*/ 1815 h 21600"/>
              <a:gd name="connsiteX7" fmla="*/ 20000 w 21600"/>
              <a:gd name="connsiteY7" fmla="*/ 1815 h 21600"/>
              <a:gd name="connsiteX8" fmla="*/ 20000 w 21600"/>
              <a:gd name="connsiteY8" fmla="*/ 16252 h 21600"/>
              <a:gd name="connsiteX9" fmla="*/ 18595 w 21600"/>
              <a:gd name="connsiteY9" fmla="*/ 16352 h 21600"/>
              <a:gd name="connsiteX10" fmla="*/ 18595 w 21600"/>
              <a:gd name="connsiteY10" fmla="*/ 3675 h 21600"/>
              <a:gd name="connsiteX11" fmla="*/ 1532 w 21600"/>
              <a:gd name="connsiteY11" fmla="*/ 3675 h 21600"/>
              <a:gd name="connsiteX12" fmla="*/ 2972 w 21600"/>
              <a:gd name="connsiteY12" fmla="*/ 1815 h 21600"/>
              <a:gd name="connsiteX13" fmla="*/ 2972 w 21600"/>
              <a:gd name="connsiteY13" fmla="*/ 0 h 21600"/>
              <a:gd name="connsiteX14" fmla="*/ 21600 w 21600"/>
              <a:gd name="connsiteY14" fmla="*/ 0 h 21600"/>
              <a:gd name="connsiteX15" fmla="*/ 21600 w 21600"/>
              <a:gd name="connsiteY15" fmla="*/ 14392 h 21600"/>
              <a:gd name="connsiteX16" fmla="*/ 20000 w 21600"/>
              <a:gd name="connsiteY16" fmla="*/ 14467 h 21600"/>
              <a:gd name="connsiteX17" fmla="*/ 20000 w 21600"/>
              <a:gd name="connsiteY17" fmla="*/ 1815 h 21600"/>
              <a:gd name="connsiteX18" fmla="*/ 2972 w 21600"/>
              <a:gd name="connsiteY18" fmla="*/ 1815 h 21600"/>
              <a:gd name="connsiteX0" fmla="*/ 0 w 21600"/>
              <a:gd name="connsiteY0" fmla="*/ 3675 h 21600"/>
              <a:gd name="connsiteX1" fmla="*/ 18595 w 21600"/>
              <a:gd name="connsiteY1" fmla="*/ 3675 h 21600"/>
              <a:gd name="connsiteX2" fmla="*/ 18595 w 21600"/>
              <a:gd name="connsiteY2" fmla="*/ 18022 h 21600"/>
              <a:gd name="connsiteX3" fmla="*/ 0 w 21600"/>
              <a:gd name="connsiteY3" fmla="*/ 20782 h 21600"/>
              <a:gd name="connsiteX4" fmla="*/ 0 w 21600"/>
              <a:gd name="connsiteY4" fmla="*/ 3675 h 21600"/>
              <a:gd name="connsiteX5" fmla="*/ 1532 w 21600"/>
              <a:gd name="connsiteY5" fmla="*/ 3675 h 21600"/>
              <a:gd name="connsiteX6" fmla="*/ 1532 w 21600"/>
              <a:gd name="connsiteY6" fmla="*/ 1815 h 21600"/>
              <a:gd name="connsiteX7" fmla="*/ 20000 w 21600"/>
              <a:gd name="connsiteY7" fmla="*/ 1815 h 21600"/>
              <a:gd name="connsiteX8" fmla="*/ 20000 w 21600"/>
              <a:gd name="connsiteY8" fmla="*/ 16252 h 21600"/>
              <a:gd name="connsiteX9" fmla="*/ 18595 w 21600"/>
              <a:gd name="connsiteY9" fmla="*/ 16352 h 21600"/>
              <a:gd name="connsiteX10" fmla="*/ 2972 w 21600"/>
              <a:gd name="connsiteY10" fmla="*/ 1815 h 21600"/>
              <a:gd name="connsiteX11" fmla="*/ 2972 w 21600"/>
              <a:gd name="connsiteY11" fmla="*/ 0 h 21600"/>
              <a:gd name="connsiteX12" fmla="*/ 21600 w 21600"/>
              <a:gd name="connsiteY12" fmla="*/ 0 h 21600"/>
              <a:gd name="connsiteX13" fmla="*/ 21600 w 21600"/>
              <a:gd name="connsiteY13" fmla="*/ 14392 h 21600"/>
              <a:gd name="connsiteX14" fmla="*/ 20000 w 21600"/>
              <a:gd name="connsiteY14" fmla="*/ 14467 h 21600"/>
              <a:gd name="connsiteX0" fmla="*/ 0 w 21600"/>
              <a:gd name="connsiteY0" fmla="*/ 20782 h 21600"/>
              <a:gd name="connsiteX1" fmla="*/ 18595 w 21600"/>
              <a:gd name="connsiteY1" fmla="*/ 18022 h 21600"/>
              <a:gd name="connsiteX2" fmla="*/ 18595 w 21600"/>
              <a:gd name="connsiteY2" fmla="*/ 16352 h 21600"/>
              <a:gd name="connsiteX3" fmla="*/ 20000 w 21600"/>
              <a:gd name="connsiteY3" fmla="*/ 16252 h 21600"/>
              <a:gd name="connsiteX4" fmla="*/ 20000 w 21600"/>
              <a:gd name="connsiteY4" fmla="*/ 14467 h 21600"/>
              <a:gd name="connsiteX5" fmla="*/ 21600 w 21600"/>
              <a:gd name="connsiteY5" fmla="*/ 14392 h 21600"/>
              <a:gd name="connsiteX6" fmla="*/ 21600 w 21600"/>
              <a:gd name="connsiteY6" fmla="*/ 0 h 21600"/>
              <a:gd name="connsiteX7" fmla="*/ 2972 w 21600"/>
              <a:gd name="connsiteY7" fmla="*/ 0 h 21600"/>
              <a:gd name="connsiteX8" fmla="*/ 2972 w 21600"/>
              <a:gd name="connsiteY8" fmla="*/ 1815 h 21600"/>
              <a:gd name="connsiteX9" fmla="*/ 1532 w 21600"/>
              <a:gd name="connsiteY9" fmla="*/ 1815 h 21600"/>
              <a:gd name="connsiteX10" fmla="*/ 1532 w 21600"/>
              <a:gd name="connsiteY10" fmla="*/ 3675 h 21600"/>
              <a:gd name="connsiteX11" fmla="*/ 0 w 21600"/>
              <a:gd name="connsiteY11" fmla="*/ 3675 h 21600"/>
              <a:gd name="connsiteX12" fmla="*/ 0 w 21600"/>
              <a:gd name="connsiteY12" fmla="*/ 20782 h 21600"/>
              <a:gd name="connsiteX0" fmla="*/ 0 w 21600"/>
              <a:gd name="connsiteY0" fmla="*/ 20782 h 25763"/>
              <a:gd name="connsiteX1" fmla="*/ 18595 w 21600"/>
              <a:gd name="connsiteY1" fmla="*/ 18022 h 25763"/>
              <a:gd name="connsiteX2" fmla="*/ 18595 w 21600"/>
              <a:gd name="connsiteY2" fmla="*/ 3675 h 25763"/>
              <a:gd name="connsiteX3" fmla="*/ 0 w 21600"/>
              <a:gd name="connsiteY3" fmla="*/ 3675 h 25763"/>
              <a:gd name="connsiteX4" fmla="*/ 0 w 21600"/>
              <a:gd name="connsiteY4" fmla="*/ 20782 h 25763"/>
              <a:gd name="connsiteX5" fmla="*/ 1532 w 21600"/>
              <a:gd name="connsiteY5" fmla="*/ 3675 h 25763"/>
              <a:gd name="connsiteX6" fmla="*/ 1532 w 21600"/>
              <a:gd name="connsiteY6" fmla="*/ 1815 h 25763"/>
              <a:gd name="connsiteX7" fmla="*/ 20000 w 21600"/>
              <a:gd name="connsiteY7" fmla="*/ 1815 h 25763"/>
              <a:gd name="connsiteX8" fmla="*/ 20000 w 21600"/>
              <a:gd name="connsiteY8" fmla="*/ 16252 h 25763"/>
              <a:gd name="connsiteX9" fmla="*/ 18595 w 21600"/>
              <a:gd name="connsiteY9" fmla="*/ 16352 h 25763"/>
              <a:gd name="connsiteX10" fmla="*/ 18595 w 21600"/>
              <a:gd name="connsiteY10" fmla="*/ 3675 h 25763"/>
              <a:gd name="connsiteX11" fmla="*/ 1532 w 21600"/>
              <a:gd name="connsiteY11" fmla="*/ 3675 h 25763"/>
              <a:gd name="connsiteX12" fmla="*/ 2972 w 21600"/>
              <a:gd name="connsiteY12" fmla="*/ 1815 h 25763"/>
              <a:gd name="connsiteX13" fmla="*/ 2972 w 21600"/>
              <a:gd name="connsiteY13" fmla="*/ 0 h 25763"/>
              <a:gd name="connsiteX14" fmla="*/ 21600 w 21600"/>
              <a:gd name="connsiteY14" fmla="*/ 0 h 25763"/>
              <a:gd name="connsiteX15" fmla="*/ 21600 w 21600"/>
              <a:gd name="connsiteY15" fmla="*/ 14392 h 25763"/>
              <a:gd name="connsiteX16" fmla="*/ 20000 w 21600"/>
              <a:gd name="connsiteY16" fmla="*/ 14467 h 25763"/>
              <a:gd name="connsiteX17" fmla="*/ 20000 w 21600"/>
              <a:gd name="connsiteY17" fmla="*/ 1815 h 25763"/>
              <a:gd name="connsiteX18" fmla="*/ 2972 w 21600"/>
              <a:gd name="connsiteY18" fmla="*/ 1815 h 25763"/>
              <a:gd name="connsiteX0" fmla="*/ 0 w 21600"/>
              <a:gd name="connsiteY0" fmla="*/ 3675 h 25763"/>
              <a:gd name="connsiteX1" fmla="*/ 18595 w 21600"/>
              <a:gd name="connsiteY1" fmla="*/ 3675 h 25763"/>
              <a:gd name="connsiteX2" fmla="*/ 18595 w 21600"/>
              <a:gd name="connsiteY2" fmla="*/ 18022 h 25763"/>
              <a:gd name="connsiteX3" fmla="*/ 0 w 21600"/>
              <a:gd name="connsiteY3" fmla="*/ 20782 h 25763"/>
              <a:gd name="connsiteX4" fmla="*/ 0 w 21600"/>
              <a:gd name="connsiteY4" fmla="*/ 3675 h 25763"/>
              <a:gd name="connsiteX5" fmla="*/ 1532 w 21600"/>
              <a:gd name="connsiteY5" fmla="*/ 3675 h 25763"/>
              <a:gd name="connsiteX6" fmla="*/ 1532 w 21600"/>
              <a:gd name="connsiteY6" fmla="*/ 1815 h 25763"/>
              <a:gd name="connsiteX7" fmla="*/ 20000 w 21600"/>
              <a:gd name="connsiteY7" fmla="*/ 1815 h 25763"/>
              <a:gd name="connsiteX8" fmla="*/ 20000 w 21600"/>
              <a:gd name="connsiteY8" fmla="*/ 16252 h 25763"/>
              <a:gd name="connsiteX9" fmla="*/ 18595 w 21600"/>
              <a:gd name="connsiteY9" fmla="*/ 16352 h 25763"/>
              <a:gd name="connsiteX10" fmla="*/ 2972 w 21600"/>
              <a:gd name="connsiteY10" fmla="*/ 1815 h 25763"/>
              <a:gd name="connsiteX11" fmla="*/ 2972 w 21600"/>
              <a:gd name="connsiteY11" fmla="*/ 0 h 25763"/>
              <a:gd name="connsiteX12" fmla="*/ 21600 w 21600"/>
              <a:gd name="connsiteY12" fmla="*/ 0 h 25763"/>
              <a:gd name="connsiteX13" fmla="*/ 21600 w 21600"/>
              <a:gd name="connsiteY13" fmla="*/ 14392 h 25763"/>
              <a:gd name="connsiteX14" fmla="*/ 20000 w 21600"/>
              <a:gd name="connsiteY14" fmla="*/ 14467 h 25763"/>
              <a:gd name="connsiteX0" fmla="*/ 0 w 21600"/>
              <a:gd name="connsiteY0" fmla="*/ 20782 h 25763"/>
              <a:gd name="connsiteX1" fmla="*/ 18595 w 21600"/>
              <a:gd name="connsiteY1" fmla="*/ 18022 h 25763"/>
              <a:gd name="connsiteX2" fmla="*/ 18873 w 21600"/>
              <a:gd name="connsiteY2" fmla="*/ 25738 h 25763"/>
              <a:gd name="connsiteX3" fmla="*/ 20000 w 21600"/>
              <a:gd name="connsiteY3" fmla="*/ 16252 h 25763"/>
              <a:gd name="connsiteX4" fmla="*/ 20000 w 21600"/>
              <a:gd name="connsiteY4" fmla="*/ 14467 h 25763"/>
              <a:gd name="connsiteX5" fmla="*/ 21600 w 21600"/>
              <a:gd name="connsiteY5" fmla="*/ 14392 h 25763"/>
              <a:gd name="connsiteX6" fmla="*/ 21600 w 21600"/>
              <a:gd name="connsiteY6" fmla="*/ 0 h 25763"/>
              <a:gd name="connsiteX7" fmla="*/ 2972 w 21600"/>
              <a:gd name="connsiteY7" fmla="*/ 0 h 25763"/>
              <a:gd name="connsiteX8" fmla="*/ 2972 w 21600"/>
              <a:gd name="connsiteY8" fmla="*/ 1815 h 25763"/>
              <a:gd name="connsiteX9" fmla="*/ 1532 w 21600"/>
              <a:gd name="connsiteY9" fmla="*/ 1815 h 25763"/>
              <a:gd name="connsiteX10" fmla="*/ 1532 w 21600"/>
              <a:gd name="connsiteY10" fmla="*/ 3675 h 25763"/>
              <a:gd name="connsiteX11" fmla="*/ 0 w 21600"/>
              <a:gd name="connsiteY11" fmla="*/ 3675 h 25763"/>
              <a:gd name="connsiteX12" fmla="*/ 0 w 21600"/>
              <a:gd name="connsiteY12" fmla="*/ 20782 h 25763"/>
              <a:gd name="connsiteX0" fmla="*/ 0 w 21600"/>
              <a:gd name="connsiteY0" fmla="*/ 20782 h 26547"/>
              <a:gd name="connsiteX1" fmla="*/ 18595 w 21600"/>
              <a:gd name="connsiteY1" fmla="*/ 18022 h 26547"/>
              <a:gd name="connsiteX2" fmla="*/ 18595 w 21600"/>
              <a:gd name="connsiteY2" fmla="*/ 3675 h 26547"/>
              <a:gd name="connsiteX3" fmla="*/ 0 w 21600"/>
              <a:gd name="connsiteY3" fmla="*/ 3675 h 26547"/>
              <a:gd name="connsiteX4" fmla="*/ 0 w 21600"/>
              <a:gd name="connsiteY4" fmla="*/ 20782 h 26547"/>
              <a:gd name="connsiteX5" fmla="*/ 1532 w 21600"/>
              <a:gd name="connsiteY5" fmla="*/ 3675 h 26547"/>
              <a:gd name="connsiteX6" fmla="*/ 1532 w 21600"/>
              <a:gd name="connsiteY6" fmla="*/ 1815 h 26547"/>
              <a:gd name="connsiteX7" fmla="*/ 20000 w 21600"/>
              <a:gd name="connsiteY7" fmla="*/ 1815 h 26547"/>
              <a:gd name="connsiteX8" fmla="*/ 20000 w 21600"/>
              <a:gd name="connsiteY8" fmla="*/ 16252 h 26547"/>
              <a:gd name="connsiteX9" fmla="*/ 18595 w 21600"/>
              <a:gd name="connsiteY9" fmla="*/ 16352 h 26547"/>
              <a:gd name="connsiteX10" fmla="*/ 18595 w 21600"/>
              <a:gd name="connsiteY10" fmla="*/ 3675 h 26547"/>
              <a:gd name="connsiteX11" fmla="*/ 1532 w 21600"/>
              <a:gd name="connsiteY11" fmla="*/ 3675 h 26547"/>
              <a:gd name="connsiteX12" fmla="*/ 2972 w 21600"/>
              <a:gd name="connsiteY12" fmla="*/ 1815 h 26547"/>
              <a:gd name="connsiteX13" fmla="*/ 2972 w 21600"/>
              <a:gd name="connsiteY13" fmla="*/ 0 h 26547"/>
              <a:gd name="connsiteX14" fmla="*/ 21600 w 21600"/>
              <a:gd name="connsiteY14" fmla="*/ 0 h 26547"/>
              <a:gd name="connsiteX15" fmla="*/ 21600 w 21600"/>
              <a:gd name="connsiteY15" fmla="*/ 14392 h 26547"/>
              <a:gd name="connsiteX16" fmla="*/ 20000 w 21600"/>
              <a:gd name="connsiteY16" fmla="*/ 14467 h 26547"/>
              <a:gd name="connsiteX17" fmla="*/ 20000 w 21600"/>
              <a:gd name="connsiteY17" fmla="*/ 1815 h 26547"/>
              <a:gd name="connsiteX18" fmla="*/ 2972 w 21600"/>
              <a:gd name="connsiteY18" fmla="*/ 1815 h 26547"/>
              <a:gd name="connsiteX0" fmla="*/ 0 w 21600"/>
              <a:gd name="connsiteY0" fmla="*/ 3675 h 26547"/>
              <a:gd name="connsiteX1" fmla="*/ 18595 w 21600"/>
              <a:gd name="connsiteY1" fmla="*/ 3675 h 26547"/>
              <a:gd name="connsiteX2" fmla="*/ 18595 w 21600"/>
              <a:gd name="connsiteY2" fmla="*/ 18022 h 26547"/>
              <a:gd name="connsiteX3" fmla="*/ 0 w 21600"/>
              <a:gd name="connsiteY3" fmla="*/ 20782 h 26547"/>
              <a:gd name="connsiteX4" fmla="*/ 0 w 21600"/>
              <a:gd name="connsiteY4" fmla="*/ 3675 h 26547"/>
              <a:gd name="connsiteX5" fmla="*/ 1532 w 21600"/>
              <a:gd name="connsiteY5" fmla="*/ 3675 h 26547"/>
              <a:gd name="connsiteX6" fmla="*/ 1532 w 21600"/>
              <a:gd name="connsiteY6" fmla="*/ 1815 h 26547"/>
              <a:gd name="connsiteX7" fmla="*/ 20000 w 21600"/>
              <a:gd name="connsiteY7" fmla="*/ 1815 h 26547"/>
              <a:gd name="connsiteX8" fmla="*/ 20000 w 21600"/>
              <a:gd name="connsiteY8" fmla="*/ 16252 h 26547"/>
              <a:gd name="connsiteX9" fmla="*/ 18595 w 21600"/>
              <a:gd name="connsiteY9" fmla="*/ 16352 h 26547"/>
              <a:gd name="connsiteX10" fmla="*/ 2972 w 21600"/>
              <a:gd name="connsiteY10" fmla="*/ 1815 h 26547"/>
              <a:gd name="connsiteX11" fmla="*/ 2972 w 21600"/>
              <a:gd name="connsiteY11" fmla="*/ 0 h 26547"/>
              <a:gd name="connsiteX12" fmla="*/ 21600 w 21600"/>
              <a:gd name="connsiteY12" fmla="*/ 0 h 26547"/>
              <a:gd name="connsiteX13" fmla="*/ 21600 w 21600"/>
              <a:gd name="connsiteY13" fmla="*/ 14392 h 26547"/>
              <a:gd name="connsiteX14" fmla="*/ 20000 w 21600"/>
              <a:gd name="connsiteY14" fmla="*/ 14467 h 26547"/>
              <a:gd name="connsiteX0" fmla="*/ 0 w 21600"/>
              <a:gd name="connsiteY0" fmla="*/ 20782 h 26547"/>
              <a:gd name="connsiteX1" fmla="*/ 9817 w 21600"/>
              <a:gd name="connsiteY1" fmla="*/ 26506 h 26547"/>
              <a:gd name="connsiteX2" fmla="*/ 18595 w 21600"/>
              <a:gd name="connsiteY2" fmla="*/ 18022 h 26547"/>
              <a:gd name="connsiteX3" fmla="*/ 18873 w 21600"/>
              <a:gd name="connsiteY3" fmla="*/ 25738 h 26547"/>
              <a:gd name="connsiteX4" fmla="*/ 20000 w 21600"/>
              <a:gd name="connsiteY4" fmla="*/ 16252 h 26547"/>
              <a:gd name="connsiteX5" fmla="*/ 20000 w 21600"/>
              <a:gd name="connsiteY5" fmla="*/ 14467 h 26547"/>
              <a:gd name="connsiteX6" fmla="*/ 21600 w 21600"/>
              <a:gd name="connsiteY6" fmla="*/ 14392 h 26547"/>
              <a:gd name="connsiteX7" fmla="*/ 21600 w 21600"/>
              <a:gd name="connsiteY7" fmla="*/ 0 h 26547"/>
              <a:gd name="connsiteX8" fmla="*/ 2972 w 21600"/>
              <a:gd name="connsiteY8" fmla="*/ 0 h 26547"/>
              <a:gd name="connsiteX9" fmla="*/ 2972 w 21600"/>
              <a:gd name="connsiteY9" fmla="*/ 1815 h 26547"/>
              <a:gd name="connsiteX10" fmla="*/ 1532 w 21600"/>
              <a:gd name="connsiteY10" fmla="*/ 1815 h 26547"/>
              <a:gd name="connsiteX11" fmla="*/ 1532 w 21600"/>
              <a:gd name="connsiteY11" fmla="*/ 3675 h 26547"/>
              <a:gd name="connsiteX12" fmla="*/ 0 w 21600"/>
              <a:gd name="connsiteY12" fmla="*/ 3675 h 26547"/>
              <a:gd name="connsiteX13" fmla="*/ 0 w 21600"/>
              <a:gd name="connsiteY13" fmla="*/ 20782 h 26547"/>
              <a:gd name="connsiteX0" fmla="*/ 0 w 21600"/>
              <a:gd name="connsiteY0" fmla="*/ 20782 h 25763"/>
              <a:gd name="connsiteX1" fmla="*/ 18595 w 21600"/>
              <a:gd name="connsiteY1" fmla="*/ 18022 h 25763"/>
              <a:gd name="connsiteX2" fmla="*/ 18595 w 21600"/>
              <a:gd name="connsiteY2" fmla="*/ 3675 h 25763"/>
              <a:gd name="connsiteX3" fmla="*/ 0 w 21600"/>
              <a:gd name="connsiteY3" fmla="*/ 3675 h 25763"/>
              <a:gd name="connsiteX4" fmla="*/ 0 w 21600"/>
              <a:gd name="connsiteY4" fmla="*/ 20782 h 25763"/>
              <a:gd name="connsiteX5" fmla="*/ 1532 w 21600"/>
              <a:gd name="connsiteY5" fmla="*/ 3675 h 25763"/>
              <a:gd name="connsiteX6" fmla="*/ 1532 w 21600"/>
              <a:gd name="connsiteY6" fmla="*/ 1815 h 25763"/>
              <a:gd name="connsiteX7" fmla="*/ 20000 w 21600"/>
              <a:gd name="connsiteY7" fmla="*/ 1815 h 25763"/>
              <a:gd name="connsiteX8" fmla="*/ 20000 w 21600"/>
              <a:gd name="connsiteY8" fmla="*/ 16252 h 25763"/>
              <a:gd name="connsiteX9" fmla="*/ 18595 w 21600"/>
              <a:gd name="connsiteY9" fmla="*/ 16352 h 25763"/>
              <a:gd name="connsiteX10" fmla="*/ 18595 w 21600"/>
              <a:gd name="connsiteY10" fmla="*/ 3675 h 25763"/>
              <a:gd name="connsiteX11" fmla="*/ 1532 w 21600"/>
              <a:gd name="connsiteY11" fmla="*/ 3675 h 25763"/>
              <a:gd name="connsiteX12" fmla="*/ 2972 w 21600"/>
              <a:gd name="connsiteY12" fmla="*/ 1815 h 25763"/>
              <a:gd name="connsiteX13" fmla="*/ 2972 w 21600"/>
              <a:gd name="connsiteY13" fmla="*/ 0 h 25763"/>
              <a:gd name="connsiteX14" fmla="*/ 21600 w 21600"/>
              <a:gd name="connsiteY14" fmla="*/ 0 h 25763"/>
              <a:gd name="connsiteX15" fmla="*/ 21600 w 21600"/>
              <a:gd name="connsiteY15" fmla="*/ 14392 h 25763"/>
              <a:gd name="connsiteX16" fmla="*/ 20000 w 21600"/>
              <a:gd name="connsiteY16" fmla="*/ 14467 h 25763"/>
              <a:gd name="connsiteX17" fmla="*/ 20000 w 21600"/>
              <a:gd name="connsiteY17" fmla="*/ 1815 h 25763"/>
              <a:gd name="connsiteX18" fmla="*/ 2972 w 21600"/>
              <a:gd name="connsiteY18" fmla="*/ 1815 h 25763"/>
              <a:gd name="connsiteX0" fmla="*/ 0 w 21600"/>
              <a:gd name="connsiteY0" fmla="*/ 3675 h 25763"/>
              <a:gd name="connsiteX1" fmla="*/ 18595 w 21600"/>
              <a:gd name="connsiteY1" fmla="*/ 3675 h 25763"/>
              <a:gd name="connsiteX2" fmla="*/ 18595 w 21600"/>
              <a:gd name="connsiteY2" fmla="*/ 18022 h 25763"/>
              <a:gd name="connsiteX3" fmla="*/ 0 w 21600"/>
              <a:gd name="connsiteY3" fmla="*/ 20782 h 25763"/>
              <a:gd name="connsiteX4" fmla="*/ 0 w 21600"/>
              <a:gd name="connsiteY4" fmla="*/ 3675 h 25763"/>
              <a:gd name="connsiteX5" fmla="*/ 1532 w 21600"/>
              <a:gd name="connsiteY5" fmla="*/ 3675 h 25763"/>
              <a:gd name="connsiteX6" fmla="*/ 1532 w 21600"/>
              <a:gd name="connsiteY6" fmla="*/ 1815 h 25763"/>
              <a:gd name="connsiteX7" fmla="*/ 20000 w 21600"/>
              <a:gd name="connsiteY7" fmla="*/ 1815 h 25763"/>
              <a:gd name="connsiteX8" fmla="*/ 20000 w 21600"/>
              <a:gd name="connsiteY8" fmla="*/ 16252 h 25763"/>
              <a:gd name="connsiteX9" fmla="*/ 18595 w 21600"/>
              <a:gd name="connsiteY9" fmla="*/ 16352 h 25763"/>
              <a:gd name="connsiteX10" fmla="*/ 2972 w 21600"/>
              <a:gd name="connsiteY10" fmla="*/ 1815 h 25763"/>
              <a:gd name="connsiteX11" fmla="*/ 2972 w 21600"/>
              <a:gd name="connsiteY11" fmla="*/ 0 h 25763"/>
              <a:gd name="connsiteX12" fmla="*/ 21600 w 21600"/>
              <a:gd name="connsiteY12" fmla="*/ 0 h 25763"/>
              <a:gd name="connsiteX13" fmla="*/ 21600 w 21600"/>
              <a:gd name="connsiteY13" fmla="*/ 14392 h 25763"/>
              <a:gd name="connsiteX14" fmla="*/ 20000 w 21600"/>
              <a:gd name="connsiteY14" fmla="*/ 14467 h 25763"/>
              <a:gd name="connsiteX0" fmla="*/ 0 w 21600"/>
              <a:gd name="connsiteY0" fmla="*/ 20782 h 25763"/>
              <a:gd name="connsiteX1" fmla="*/ 10652 w 21600"/>
              <a:gd name="connsiteY1" fmla="*/ 22896 h 25763"/>
              <a:gd name="connsiteX2" fmla="*/ 18595 w 21600"/>
              <a:gd name="connsiteY2" fmla="*/ 18022 h 25763"/>
              <a:gd name="connsiteX3" fmla="*/ 18873 w 21600"/>
              <a:gd name="connsiteY3" fmla="*/ 25738 h 25763"/>
              <a:gd name="connsiteX4" fmla="*/ 20000 w 21600"/>
              <a:gd name="connsiteY4" fmla="*/ 16252 h 25763"/>
              <a:gd name="connsiteX5" fmla="*/ 20000 w 21600"/>
              <a:gd name="connsiteY5" fmla="*/ 14467 h 25763"/>
              <a:gd name="connsiteX6" fmla="*/ 21600 w 21600"/>
              <a:gd name="connsiteY6" fmla="*/ 14392 h 25763"/>
              <a:gd name="connsiteX7" fmla="*/ 21600 w 21600"/>
              <a:gd name="connsiteY7" fmla="*/ 0 h 25763"/>
              <a:gd name="connsiteX8" fmla="*/ 2972 w 21600"/>
              <a:gd name="connsiteY8" fmla="*/ 0 h 25763"/>
              <a:gd name="connsiteX9" fmla="*/ 2972 w 21600"/>
              <a:gd name="connsiteY9" fmla="*/ 1815 h 25763"/>
              <a:gd name="connsiteX10" fmla="*/ 1532 w 21600"/>
              <a:gd name="connsiteY10" fmla="*/ 1815 h 25763"/>
              <a:gd name="connsiteX11" fmla="*/ 1532 w 21600"/>
              <a:gd name="connsiteY11" fmla="*/ 3675 h 25763"/>
              <a:gd name="connsiteX12" fmla="*/ 0 w 21600"/>
              <a:gd name="connsiteY12" fmla="*/ 3675 h 25763"/>
              <a:gd name="connsiteX13" fmla="*/ 0 w 21600"/>
              <a:gd name="connsiteY13" fmla="*/ 20782 h 25763"/>
              <a:gd name="connsiteX0" fmla="*/ 0 w 21600"/>
              <a:gd name="connsiteY0" fmla="*/ 20782 h 25763"/>
              <a:gd name="connsiteX1" fmla="*/ 18595 w 21600"/>
              <a:gd name="connsiteY1" fmla="*/ 18022 h 25763"/>
              <a:gd name="connsiteX2" fmla="*/ 18595 w 21600"/>
              <a:gd name="connsiteY2" fmla="*/ 3675 h 25763"/>
              <a:gd name="connsiteX3" fmla="*/ 0 w 21600"/>
              <a:gd name="connsiteY3" fmla="*/ 3675 h 25763"/>
              <a:gd name="connsiteX4" fmla="*/ 0 w 21600"/>
              <a:gd name="connsiteY4" fmla="*/ 20782 h 25763"/>
              <a:gd name="connsiteX5" fmla="*/ 1532 w 21600"/>
              <a:gd name="connsiteY5" fmla="*/ 3675 h 25763"/>
              <a:gd name="connsiteX6" fmla="*/ 1532 w 21600"/>
              <a:gd name="connsiteY6" fmla="*/ 1815 h 25763"/>
              <a:gd name="connsiteX7" fmla="*/ 20000 w 21600"/>
              <a:gd name="connsiteY7" fmla="*/ 1815 h 25763"/>
              <a:gd name="connsiteX8" fmla="*/ 20000 w 21600"/>
              <a:gd name="connsiteY8" fmla="*/ 16252 h 25763"/>
              <a:gd name="connsiteX9" fmla="*/ 18595 w 21600"/>
              <a:gd name="connsiteY9" fmla="*/ 16352 h 25763"/>
              <a:gd name="connsiteX10" fmla="*/ 18595 w 21600"/>
              <a:gd name="connsiteY10" fmla="*/ 3675 h 25763"/>
              <a:gd name="connsiteX11" fmla="*/ 1532 w 21600"/>
              <a:gd name="connsiteY11" fmla="*/ 3675 h 25763"/>
              <a:gd name="connsiteX12" fmla="*/ 2972 w 21600"/>
              <a:gd name="connsiteY12" fmla="*/ 1815 h 25763"/>
              <a:gd name="connsiteX13" fmla="*/ 2972 w 21600"/>
              <a:gd name="connsiteY13" fmla="*/ 0 h 25763"/>
              <a:gd name="connsiteX14" fmla="*/ 21600 w 21600"/>
              <a:gd name="connsiteY14" fmla="*/ 0 h 25763"/>
              <a:gd name="connsiteX15" fmla="*/ 21600 w 21600"/>
              <a:gd name="connsiteY15" fmla="*/ 14392 h 25763"/>
              <a:gd name="connsiteX16" fmla="*/ 20000 w 21600"/>
              <a:gd name="connsiteY16" fmla="*/ 14467 h 25763"/>
              <a:gd name="connsiteX17" fmla="*/ 20000 w 21600"/>
              <a:gd name="connsiteY17" fmla="*/ 1815 h 25763"/>
              <a:gd name="connsiteX18" fmla="*/ 2972 w 21600"/>
              <a:gd name="connsiteY18" fmla="*/ 1815 h 25763"/>
              <a:gd name="connsiteX0" fmla="*/ 0 w 21600"/>
              <a:gd name="connsiteY0" fmla="*/ 3675 h 25763"/>
              <a:gd name="connsiteX1" fmla="*/ 18595 w 21600"/>
              <a:gd name="connsiteY1" fmla="*/ 3675 h 25763"/>
              <a:gd name="connsiteX2" fmla="*/ 18595 w 21600"/>
              <a:gd name="connsiteY2" fmla="*/ 18022 h 25763"/>
              <a:gd name="connsiteX3" fmla="*/ 0 w 21600"/>
              <a:gd name="connsiteY3" fmla="*/ 20782 h 25763"/>
              <a:gd name="connsiteX4" fmla="*/ 0 w 21600"/>
              <a:gd name="connsiteY4" fmla="*/ 3675 h 25763"/>
              <a:gd name="connsiteX5" fmla="*/ 1532 w 21600"/>
              <a:gd name="connsiteY5" fmla="*/ 3675 h 25763"/>
              <a:gd name="connsiteX6" fmla="*/ 1532 w 21600"/>
              <a:gd name="connsiteY6" fmla="*/ 1815 h 25763"/>
              <a:gd name="connsiteX7" fmla="*/ 20000 w 21600"/>
              <a:gd name="connsiteY7" fmla="*/ 1815 h 25763"/>
              <a:gd name="connsiteX8" fmla="*/ 20000 w 21600"/>
              <a:gd name="connsiteY8" fmla="*/ 16252 h 25763"/>
              <a:gd name="connsiteX9" fmla="*/ 18595 w 21600"/>
              <a:gd name="connsiteY9" fmla="*/ 16352 h 25763"/>
              <a:gd name="connsiteX10" fmla="*/ 2972 w 21600"/>
              <a:gd name="connsiteY10" fmla="*/ 1815 h 25763"/>
              <a:gd name="connsiteX11" fmla="*/ 2972 w 21600"/>
              <a:gd name="connsiteY11" fmla="*/ 0 h 25763"/>
              <a:gd name="connsiteX12" fmla="*/ 21600 w 21600"/>
              <a:gd name="connsiteY12" fmla="*/ 0 h 25763"/>
              <a:gd name="connsiteX13" fmla="*/ 21600 w 21600"/>
              <a:gd name="connsiteY13" fmla="*/ 14392 h 25763"/>
              <a:gd name="connsiteX14" fmla="*/ 20000 w 21600"/>
              <a:gd name="connsiteY14" fmla="*/ 14467 h 25763"/>
              <a:gd name="connsiteX0" fmla="*/ 0 w 21600"/>
              <a:gd name="connsiteY0" fmla="*/ 20782 h 25763"/>
              <a:gd name="connsiteX1" fmla="*/ 10652 w 21600"/>
              <a:gd name="connsiteY1" fmla="*/ 22896 h 25763"/>
              <a:gd name="connsiteX2" fmla="*/ 18165 w 21600"/>
              <a:gd name="connsiteY2" fmla="*/ 24340 h 25763"/>
              <a:gd name="connsiteX3" fmla="*/ 18595 w 21600"/>
              <a:gd name="connsiteY3" fmla="*/ 18022 h 25763"/>
              <a:gd name="connsiteX4" fmla="*/ 18873 w 21600"/>
              <a:gd name="connsiteY4" fmla="*/ 25738 h 25763"/>
              <a:gd name="connsiteX5" fmla="*/ 20000 w 21600"/>
              <a:gd name="connsiteY5" fmla="*/ 16252 h 25763"/>
              <a:gd name="connsiteX6" fmla="*/ 20000 w 21600"/>
              <a:gd name="connsiteY6" fmla="*/ 14467 h 25763"/>
              <a:gd name="connsiteX7" fmla="*/ 21600 w 21600"/>
              <a:gd name="connsiteY7" fmla="*/ 14392 h 25763"/>
              <a:gd name="connsiteX8" fmla="*/ 21600 w 21600"/>
              <a:gd name="connsiteY8" fmla="*/ 0 h 25763"/>
              <a:gd name="connsiteX9" fmla="*/ 2972 w 21600"/>
              <a:gd name="connsiteY9" fmla="*/ 0 h 25763"/>
              <a:gd name="connsiteX10" fmla="*/ 2972 w 21600"/>
              <a:gd name="connsiteY10" fmla="*/ 1815 h 25763"/>
              <a:gd name="connsiteX11" fmla="*/ 1532 w 21600"/>
              <a:gd name="connsiteY11" fmla="*/ 1815 h 25763"/>
              <a:gd name="connsiteX12" fmla="*/ 1532 w 21600"/>
              <a:gd name="connsiteY12" fmla="*/ 3675 h 25763"/>
              <a:gd name="connsiteX13" fmla="*/ 0 w 21600"/>
              <a:gd name="connsiteY13" fmla="*/ 3675 h 25763"/>
              <a:gd name="connsiteX14" fmla="*/ 0 w 21600"/>
              <a:gd name="connsiteY14" fmla="*/ 20782 h 257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1600" h="25763" stroke="0" extrusionOk="0">
                <a:moveTo>
                  <a:pt x="0" y="20782"/>
                </a:moveTo>
                <a:cubicBezTo>
                  <a:pt x="9298" y="23542"/>
                  <a:pt x="9298" y="18022"/>
                  <a:pt x="18595" y="18022"/>
                </a:cubicBezTo>
                <a:lnTo>
                  <a:pt x="18595" y="3675"/>
                </a:lnTo>
                <a:lnTo>
                  <a:pt x="0" y="3675"/>
                </a:lnTo>
                <a:lnTo>
                  <a:pt x="0" y="20782"/>
                </a:lnTo>
                <a:close/>
                <a:moveTo>
                  <a:pt x="1532" y="3675"/>
                </a:moveTo>
                <a:lnTo>
                  <a:pt x="1532" y="1815"/>
                </a:lnTo>
                <a:lnTo>
                  <a:pt x="20000" y="1815"/>
                </a:lnTo>
                <a:lnTo>
                  <a:pt x="20000" y="16252"/>
                </a:lnTo>
                <a:cubicBezTo>
                  <a:pt x="19298" y="16252"/>
                  <a:pt x="18595" y="16352"/>
                  <a:pt x="18595" y="16352"/>
                </a:cubicBezTo>
                <a:lnTo>
                  <a:pt x="18595" y="3675"/>
                </a:lnTo>
                <a:lnTo>
                  <a:pt x="1532" y="3675"/>
                </a:lnTo>
                <a:close/>
                <a:moveTo>
                  <a:pt x="2972" y="1815"/>
                </a:moveTo>
                <a:lnTo>
                  <a:pt x="2972" y="0"/>
                </a:lnTo>
                <a:lnTo>
                  <a:pt x="21600" y="0"/>
                </a:lnTo>
                <a:lnTo>
                  <a:pt x="21600" y="14392"/>
                </a:lnTo>
                <a:cubicBezTo>
                  <a:pt x="20800" y="14392"/>
                  <a:pt x="20000" y="14467"/>
                  <a:pt x="20000" y="14467"/>
                </a:cubicBezTo>
                <a:lnTo>
                  <a:pt x="20000" y="1815"/>
                </a:lnTo>
                <a:lnTo>
                  <a:pt x="2972" y="1815"/>
                </a:lnTo>
                <a:close/>
              </a:path>
              <a:path w="21600" h="25763" fill="none" extrusionOk="0">
                <a:moveTo>
                  <a:pt x="0" y="3675"/>
                </a:moveTo>
                <a:lnTo>
                  <a:pt x="18595" y="3675"/>
                </a:lnTo>
                <a:lnTo>
                  <a:pt x="18595" y="18022"/>
                </a:lnTo>
                <a:cubicBezTo>
                  <a:pt x="9298" y="18022"/>
                  <a:pt x="9298" y="23542"/>
                  <a:pt x="0" y="20782"/>
                </a:cubicBezTo>
                <a:lnTo>
                  <a:pt x="0" y="3675"/>
                </a:lnTo>
                <a:close/>
                <a:moveTo>
                  <a:pt x="1532" y="3675"/>
                </a:moveTo>
                <a:lnTo>
                  <a:pt x="1532" y="1815"/>
                </a:lnTo>
                <a:lnTo>
                  <a:pt x="20000" y="1815"/>
                </a:lnTo>
                <a:lnTo>
                  <a:pt x="20000" y="16252"/>
                </a:lnTo>
                <a:cubicBezTo>
                  <a:pt x="19298" y="16252"/>
                  <a:pt x="18595" y="16352"/>
                  <a:pt x="18595" y="16352"/>
                </a:cubicBezTo>
                <a:moveTo>
                  <a:pt x="2972" y="1815"/>
                </a:moveTo>
                <a:lnTo>
                  <a:pt x="2972" y="0"/>
                </a:lnTo>
                <a:lnTo>
                  <a:pt x="21600" y="0"/>
                </a:lnTo>
                <a:lnTo>
                  <a:pt x="21600" y="14392"/>
                </a:lnTo>
                <a:cubicBezTo>
                  <a:pt x="20800" y="14392"/>
                  <a:pt x="20000" y="14467"/>
                  <a:pt x="20000" y="14467"/>
                </a:cubicBezTo>
              </a:path>
              <a:path w="21600" h="25763" fill="none" stroke="0">
                <a:moveTo>
                  <a:pt x="0" y="20782"/>
                </a:moveTo>
                <a:cubicBezTo>
                  <a:pt x="1590" y="23504"/>
                  <a:pt x="7553" y="23356"/>
                  <a:pt x="10652" y="22896"/>
                </a:cubicBezTo>
                <a:cubicBezTo>
                  <a:pt x="13540" y="22406"/>
                  <a:pt x="16841" y="25152"/>
                  <a:pt x="18165" y="24340"/>
                </a:cubicBezTo>
                <a:cubicBezTo>
                  <a:pt x="19489" y="23528"/>
                  <a:pt x="18338" y="16706"/>
                  <a:pt x="18595" y="18022"/>
                </a:cubicBezTo>
                <a:cubicBezTo>
                  <a:pt x="18595" y="17465"/>
                  <a:pt x="18873" y="26295"/>
                  <a:pt x="18873" y="25738"/>
                </a:cubicBezTo>
                <a:cubicBezTo>
                  <a:pt x="18873" y="25738"/>
                  <a:pt x="19298" y="16252"/>
                  <a:pt x="20000" y="16252"/>
                </a:cubicBezTo>
                <a:lnTo>
                  <a:pt x="20000" y="14467"/>
                </a:lnTo>
                <a:cubicBezTo>
                  <a:pt x="20000" y="14467"/>
                  <a:pt x="20800" y="14392"/>
                  <a:pt x="21600" y="14392"/>
                </a:cubicBezTo>
                <a:lnTo>
                  <a:pt x="21600" y="0"/>
                </a:lnTo>
                <a:lnTo>
                  <a:pt x="2972" y="0"/>
                </a:lnTo>
                <a:lnTo>
                  <a:pt x="2972" y="1815"/>
                </a:lnTo>
                <a:lnTo>
                  <a:pt x="1532" y="1815"/>
                </a:lnTo>
                <a:lnTo>
                  <a:pt x="1532" y="3675"/>
                </a:lnTo>
                <a:lnTo>
                  <a:pt x="0" y="3675"/>
                </a:lnTo>
                <a:lnTo>
                  <a:pt x="0" y="20782"/>
                </a:lnTo>
                <a:close/>
              </a:path>
            </a:pathLst>
          </a:custGeom>
          <a:solidFill>
            <a:srgbClr val="A7FFAB"/>
          </a:solidFill>
          <a:ln w="12700">
            <a:solidFill>
              <a:schemeClr val="accent1"/>
            </a:solidFill>
          </a:ln>
          <a:effectLst>
            <a:outerShdw blurRad="40000" dist="20000" dir="5400000" rotWithShape="0">
              <a:srgbClr val="000000">
                <a:alpha val="38000"/>
              </a:srgbClr>
            </a:outerShdw>
            <a:softEdge rad="12700"/>
          </a:effectLst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00"/>
                </a:solidFill>
              </a:rPr>
              <a:t>45t19</a:t>
            </a:r>
          </a:p>
        </p:txBody>
      </p:sp>
      <p:cxnSp>
        <p:nvCxnSpPr>
          <p:cNvPr id="54" name="Shape 200"/>
          <p:cNvCxnSpPr>
            <a:endCxn id="51" idx="3"/>
          </p:cNvCxnSpPr>
          <p:nvPr/>
        </p:nvCxnSpPr>
        <p:spPr>
          <a:xfrm flipH="1">
            <a:off x="7910192" y="6073197"/>
            <a:ext cx="286526" cy="638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55" name="Shape 204"/>
          <p:cNvSpPr/>
          <p:nvPr/>
        </p:nvSpPr>
        <p:spPr>
          <a:xfrm>
            <a:off x="6931162" y="6472896"/>
            <a:ext cx="917438" cy="2730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working3</a:t>
            </a:r>
          </a:p>
        </p:txBody>
      </p:sp>
      <p:cxnSp>
        <p:nvCxnSpPr>
          <p:cNvPr id="56" name="Shape 205"/>
          <p:cNvCxnSpPr>
            <a:endCxn id="51" idx="2"/>
          </p:cNvCxnSpPr>
          <p:nvPr/>
        </p:nvCxnSpPr>
        <p:spPr>
          <a:xfrm flipV="1">
            <a:off x="7522892" y="6251585"/>
            <a:ext cx="0" cy="221311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57" name="Shape 204"/>
          <p:cNvSpPr/>
          <p:nvPr/>
        </p:nvSpPr>
        <p:spPr>
          <a:xfrm>
            <a:off x="8074991" y="6491832"/>
            <a:ext cx="917438" cy="2730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working4</a:t>
            </a:r>
          </a:p>
        </p:txBody>
      </p:sp>
      <p:cxnSp>
        <p:nvCxnSpPr>
          <p:cNvPr id="58" name="Shape 205"/>
          <p:cNvCxnSpPr>
            <a:endCxn id="53" idx="0"/>
          </p:cNvCxnSpPr>
          <p:nvPr/>
        </p:nvCxnSpPr>
        <p:spPr>
          <a:xfrm flipV="1">
            <a:off x="8196718" y="6199345"/>
            <a:ext cx="0" cy="273551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65" name="Shape 200"/>
          <p:cNvCxnSpPr>
            <a:stCxn id="51" idx="1"/>
            <a:endCxn id="50" idx="1"/>
          </p:cNvCxnSpPr>
          <p:nvPr/>
        </p:nvCxnSpPr>
        <p:spPr>
          <a:xfrm flipH="1">
            <a:off x="6893344" y="6073835"/>
            <a:ext cx="242248" cy="22487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89" name="Shape 205"/>
          <p:cNvCxnSpPr/>
          <p:nvPr/>
        </p:nvCxnSpPr>
        <p:spPr>
          <a:xfrm>
            <a:off x="8716385" y="3845337"/>
            <a:ext cx="8515" cy="409606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90" name="Shape 198"/>
          <p:cNvSpPr/>
          <p:nvPr/>
        </p:nvSpPr>
        <p:spPr>
          <a:xfrm>
            <a:off x="8369400" y="494421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57y23</a:t>
            </a:r>
          </a:p>
        </p:txBody>
      </p:sp>
      <p:sp>
        <p:nvSpPr>
          <p:cNvPr id="133" name="Shape 198"/>
          <p:cNvSpPr/>
          <p:nvPr/>
        </p:nvSpPr>
        <p:spPr>
          <a:xfrm>
            <a:off x="6809617" y="2786375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57y23</a:t>
            </a:r>
          </a:p>
        </p:txBody>
      </p:sp>
      <p:cxnSp>
        <p:nvCxnSpPr>
          <p:cNvPr id="146" name="Shape 200"/>
          <p:cNvCxnSpPr>
            <a:stCxn id="133" idx="1"/>
          </p:cNvCxnSpPr>
          <p:nvPr/>
        </p:nvCxnSpPr>
        <p:spPr>
          <a:xfrm flipH="1">
            <a:off x="6606177" y="2964125"/>
            <a:ext cx="203440" cy="42808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59" name="Shape 198"/>
          <p:cNvSpPr/>
          <p:nvPr/>
        </p:nvSpPr>
        <p:spPr>
          <a:xfrm>
            <a:off x="6966079" y="23203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45v34</a:t>
            </a:r>
          </a:p>
        </p:txBody>
      </p:sp>
      <p:cxnSp>
        <p:nvCxnSpPr>
          <p:cNvPr id="60" name="Shape 200"/>
          <p:cNvCxnSpPr>
            <a:stCxn id="59" idx="1"/>
            <a:endCxn id="192" idx="3"/>
          </p:cNvCxnSpPr>
          <p:nvPr/>
        </p:nvCxnSpPr>
        <p:spPr>
          <a:xfrm flipH="1">
            <a:off x="2668425" y="2498050"/>
            <a:ext cx="4297654" cy="12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63" name="Shape 198"/>
          <p:cNvSpPr/>
          <p:nvPr/>
        </p:nvSpPr>
        <p:spPr>
          <a:xfrm>
            <a:off x="8185591" y="23215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3ed90</a:t>
            </a:r>
          </a:p>
        </p:txBody>
      </p:sp>
      <p:cxnSp>
        <p:nvCxnSpPr>
          <p:cNvPr id="66" name="Shape 200"/>
          <p:cNvCxnSpPr>
            <a:stCxn id="63" idx="1"/>
            <a:endCxn id="59" idx="3"/>
          </p:cNvCxnSpPr>
          <p:nvPr/>
        </p:nvCxnSpPr>
        <p:spPr>
          <a:xfrm flipH="1" flipV="1">
            <a:off x="7740679" y="2498050"/>
            <a:ext cx="444912" cy="12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67" name="Shape 209"/>
          <p:cNvCxnSpPr>
            <a:stCxn id="83" idx="0"/>
            <a:endCxn id="63" idx="2"/>
          </p:cNvCxnSpPr>
          <p:nvPr/>
        </p:nvCxnSpPr>
        <p:spPr>
          <a:xfrm flipH="1" flipV="1">
            <a:off x="8572891" y="2677000"/>
            <a:ext cx="3827" cy="317543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69" name="Shape 204"/>
          <p:cNvSpPr/>
          <p:nvPr/>
        </p:nvSpPr>
        <p:spPr>
          <a:xfrm>
            <a:off x="7848600" y="1696050"/>
            <a:ext cx="917438" cy="2730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FTR-10</a:t>
            </a:r>
          </a:p>
        </p:txBody>
      </p:sp>
      <p:cxnSp>
        <p:nvCxnSpPr>
          <p:cNvPr id="70" name="Shape 205"/>
          <p:cNvCxnSpPr>
            <a:stCxn id="69" idx="2"/>
          </p:cNvCxnSpPr>
          <p:nvPr/>
        </p:nvCxnSpPr>
        <p:spPr>
          <a:xfrm>
            <a:off x="8307319" y="1969050"/>
            <a:ext cx="0" cy="35125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73" name="Shape 204"/>
          <p:cNvSpPr/>
          <p:nvPr/>
        </p:nvSpPr>
        <p:spPr>
          <a:xfrm>
            <a:off x="6904784" y="1702876"/>
            <a:ext cx="917438" cy="2730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FTR-9</a:t>
            </a:r>
          </a:p>
        </p:txBody>
      </p:sp>
      <p:cxnSp>
        <p:nvCxnSpPr>
          <p:cNvPr id="74" name="Shape 205"/>
          <p:cNvCxnSpPr>
            <a:stCxn id="73" idx="2"/>
            <a:endCxn id="59" idx="0"/>
          </p:cNvCxnSpPr>
          <p:nvPr/>
        </p:nvCxnSpPr>
        <p:spPr>
          <a:xfrm flipH="1">
            <a:off x="7353379" y="1975876"/>
            <a:ext cx="10124" cy="344424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75" name="Shape 204"/>
          <p:cNvSpPr/>
          <p:nvPr/>
        </p:nvSpPr>
        <p:spPr>
          <a:xfrm>
            <a:off x="1828800" y="1684576"/>
            <a:ext cx="917438" cy="2730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FTR-8</a:t>
            </a:r>
          </a:p>
        </p:txBody>
      </p:sp>
      <p:cxnSp>
        <p:nvCxnSpPr>
          <p:cNvPr id="76" name="Shape 205"/>
          <p:cNvCxnSpPr/>
          <p:nvPr/>
        </p:nvCxnSpPr>
        <p:spPr>
          <a:xfrm flipH="1">
            <a:off x="2276063" y="1957576"/>
            <a:ext cx="10124" cy="344424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77" name="Shape 204"/>
          <p:cNvSpPr/>
          <p:nvPr/>
        </p:nvSpPr>
        <p:spPr>
          <a:xfrm>
            <a:off x="639181" y="1708599"/>
            <a:ext cx="917438" cy="2730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FTR-7</a:t>
            </a:r>
          </a:p>
        </p:txBody>
      </p:sp>
      <p:cxnSp>
        <p:nvCxnSpPr>
          <p:cNvPr id="78" name="Shape 205"/>
          <p:cNvCxnSpPr/>
          <p:nvPr/>
        </p:nvCxnSpPr>
        <p:spPr>
          <a:xfrm flipH="1">
            <a:off x="1086444" y="1981599"/>
            <a:ext cx="10124" cy="344424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79" name="Shape 205"/>
          <p:cNvCxnSpPr/>
          <p:nvPr/>
        </p:nvCxnSpPr>
        <p:spPr>
          <a:xfrm>
            <a:off x="8724900" y="4555532"/>
            <a:ext cx="31800" cy="388678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80" name="Shape 212"/>
          <p:cNvSpPr/>
          <p:nvPr/>
        </p:nvSpPr>
        <p:spPr>
          <a:xfrm>
            <a:off x="8297285" y="3489837"/>
            <a:ext cx="838200" cy="355500"/>
          </a:xfrm>
          <a:prstGeom prst="rect">
            <a:avLst/>
          </a:prstGeom>
          <a:solidFill>
            <a:srgbClr val="666666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>
                <a:solidFill>
                  <a:srgbClr val="FFFFFF"/>
                </a:solidFill>
              </a:rPr>
              <a:t>HEAD</a:t>
            </a:r>
          </a:p>
        </p:txBody>
      </p:sp>
      <p:cxnSp>
        <p:nvCxnSpPr>
          <p:cNvPr id="81" name="Shape 205"/>
          <p:cNvCxnSpPr>
            <a:stCxn id="80" idx="2"/>
          </p:cNvCxnSpPr>
          <p:nvPr/>
        </p:nvCxnSpPr>
        <p:spPr>
          <a:xfrm>
            <a:off x="8716385" y="3845337"/>
            <a:ext cx="8515" cy="409606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82" name="Shape 204"/>
          <p:cNvSpPr/>
          <p:nvPr/>
        </p:nvSpPr>
        <p:spPr>
          <a:xfrm>
            <a:off x="1147728" y="4277557"/>
            <a:ext cx="1531531" cy="2730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origin/fix/FTR-10</a:t>
            </a:r>
          </a:p>
        </p:txBody>
      </p:sp>
      <p:sp>
        <p:nvSpPr>
          <p:cNvPr id="83" name="Shape 204"/>
          <p:cNvSpPr/>
          <p:nvPr/>
        </p:nvSpPr>
        <p:spPr>
          <a:xfrm>
            <a:off x="7963135" y="2994543"/>
            <a:ext cx="1227166" cy="278115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fix/FTR-10</a:t>
            </a:r>
          </a:p>
        </p:txBody>
      </p:sp>
      <p:sp>
        <p:nvSpPr>
          <p:cNvPr id="84" name="Shape 204"/>
          <p:cNvSpPr/>
          <p:nvPr/>
        </p:nvSpPr>
        <p:spPr>
          <a:xfrm>
            <a:off x="8033429" y="4252625"/>
            <a:ext cx="1110572" cy="297932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fix/FTR-10</a:t>
            </a:r>
          </a:p>
        </p:txBody>
      </p:sp>
      <p:sp>
        <p:nvSpPr>
          <p:cNvPr id="85" name="Multiply 84"/>
          <p:cNvSpPr/>
          <p:nvPr/>
        </p:nvSpPr>
        <p:spPr>
          <a:xfrm>
            <a:off x="7710300" y="2864752"/>
            <a:ext cx="623981" cy="717562"/>
          </a:xfrm>
          <a:prstGeom prst="mathMultiply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7398319" y="3414393"/>
            <a:ext cx="90083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Remove source branch</a:t>
            </a:r>
          </a:p>
        </p:txBody>
      </p:sp>
      <p:sp>
        <p:nvSpPr>
          <p:cNvPr id="91" name="Shape 204"/>
          <p:cNvSpPr/>
          <p:nvPr/>
        </p:nvSpPr>
        <p:spPr>
          <a:xfrm>
            <a:off x="5798177" y="3489837"/>
            <a:ext cx="1591704" cy="2730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Working_FTR-10</a:t>
            </a:r>
          </a:p>
        </p:txBody>
      </p:sp>
      <p:cxnSp>
        <p:nvCxnSpPr>
          <p:cNvPr id="94" name="Shape 205"/>
          <p:cNvCxnSpPr>
            <a:stCxn id="91" idx="0"/>
            <a:endCxn id="133" idx="2"/>
          </p:cNvCxnSpPr>
          <p:nvPr/>
        </p:nvCxnSpPr>
        <p:spPr>
          <a:xfrm flipV="1">
            <a:off x="6594029" y="3141875"/>
            <a:ext cx="602888" cy="347962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27" name="TextBox 26"/>
          <p:cNvSpPr txBox="1"/>
          <p:nvPr/>
        </p:nvSpPr>
        <p:spPr>
          <a:xfrm>
            <a:off x="5009945" y="3133600"/>
            <a:ext cx="731290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Tag </a:t>
            </a:r>
            <a:br>
              <a:rPr lang="en-US" dirty="0"/>
            </a:br>
            <a:r>
              <a:rPr lang="en-US" dirty="0"/>
              <a:t>source</a:t>
            </a:r>
            <a:br>
              <a:rPr lang="en-US" dirty="0"/>
            </a:br>
            <a:r>
              <a:rPr lang="en-US" dirty="0"/>
              <a:t>branch</a:t>
            </a:r>
          </a:p>
        </p:txBody>
      </p:sp>
    </p:spTree>
    <p:extLst>
      <p:ext uri="{BB962C8B-B14F-4D97-AF65-F5344CB8AC3E}">
        <p14:creationId xmlns:p14="http://schemas.microsoft.com/office/powerpoint/2010/main" val="25248609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Shape 190"/>
          <p:cNvSpPr txBox="1">
            <a:spLocks noGrp="1"/>
          </p:cNvSpPr>
          <p:nvPr>
            <p:ph type="sldNum" idx="12"/>
          </p:nvPr>
        </p:nvSpPr>
        <p:spPr>
          <a:xfrm>
            <a:off x="7983870" y="7003399"/>
            <a:ext cx="838200" cy="228600"/>
          </a:xfrm>
          <a:prstGeom prst="rect">
            <a:avLst/>
          </a:prstGeom>
        </p:spPr>
        <p:txBody>
          <a:bodyPr wrap="square" lIns="91425" tIns="45700" rIns="91425" bIns="45700" anchor="t" anchorCtr="0">
            <a:noAutofit/>
          </a:bodyPr>
          <a:lstStyle/>
          <a:p>
            <a:pPr lvl="0" rtl="0">
              <a:spcBef>
                <a:spcPts val="0"/>
              </a:spcBef>
              <a:buClr>
                <a:schemeClr val="lt2"/>
              </a:buClr>
              <a:buSzPct val="25000"/>
              <a:buFont typeface="Arial"/>
              <a:buNone/>
            </a:pPr>
            <a:fld id="{00000000-1234-1234-1234-123412341234}" type="slidenum">
              <a:rPr lang="en-US"/>
              <a:t>24</a:t>
            </a:fld>
            <a:endParaRPr lang="en-US"/>
          </a:p>
        </p:txBody>
      </p:sp>
      <p:sp>
        <p:nvSpPr>
          <p:cNvPr id="191" name="Shape 191"/>
          <p:cNvSpPr/>
          <p:nvPr/>
        </p:nvSpPr>
        <p:spPr>
          <a:xfrm>
            <a:off x="649305" y="1686849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/>
              <a:t>98ca9</a:t>
            </a:r>
          </a:p>
        </p:txBody>
      </p:sp>
      <p:sp>
        <p:nvSpPr>
          <p:cNvPr id="192" name="Shape 192"/>
          <p:cNvSpPr/>
          <p:nvPr/>
        </p:nvSpPr>
        <p:spPr>
          <a:xfrm>
            <a:off x="1832530" y="1686849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/>
              <a:t>34ac2</a:t>
            </a:r>
          </a:p>
        </p:txBody>
      </p:sp>
      <p:cxnSp>
        <p:nvCxnSpPr>
          <p:cNvPr id="194" name="Shape 194"/>
          <p:cNvCxnSpPr>
            <a:stCxn id="192" idx="1"/>
            <a:endCxn id="191" idx="3"/>
          </p:cNvCxnSpPr>
          <p:nvPr/>
        </p:nvCxnSpPr>
        <p:spPr>
          <a:xfrm rot="10800000">
            <a:off x="1423930" y="1864599"/>
            <a:ext cx="4086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196" name="Shape 196"/>
          <p:cNvSpPr txBox="1">
            <a:spLocks noGrp="1"/>
          </p:cNvSpPr>
          <p:nvPr>
            <p:ph type="title"/>
          </p:nvPr>
        </p:nvSpPr>
        <p:spPr>
          <a:xfrm>
            <a:off x="0" y="-1"/>
            <a:ext cx="9144000" cy="838201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lvl="0">
              <a:buClr>
                <a:schemeClr val="dk2"/>
              </a:buClr>
              <a:buSzPct val="25000"/>
            </a:pPr>
            <a:r>
              <a:rPr lang="en-US" sz="2800" dirty="0">
                <a:latin typeface="Merriweather"/>
                <a:ea typeface="Merriweather"/>
                <a:cs typeface="Merriweather"/>
                <a:sym typeface="Merriweather"/>
              </a:rPr>
              <a:t>We got desired result: </a:t>
            </a:r>
            <a:r>
              <a:rPr lang="en-US" sz="2800" dirty="0">
                <a:solidFill>
                  <a:srgbClr val="5E5E5E"/>
                </a:solidFill>
              </a:rPr>
              <a:t>1 Commit per Jira issue in main branch.  </a:t>
            </a:r>
            <a:r>
              <a:rPr lang="en-US" sz="2800" dirty="0">
                <a:latin typeface="Merriweather"/>
                <a:ea typeface="Merriweather"/>
                <a:cs typeface="Merriweather"/>
                <a:sym typeface="Merriweather"/>
              </a:rPr>
              <a:t>Start new Feature FTR-11</a:t>
            </a:r>
            <a:endParaRPr lang="en-US" sz="2800" b="1" dirty="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97" name="Shape 197"/>
          <p:cNvSpPr/>
          <p:nvPr/>
        </p:nvSpPr>
        <p:spPr>
          <a:xfrm>
            <a:off x="573588" y="3997599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/>
              <a:t>98ca9</a:t>
            </a:r>
          </a:p>
        </p:txBody>
      </p:sp>
      <p:sp>
        <p:nvSpPr>
          <p:cNvPr id="198" name="Shape 198"/>
          <p:cNvSpPr/>
          <p:nvPr/>
        </p:nvSpPr>
        <p:spPr>
          <a:xfrm>
            <a:off x="1756813" y="3997599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34ac2</a:t>
            </a:r>
          </a:p>
        </p:txBody>
      </p:sp>
      <p:cxnSp>
        <p:nvCxnSpPr>
          <p:cNvPr id="200" name="Shape 200"/>
          <p:cNvCxnSpPr>
            <a:stCxn id="198" idx="1"/>
            <a:endCxn id="197" idx="3"/>
          </p:cNvCxnSpPr>
          <p:nvPr/>
        </p:nvCxnSpPr>
        <p:spPr>
          <a:xfrm rot="10800000">
            <a:off x="1348213" y="4175349"/>
            <a:ext cx="4086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202" name="Shape 202"/>
          <p:cNvSpPr txBox="1"/>
          <p:nvPr/>
        </p:nvSpPr>
        <p:spPr>
          <a:xfrm>
            <a:off x="6848994" y="1287548"/>
            <a:ext cx="2281125" cy="381001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-US" sz="1800" dirty="0"/>
              <a:t>Remote Repository</a:t>
            </a:r>
          </a:p>
        </p:txBody>
      </p:sp>
      <p:sp>
        <p:nvSpPr>
          <p:cNvPr id="203" name="Shape 203"/>
          <p:cNvSpPr txBox="1"/>
          <p:nvPr/>
        </p:nvSpPr>
        <p:spPr>
          <a:xfrm>
            <a:off x="108646" y="2858832"/>
            <a:ext cx="1951079" cy="417768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-US" sz="1800" dirty="0"/>
              <a:t>Local Repository</a:t>
            </a:r>
          </a:p>
        </p:txBody>
      </p:sp>
      <p:sp>
        <p:nvSpPr>
          <p:cNvPr id="208" name="Shape 208"/>
          <p:cNvSpPr/>
          <p:nvPr/>
        </p:nvSpPr>
        <p:spPr>
          <a:xfrm>
            <a:off x="5356482" y="1049925"/>
            <a:ext cx="863400" cy="2547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master</a:t>
            </a:r>
          </a:p>
        </p:txBody>
      </p:sp>
      <p:cxnSp>
        <p:nvCxnSpPr>
          <p:cNvPr id="209" name="Shape 209"/>
          <p:cNvCxnSpPr>
            <a:stCxn id="208" idx="2"/>
            <a:endCxn id="63" idx="0"/>
          </p:cNvCxnSpPr>
          <p:nvPr/>
        </p:nvCxnSpPr>
        <p:spPr>
          <a:xfrm flipH="1">
            <a:off x="4647573" y="1304625"/>
            <a:ext cx="1140609" cy="363924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215" name="Shape 215"/>
          <p:cNvCxnSpPr/>
          <p:nvPr/>
        </p:nvCxnSpPr>
        <p:spPr>
          <a:xfrm>
            <a:off x="184782" y="2819400"/>
            <a:ext cx="5171700" cy="162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37" name="Shape 205"/>
          <p:cNvCxnSpPr>
            <a:endCxn id="198" idx="0"/>
          </p:cNvCxnSpPr>
          <p:nvPr/>
        </p:nvCxnSpPr>
        <p:spPr>
          <a:xfrm>
            <a:off x="2144113" y="3651737"/>
            <a:ext cx="0" cy="345862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41" name="Shape 198"/>
          <p:cNvSpPr/>
          <p:nvPr/>
        </p:nvSpPr>
        <p:spPr>
          <a:xfrm>
            <a:off x="2558244" y="5010161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67def</a:t>
            </a:r>
          </a:p>
        </p:txBody>
      </p:sp>
      <p:cxnSp>
        <p:nvCxnSpPr>
          <p:cNvPr id="42" name="Shape 200"/>
          <p:cNvCxnSpPr>
            <a:stCxn id="41" idx="1"/>
            <a:endCxn id="198" idx="3"/>
          </p:cNvCxnSpPr>
          <p:nvPr/>
        </p:nvCxnSpPr>
        <p:spPr>
          <a:xfrm flipH="1" flipV="1">
            <a:off x="2531413" y="4175349"/>
            <a:ext cx="26831" cy="1012562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39" name="Shape 198"/>
          <p:cNvSpPr/>
          <p:nvPr/>
        </p:nvSpPr>
        <p:spPr>
          <a:xfrm>
            <a:off x="3636481" y="5005465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347e4</a:t>
            </a:r>
          </a:p>
        </p:txBody>
      </p:sp>
      <p:cxnSp>
        <p:nvCxnSpPr>
          <p:cNvPr id="40" name="Shape 200"/>
          <p:cNvCxnSpPr>
            <a:endCxn id="41" idx="3"/>
          </p:cNvCxnSpPr>
          <p:nvPr/>
        </p:nvCxnSpPr>
        <p:spPr>
          <a:xfrm flipH="1">
            <a:off x="3332844" y="5187911"/>
            <a:ext cx="269268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2" name="Flowchart: Multidocument 1"/>
          <p:cNvSpPr/>
          <p:nvPr/>
        </p:nvSpPr>
        <p:spPr>
          <a:xfrm>
            <a:off x="4783682" y="5021736"/>
            <a:ext cx="999626" cy="459574"/>
          </a:xfrm>
          <a:custGeom>
            <a:avLst/>
            <a:gdLst>
              <a:gd name="connsiteX0" fmla="*/ 0 w 21600"/>
              <a:gd name="connsiteY0" fmla="*/ 20782 h 21600"/>
              <a:gd name="connsiteX1" fmla="*/ 18595 w 21600"/>
              <a:gd name="connsiteY1" fmla="*/ 18022 h 21600"/>
              <a:gd name="connsiteX2" fmla="*/ 18595 w 21600"/>
              <a:gd name="connsiteY2" fmla="*/ 3675 h 21600"/>
              <a:gd name="connsiteX3" fmla="*/ 0 w 21600"/>
              <a:gd name="connsiteY3" fmla="*/ 3675 h 21600"/>
              <a:gd name="connsiteX4" fmla="*/ 0 w 21600"/>
              <a:gd name="connsiteY4" fmla="*/ 20782 h 21600"/>
              <a:gd name="connsiteX5" fmla="*/ 1532 w 21600"/>
              <a:gd name="connsiteY5" fmla="*/ 3675 h 21600"/>
              <a:gd name="connsiteX6" fmla="*/ 1532 w 21600"/>
              <a:gd name="connsiteY6" fmla="*/ 1815 h 21600"/>
              <a:gd name="connsiteX7" fmla="*/ 20000 w 21600"/>
              <a:gd name="connsiteY7" fmla="*/ 1815 h 21600"/>
              <a:gd name="connsiteX8" fmla="*/ 20000 w 21600"/>
              <a:gd name="connsiteY8" fmla="*/ 16252 h 21600"/>
              <a:gd name="connsiteX9" fmla="*/ 18595 w 21600"/>
              <a:gd name="connsiteY9" fmla="*/ 16352 h 21600"/>
              <a:gd name="connsiteX10" fmla="*/ 18595 w 21600"/>
              <a:gd name="connsiteY10" fmla="*/ 3675 h 21600"/>
              <a:gd name="connsiteX11" fmla="*/ 1532 w 21600"/>
              <a:gd name="connsiteY11" fmla="*/ 3675 h 21600"/>
              <a:gd name="connsiteX12" fmla="*/ 2972 w 21600"/>
              <a:gd name="connsiteY12" fmla="*/ 1815 h 21600"/>
              <a:gd name="connsiteX13" fmla="*/ 2972 w 21600"/>
              <a:gd name="connsiteY13" fmla="*/ 0 h 21600"/>
              <a:gd name="connsiteX14" fmla="*/ 21600 w 21600"/>
              <a:gd name="connsiteY14" fmla="*/ 0 h 21600"/>
              <a:gd name="connsiteX15" fmla="*/ 21600 w 21600"/>
              <a:gd name="connsiteY15" fmla="*/ 14392 h 21600"/>
              <a:gd name="connsiteX16" fmla="*/ 20000 w 21600"/>
              <a:gd name="connsiteY16" fmla="*/ 14467 h 21600"/>
              <a:gd name="connsiteX17" fmla="*/ 20000 w 21600"/>
              <a:gd name="connsiteY17" fmla="*/ 1815 h 21600"/>
              <a:gd name="connsiteX18" fmla="*/ 2972 w 21600"/>
              <a:gd name="connsiteY18" fmla="*/ 1815 h 21600"/>
              <a:gd name="connsiteX0" fmla="*/ 0 w 21600"/>
              <a:gd name="connsiteY0" fmla="*/ 3675 h 21600"/>
              <a:gd name="connsiteX1" fmla="*/ 18595 w 21600"/>
              <a:gd name="connsiteY1" fmla="*/ 3675 h 21600"/>
              <a:gd name="connsiteX2" fmla="*/ 18595 w 21600"/>
              <a:gd name="connsiteY2" fmla="*/ 18022 h 21600"/>
              <a:gd name="connsiteX3" fmla="*/ 0 w 21600"/>
              <a:gd name="connsiteY3" fmla="*/ 20782 h 21600"/>
              <a:gd name="connsiteX4" fmla="*/ 0 w 21600"/>
              <a:gd name="connsiteY4" fmla="*/ 3675 h 21600"/>
              <a:gd name="connsiteX5" fmla="*/ 1532 w 21600"/>
              <a:gd name="connsiteY5" fmla="*/ 3675 h 21600"/>
              <a:gd name="connsiteX6" fmla="*/ 1532 w 21600"/>
              <a:gd name="connsiteY6" fmla="*/ 1815 h 21600"/>
              <a:gd name="connsiteX7" fmla="*/ 20000 w 21600"/>
              <a:gd name="connsiteY7" fmla="*/ 1815 h 21600"/>
              <a:gd name="connsiteX8" fmla="*/ 20000 w 21600"/>
              <a:gd name="connsiteY8" fmla="*/ 16252 h 21600"/>
              <a:gd name="connsiteX9" fmla="*/ 18595 w 21600"/>
              <a:gd name="connsiteY9" fmla="*/ 16352 h 21600"/>
              <a:gd name="connsiteX10" fmla="*/ 2972 w 21600"/>
              <a:gd name="connsiteY10" fmla="*/ 1815 h 21600"/>
              <a:gd name="connsiteX11" fmla="*/ 2972 w 21600"/>
              <a:gd name="connsiteY11" fmla="*/ 0 h 21600"/>
              <a:gd name="connsiteX12" fmla="*/ 21600 w 21600"/>
              <a:gd name="connsiteY12" fmla="*/ 0 h 21600"/>
              <a:gd name="connsiteX13" fmla="*/ 21600 w 21600"/>
              <a:gd name="connsiteY13" fmla="*/ 14392 h 21600"/>
              <a:gd name="connsiteX14" fmla="*/ 20000 w 21600"/>
              <a:gd name="connsiteY14" fmla="*/ 14467 h 21600"/>
              <a:gd name="connsiteX0" fmla="*/ 0 w 21600"/>
              <a:gd name="connsiteY0" fmla="*/ 20782 h 21600"/>
              <a:gd name="connsiteX1" fmla="*/ 18595 w 21600"/>
              <a:gd name="connsiteY1" fmla="*/ 18022 h 21600"/>
              <a:gd name="connsiteX2" fmla="*/ 18595 w 21600"/>
              <a:gd name="connsiteY2" fmla="*/ 16352 h 21600"/>
              <a:gd name="connsiteX3" fmla="*/ 20000 w 21600"/>
              <a:gd name="connsiteY3" fmla="*/ 16252 h 21600"/>
              <a:gd name="connsiteX4" fmla="*/ 20000 w 21600"/>
              <a:gd name="connsiteY4" fmla="*/ 14467 h 21600"/>
              <a:gd name="connsiteX5" fmla="*/ 21600 w 21600"/>
              <a:gd name="connsiteY5" fmla="*/ 14392 h 21600"/>
              <a:gd name="connsiteX6" fmla="*/ 21600 w 21600"/>
              <a:gd name="connsiteY6" fmla="*/ 0 h 21600"/>
              <a:gd name="connsiteX7" fmla="*/ 2972 w 21600"/>
              <a:gd name="connsiteY7" fmla="*/ 0 h 21600"/>
              <a:gd name="connsiteX8" fmla="*/ 2972 w 21600"/>
              <a:gd name="connsiteY8" fmla="*/ 1815 h 21600"/>
              <a:gd name="connsiteX9" fmla="*/ 1532 w 21600"/>
              <a:gd name="connsiteY9" fmla="*/ 1815 h 21600"/>
              <a:gd name="connsiteX10" fmla="*/ 1532 w 21600"/>
              <a:gd name="connsiteY10" fmla="*/ 3675 h 21600"/>
              <a:gd name="connsiteX11" fmla="*/ 0 w 21600"/>
              <a:gd name="connsiteY11" fmla="*/ 3675 h 21600"/>
              <a:gd name="connsiteX12" fmla="*/ 0 w 21600"/>
              <a:gd name="connsiteY12" fmla="*/ 20782 h 21600"/>
              <a:gd name="connsiteX0" fmla="*/ 0 w 21600"/>
              <a:gd name="connsiteY0" fmla="*/ 20782 h 25763"/>
              <a:gd name="connsiteX1" fmla="*/ 18595 w 21600"/>
              <a:gd name="connsiteY1" fmla="*/ 18022 h 25763"/>
              <a:gd name="connsiteX2" fmla="*/ 18595 w 21600"/>
              <a:gd name="connsiteY2" fmla="*/ 3675 h 25763"/>
              <a:gd name="connsiteX3" fmla="*/ 0 w 21600"/>
              <a:gd name="connsiteY3" fmla="*/ 3675 h 25763"/>
              <a:gd name="connsiteX4" fmla="*/ 0 w 21600"/>
              <a:gd name="connsiteY4" fmla="*/ 20782 h 25763"/>
              <a:gd name="connsiteX5" fmla="*/ 1532 w 21600"/>
              <a:gd name="connsiteY5" fmla="*/ 3675 h 25763"/>
              <a:gd name="connsiteX6" fmla="*/ 1532 w 21600"/>
              <a:gd name="connsiteY6" fmla="*/ 1815 h 25763"/>
              <a:gd name="connsiteX7" fmla="*/ 20000 w 21600"/>
              <a:gd name="connsiteY7" fmla="*/ 1815 h 25763"/>
              <a:gd name="connsiteX8" fmla="*/ 20000 w 21600"/>
              <a:gd name="connsiteY8" fmla="*/ 16252 h 25763"/>
              <a:gd name="connsiteX9" fmla="*/ 18595 w 21600"/>
              <a:gd name="connsiteY9" fmla="*/ 16352 h 25763"/>
              <a:gd name="connsiteX10" fmla="*/ 18595 w 21600"/>
              <a:gd name="connsiteY10" fmla="*/ 3675 h 25763"/>
              <a:gd name="connsiteX11" fmla="*/ 1532 w 21600"/>
              <a:gd name="connsiteY11" fmla="*/ 3675 h 25763"/>
              <a:gd name="connsiteX12" fmla="*/ 2972 w 21600"/>
              <a:gd name="connsiteY12" fmla="*/ 1815 h 25763"/>
              <a:gd name="connsiteX13" fmla="*/ 2972 w 21600"/>
              <a:gd name="connsiteY13" fmla="*/ 0 h 25763"/>
              <a:gd name="connsiteX14" fmla="*/ 21600 w 21600"/>
              <a:gd name="connsiteY14" fmla="*/ 0 h 25763"/>
              <a:gd name="connsiteX15" fmla="*/ 21600 w 21600"/>
              <a:gd name="connsiteY15" fmla="*/ 14392 h 25763"/>
              <a:gd name="connsiteX16" fmla="*/ 20000 w 21600"/>
              <a:gd name="connsiteY16" fmla="*/ 14467 h 25763"/>
              <a:gd name="connsiteX17" fmla="*/ 20000 w 21600"/>
              <a:gd name="connsiteY17" fmla="*/ 1815 h 25763"/>
              <a:gd name="connsiteX18" fmla="*/ 2972 w 21600"/>
              <a:gd name="connsiteY18" fmla="*/ 1815 h 25763"/>
              <a:gd name="connsiteX0" fmla="*/ 0 w 21600"/>
              <a:gd name="connsiteY0" fmla="*/ 3675 h 25763"/>
              <a:gd name="connsiteX1" fmla="*/ 18595 w 21600"/>
              <a:gd name="connsiteY1" fmla="*/ 3675 h 25763"/>
              <a:gd name="connsiteX2" fmla="*/ 18595 w 21600"/>
              <a:gd name="connsiteY2" fmla="*/ 18022 h 25763"/>
              <a:gd name="connsiteX3" fmla="*/ 0 w 21600"/>
              <a:gd name="connsiteY3" fmla="*/ 20782 h 25763"/>
              <a:gd name="connsiteX4" fmla="*/ 0 w 21600"/>
              <a:gd name="connsiteY4" fmla="*/ 3675 h 25763"/>
              <a:gd name="connsiteX5" fmla="*/ 1532 w 21600"/>
              <a:gd name="connsiteY5" fmla="*/ 3675 h 25763"/>
              <a:gd name="connsiteX6" fmla="*/ 1532 w 21600"/>
              <a:gd name="connsiteY6" fmla="*/ 1815 h 25763"/>
              <a:gd name="connsiteX7" fmla="*/ 20000 w 21600"/>
              <a:gd name="connsiteY7" fmla="*/ 1815 h 25763"/>
              <a:gd name="connsiteX8" fmla="*/ 20000 w 21600"/>
              <a:gd name="connsiteY8" fmla="*/ 16252 h 25763"/>
              <a:gd name="connsiteX9" fmla="*/ 18595 w 21600"/>
              <a:gd name="connsiteY9" fmla="*/ 16352 h 25763"/>
              <a:gd name="connsiteX10" fmla="*/ 2972 w 21600"/>
              <a:gd name="connsiteY10" fmla="*/ 1815 h 25763"/>
              <a:gd name="connsiteX11" fmla="*/ 2972 w 21600"/>
              <a:gd name="connsiteY11" fmla="*/ 0 h 25763"/>
              <a:gd name="connsiteX12" fmla="*/ 21600 w 21600"/>
              <a:gd name="connsiteY12" fmla="*/ 0 h 25763"/>
              <a:gd name="connsiteX13" fmla="*/ 21600 w 21600"/>
              <a:gd name="connsiteY13" fmla="*/ 14392 h 25763"/>
              <a:gd name="connsiteX14" fmla="*/ 20000 w 21600"/>
              <a:gd name="connsiteY14" fmla="*/ 14467 h 25763"/>
              <a:gd name="connsiteX0" fmla="*/ 0 w 21600"/>
              <a:gd name="connsiteY0" fmla="*/ 20782 h 25763"/>
              <a:gd name="connsiteX1" fmla="*/ 18595 w 21600"/>
              <a:gd name="connsiteY1" fmla="*/ 18022 h 25763"/>
              <a:gd name="connsiteX2" fmla="*/ 18873 w 21600"/>
              <a:gd name="connsiteY2" fmla="*/ 25738 h 25763"/>
              <a:gd name="connsiteX3" fmla="*/ 20000 w 21600"/>
              <a:gd name="connsiteY3" fmla="*/ 16252 h 25763"/>
              <a:gd name="connsiteX4" fmla="*/ 20000 w 21600"/>
              <a:gd name="connsiteY4" fmla="*/ 14467 h 25763"/>
              <a:gd name="connsiteX5" fmla="*/ 21600 w 21600"/>
              <a:gd name="connsiteY5" fmla="*/ 14392 h 25763"/>
              <a:gd name="connsiteX6" fmla="*/ 21600 w 21600"/>
              <a:gd name="connsiteY6" fmla="*/ 0 h 25763"/>
              <a:gd name="connsiteX7" fmla="*/ 2972 w 21600"/>
              <a:gd name="connsiteY7" fmla="*/ 0 h 25763"/>
              <a:gd name="connsiteX8" fmla="*/ 2972 w 21600"/>
              <a:gd name="connsiteY8" fmla="*/ 1815 h 25763"/>
              <a:gd name="connsiteX9" fmla="*/ 1532 w 21600"/>
              <a:gd name="connsiteY9" fmla="*/ 1815 h 25763"/>
              <a:gd name="connsiteX10" fmla="*/ 1532 w 21600"/>
              <a:gd name="connsiteY10" fmla="*/ 3675 h 25763"/>
              <a:gd name="connsiteX11" fmla="*/ 0 w 21600"/>
              <a:gd name="connsiteY11" fmla="*/ 3675 h 25763"/>
              <a:gd name="connsiteX12" fmla="*/ 0 w 21600"/>
              <a:gd name="connsiteY12" fmla="*/ 20782 h 25763"/>
              <a:gd name="connsiteX0" fmla="*/ 0 w 21600"/>
              <a:gd name="connsiteY0" fmla="*/ 20782 h 26547"/>
              <a:gd name="connsiteX1" fmla="*/ 18595 w 21600"/>
              <a:gd name="connsiteY1" fmla="*/ 18022 h 26547"/>
              <a:gd name="connsiteX2" fmla="*/ 18595 w 21600"/>
              <a:gd name="connsiteY2" fmla="*/ 3675 h 26547"/>
              <a:gd name="connsiteX3" fmla="*/ 0 w 21600"/>
              <a:gd name="connsiteY3" fmla="*/ 3675 h 26547"/>
              <a:gd name="connsiteX4" fmla="*/ 0 w 21600"/>
              <a:gd name="connsiteY4" fmla="*/ 20782 h 26547"/>
              <a:gd name="connsiteX5" fmla="*/ 1532 w 21600"/>
              <a:gd name="connsiteY5" fmla="*/ 3675 h 26547"/>
              <a:gd name="connsiteX6" fmla="*/ 1532 w 21600"/>
              <a:gd name="connsiteY6" fmla="*/ 1815 h 26547"/>
              <a:gd name="connsiteX7" fmla="*/ 20000 w 21600"/>
              <a:gd name="connsiteY7" fmla="*/ 1815 h 26547"/>
              <a:gd name="connsiteX8" fmla="*/ 20000 w 21600"/>
              <a:gd name="connsiteY8" fmla="*/ 16252 h 26547"/>
              <a:gd name="connsiteX9" fmla="*/ 18595 w 21600"/>
              <a:gd name="connsiteY9" fmla="*/ 16352 h 26547"/>
              <a:gd name="connsiteX10" fmla="*/ 18595 w 21600"/>
              <a:gd name="connsiteY10" fmla="*/ 3675 h 26547"/>
              <a:gd name="connsiteX11" fmla="*/ 1532 w 21600"/>
              <a:gd name="connsiteY11" fmla="*/ 3675 h 26547"/>
              <a:gd name="connsiteX12" fmla="*/ 2972 w 21600"/>
              <a:gd name="connsiteY12" fmla="*/ 1815 h 26547"/>
              <a:gd name="connsiteX13" fmla="*/ 2972 w 21600"/>
              <a:gd name="connsiteY13" fmla="*/ 0 h 26547"/>
              <a:gd name="connsiteX14" fmla="*/ 21600 w 21600"/>
              <a:gd name="connsiteY14" fmla="*/ 0 h 26547"/>
              <a:gd name="connsiteX15" fmla="*/ 21600 w 21600"/>
              <a:gd name="connsiteY15" fmla="*/ 14392 h 26547"/>
              <a:gd name="connsiteX16" fmla="*/ 20000 w 21600"/>
              <a:gd name="connsiteY16" fmla="*/ 14467 h 26547"/>
              <a:gd name="connsiteX17" fmla="*/ 20000 w 21600"/>
              <a:gd name="connsiteY17" fmla="*/ 1815 h 26547"/>
              <a:gd name="connsiteX18" fmla="*/ 2972 w 21600"/>
              <a:gd name="connsiteY18" fmla="*/ 1815 h 26547"/>
              <a:gd name="connsiteX0" fmla="*/ 0 w 21600"/>
              <a:gd name="connsiteY0" fmla="*/ 3675 h 26547"/>
              <a:gd name="connsiteX1" fmla="*/ 18595 w 21600"/>
              <a:gd name="connsiteY1" fmla="*/ 3675 h 26547"/>
              <a:gd name="connsiteX2" fmla="*/ 18595 w 21600"/>
              <a:gd name="connsiteY2" fmla="*/ 18022 h 26547"/>
              <a:gd name="connsiteX3" fmla="*/ 0 w 21600"/>
              <a:gd name="connsiteY3" fmla="*/ 20782 h 26547"/>
              <a:gd name="connsiteX4" fmla="*/ 0 w 21600"/>
              <a:gd name="connsiteY4" fmla="*/ 3675 h 26547"/>
              <a:gd name="connsiteX5" fmla="*/ 1532 w 21600"/>
              <a:gd name="connsiteY5" fmla="*/ 3675 h 26547"/>
              <a:gd name="connsiteX6" fmla="*/ 1532 w 21600"/>
              <a:gd name="connsiteY6" fmla="*/ 1815 h 26547"/>
              <a:gd name="connsiteX7" fmla="*/ 20000 w 21600"/>
              <a:gd name="connsiteY7" fmla="*/ 1815 h 26547"/>
              <a:gd name="connsiteX8" fmla="*/ 20000 w 21600"/>
              <a:gd name="connsiteY8" fmla="*/ 16252 h 26547"/>
              <a:gd name="connsiteX9" fmla="*/ 18595 w 21600"/>
              <a:gd name="connsiteY9" fmla="*/ 16352 h 26547"/>
              <a:gd name="connsiteX10" fmla="*/ 2972 w 21600"/>
              <a:gd name="connsiteY10" fmla="*/ 1815 h 26547"/>
              <a:gd name="connsiteX11" fmla="*/ 2972 w 21600"/>
              <a:gd name="connsiteY11" fmla="*/ 0 h 26547"/>
              <a:gd name="connsiteX12" fmla="*/ 21600 w 21600"/>
              <a:gd name="connsiteY12" fmla="*/ 0 h 26547"/>
              <a:gd name="connsiteX13" fmla="*/ 21600 w 21600"/>
              <a:gd name="connsiteY13" fmla="*/ 14392 h 26547"/>
              <a:gd name="connsiteX14" fmla="*/ 20000 w 21600"/>
              <a:gd name="connsiteY14" fmla="*/ 14467 h 26547"/>
              <a:gd name="connsiteX0" fmla="*/ 0 w 21600"/>
              <a:gd name="connsiteY0" fmla="*/ 20782 h 26547"/>
              <a:gd name="connsiteX1" fmla="*/ 9817 w 21600"/>
              <a:gd name="connsiteY1" fmla="*/ 26506 h 26547"/>
              <a:gd name="connsiteX2" fmla="*/ 18595 w 21600"/>
              <a:gd name="connsiteY2" fmla="*/ 18022 h 26547"/>
              <a:gd name="connsiteX3" fmla="*/ 18873 w 21600"/>
              <a:gd name="connsiteY3" fmla="*/ 25738 h 26547"/>
              <a:gd name="connsiteX4" fmla="*/ 20000 w 21600"/>
              <a:gd name="connsiteY4" fmla="*/ 16252 h 26547"/>
              <a:gd name="connsiteX5" fmla="*/ 20000 w 21600"/>
              <a:gd name="connsiteY5" fmla="*/ 14467 h 26547"/>
              <a:gd name="connsiteX6" fmla="*/ 21600 w 21600"/>
              <a:gd name="connsiteY6" fmla="*/ 14392 h 26547"/>
              <a:gd name="connsiteX7" fmla="*/ 21600 w 21600"/>
              <a:gd name="connsiteY7" fmla="*/ 0 h 26547"/>
              <a:gd name="connsiteX8" fmla="*/ 2972 w 21600"/>
              <a:gd name="connsiteY8" fmla="*/ 0 h 26547"/>
              <a:gd name="connsiteX9" fmla="*/ 2972 w 21600"/>
              <a:gd name="connsiteY9" fmla="*/ 1815 h 26547"/>
              <a:gd name="connsiteX10" fmla="*/ 1532 w 21600"/>
              <a:gd name="connsiteY10" fmla="*/ 1815 h 26547"/>
              <a:gd name="connsiteX11" fmla="*/ 1532 w 21600"/>
              <a:gd name="connsiteY11" fmla="*/ 3675 h 26547"/>
              <a:gd name="connsiteX12" fmla="*/ 0 w 21600"/>
              <a:gd name="connsiteY12" fmla="*/ 3675 h 26547"/>
              <a:gd name="connsiteX13" fmla="*/ 0 w 21600"/>
              <a:gd name="connsiteY13" fmla="*/ 20782 h 26547"/>
              <a:gd name="connsiteX0" fmla="*/ 0 w 21600"/>
              <a:gd name="connsiteY0" fmla="*/ 20782 h 25763"/>
              <a:gd name="connsiteX1" fmla="*/ 18595 w 21600"/>
              <a:gd name="connsiteY1" fmla="*/ 18022 h 25763"/>
              <a:gd name="connsiteX2" fmla="*/ 18595 w 21600"/>
              <a:gd name="connsiteY2" fmla="*/ 3675 h 25763"/>
              <a:gd name="connsiteX3" fmla="*/ 0 w 21600"/>
              <a:gd name="connsiteY3" fmla="*/ 3675 h 25763"/>
              <a:gd name="connsiteX4" fmla="*/ 0 w 21600"/>
              <a:gd name="connsiteY4" fmla="*/ 20782 h 25763"/>
              <a:gd name="connsiteX5" fmla="*/ 1532 w 21600"/>
              <a:gd name="connsiteY5" fmla="*/ 3675 h 25763"/>
              <a:gd name="connsiteX6" fmla="*/ 1532 w 21600"/>
              <a:gd name="connsiteY6" fmla="*/ 1815 h 25763"/>
              <a:gd name="connsiteX7" fmla="*/ 20000 w 21600"/>
              <a:gd name="connsiteY7" fmla="*/ 1815 h 25763"/>
              <a:gd name="connsiteX8" fmla="*/ 20000 w 21600"/>
              <a:gd name="connsiteY8" fmla="*/ 16252 h 25763"/>
              <a:gd name="connsiteX9" fmla="*/ 18595 w 21600"/>
              <a:gd name="connsiteY9" fmla="*/ 16352 h 25763"/>
              <a:gd name="connsiteX10" fmla="*/ 18595 w 21600"/>
              <a:gd name="connsiteY10" fmla="*/ 3675 h 25763"/>
              <a:gd name="connsiteX11" fmla="*/ 1532 w 21600"/>
              <a:gd name="connsiteY11" fmla="*/ 3675 h 25763"/>
              <a:gd name="connsiteX12" fmla="*/ 2972 w 21600"/>
              <a:gd name="connsiteY12" fmla="*/ 1815 h 25763"/>
              <a:gd name="connsiteX13" fmla="*/ 2972 w 21600"/>
              <a:gd name="connsiteY13" fmla="*/ 0 h 25763"/>
              <a:gd name="connsiteX14" fmla="*/ 21600 w 21600"/>
              <a:gd name="connsiteY14" fmla="*/ 0 h 25763"/>
              <a:gd name="connsiteX15" fmla="*/ 21600 w 21600"/>
              <a:gd name="connsiteY15" fmla="*/ 14392 h 25763"/>
              <a:gd name="connsiteX16" fmla="*/ 20000 w 21600"/>
              <a:gd name="connsiteY16" fmla="*/ 14467 h 25763"/>
              <a:gd name="connsiteX17" fmla="*/ 20000 w 21600"/>
              <a:gd name="connsiteY17" fmla="*/ 1815 h 25763"/>
              <a:gd name="connsiteX18" fmla="*/ 2972 w 21600"/>
              <a:gd name="connsiteY18" fmla="*/ 1815 h 25763"/>
              <a:gd name="connsiteX0" fmla="*/ 0 w 21600"/>
              <a:gd name="connsiteY0" fmla="*/ 3675 h 25763"/>
              <a:gd name="connsiteX1" fmla="*/ 18595 w 21600"/>
              <a:gd name="connsiteY1" fmla="*/ 3675 h 25763"/>
              <a:gd name="connsiteX2" fmla="*/ 18595 w 21600"/>
              <a:gd name="connsiteY2" fmla="*/ 18022 h 25763"/>
              <a:gd name="connsiteX3" fmla="*/ 0 w 21600"/>
              <a:gd name="connsiteY3" fmla="*/ 20782 h 25763"/>
              <a:gd name="connsiteX4" fmla="*/ 0 w 21600"/>
              <a:gd name="connsiteY4" fmla="*/ 3675 h 25763"/>
              <a:gd name="connsiteX5" fmla="*/ 1532 w 21600"/>
              <a:gd name="connsiteY5" fmla="*/ 3675 h 25763"/>
              <a:gd name="connsiteX6" fmla="*/ 1532 w 21600"/>
              <a:gd name="connsiteY6" fmla="*/ 1815 h 25763"/>
              <a:gd name="connsiteX7" fmla="*/ 20000 w 21600"/>
              <a:gd name="connsiteY7" fmla="*/ 1815 h 25763"/>
              <a:gd name="connsiteX8" fmla="*/ 20000 w 21600"/>
              <a:gd name="connsiteY8" fmla="*/ 16252 h 25763"/>
              <a:gd name="connsiteX9" fmla="*/ 18595 w 21600"/>
              <a:gd name="connsiteY9" fmla="*/ 16352 h 25763"/>
              <a:gd name="connsiteX10" fmla="*/ 2972 w 21600"/>
              <a:gd name="connsiteY10" fmla="*/ 1815 h 25763"/>
              <a:gd name="connsiteX11" fmla="*/ 2972 w 21600"/>
              <a:gd name="connsiteY11" fmla="*/ 0 h 25763"/>
              <a:gd name="connsiteX12" fmla="*/ 21600 w 21600"/>
              <a:gd name="connsiteY12" fmla="*/ 0 h 25763"/>
              <a:gd name="connsiteX13" fmla="*/ 21600 w 21600"/>
              <a:gd name="connsiteY13" fmla="*/ 14392 h 25763"/>
              <a:gd name="connsiteX14" fmla="*/ 20000 w 21600"/>
              <a:gd name="connsiteY14" fmla="*/ 14467 h 25763"/>
              <a:gd name="connsiteX0" fmla="*/ 0 w 21600"/>
              <a:gd name="connsiteY0" fmla="*/ 20782 h 25763"/>
              <a:gd name="connsiteX1" fmla="*/ 10652 w 21600"/>
              <a:gd name="connsiteY1" fmla="*/ 22896 h 25763"/>
              <a:gd name="connsiteX2" fmla="*/ 18595 w 21600"/>
              <a:gd name="connsiteY2" fmla="*/ 18022 h 25763"/>
              <a:gd name="connsiteX3" fmla="*/ 18873 w 21600"/>
              <a:gd name="connsiteY3" fmla="*/ 25738 h 25763"/>
              <a:gd name="connsiteX4" fmla="*/ 20000 w 21600"/>
              <a:gd name="connsiteY4" fmla="*/ 16252 h 25763"/>
              <a:gd name="connsiteX5" fmla="*/ 20000 w 21600"/>
              <a:gd name="connsiteY5" fmla="*/ 14467 h 25763"/>
              <a:gd name="connsiteX6" fmla="*/ 21600 w 21600"/>
              <a:gd name="connsiteY6" fmla="*/ 14392 h 25763"/>
              <a:gd name="connsiteX7" fmla="*/ 21600 w 21600"/>
              <a:gd name="connsiteY7" fmla="*/ 0 h 25763"/>
              <a:gd name="connsiteX8" fmla="*/ 2972 w 21600"/>
              <a:gd name="connsiteY8" fmla="*/ 0 h 25763"/>
              <a:gd name="connsiteX9" fmla="*/ 2972 w 21600"/>
              <a:gd name="connsiteY9" fmla="*/ 1815 h 25763"/>
              <a:gd name="connsiteX10" fmla="*/ 1532 w 21600"/>
              <a:gd name="connsiteY10" fmla="*/ 1815 h 25763"/>
              <a:gd name="connsiteX11" fmla="*/ 1532 w 21600"/>
              <a:gd name="connsiteY11" fmla="*/ 3675 h 25763"/>
              <a:gd name="connsiteX12" fmla="*/ 0 w 21600"/>
              <a:gd name="connsiteY12" fmla="*/ 3675 h 25763"/>
              <a:gd name="connsiteX13" fmla="*/ 0 w 21600"/>
              <a:gd name="connsiteY13" fmla="*/ 20782 h 25763"/>
              <a:gd name="connsiteX0" fmla="*/ 0 w 21600"/>
              <a:gd name="connsiteY0" fmla="*/ 20782 h 25763"/>
              <a:gd name="connsiteX1" fmla="*/ 18595 w 21600"/>
              <a:gd name="connsiteY1" fmla="*/ 18022 h 25763"/>
              <a:gd name="connsiteX2" fmla="*/ 18595 w 21600"/>
              <a:gd name="connsiteY2" fmla="*/ 3675 h 25763"/>
              <a:gd name="connsiteX3" fmla="*/ 0 w 21600"/>
              <a:gd name="connsiteY3" fmla="*/ 3675 h 25763"/>
              <a:gd name="connsiteX4" fmla="*/ 0 w 21600"/>
              <a:gd name="connsiteY4" fmla="*/ 20782 h 25763"/>
              <a:gd name="connsiteX5" fmla="*/ 1532 w 21600"/>
              <a:gd name="connsiteY5" fmla="*/ 3675 h 25763"/>
              <a:gd name="connsiteX6" fmla="*/ 1532 w 21600"/>
              <a:gd name="connsiteY6" fmla="*/ 1815 h 25763"/>
              <a:gd name="connsiteX7" fmla="*/ 20000 w 21600"/>
              <a:gd name="connsiteY7" fmla="*/ 1815 h 25763"/>
              <a:gd name="connsiteX8" fmla="*/ 20000 w 21600"/>
              <a:gd name="connsiteY8" fmla="*/ 16252 h 25763"/>
              <a:gd name="connsiteX9" fmla="*/ 18595 w 21600"/>
              <a:gd name="connsiteY9" fmla="*/ 16352 h 25763"/>
              <a:gd name="connsiteX10" fmla="*/ 18595 w 21600"/>
              <a:gd name="connsiteY10" fmla="*/ 3675 h 25763"/>
              <a:gd name="connsiteX11" fmla="*/ 1532 w 21600"/>
              <a:gd name="connsiteY11" fmla="*/ 3675 h 25763"/>
              <a:gd name="connsiteX12" fmla="*/ 2972 w 21600"/>
              <a:gd name="connsiteY12" fmla="*/ 1815 h 25763"/>
              <a:gd name="connsiteX13" fmla="*/ 2972 w 21600"/>
              <a:gd name="connsiteY13" fmla="*/ 0 h 25763"/>
              <a:gd name="connsiteX14" fmla="*/ 21600 w 21600"/>
              <a:gd name="connsiteY14" fmla="*/ 0 h 25763"/>
              <a:gd name="connsiteX15" fmla="*/ 21600 w 21600"/>
              <a:gd name="connsiteY15" fmla="*/ 14392 h 25763"/>
              <a:gd name="connsiteX16" fmla="*/ 20000 w 21600"/>
              <a:gd name="connsiteY16" fmla="*/ 14467 h 25763"/>
              <a:gd name="connsiteX17" fmla="*/ 20000 w 21600"/>
              <a:gd name="connsiteY17" fmla="*/ 1815 h 25763"/>
              <a:gd name="connsiteX18" fmla="*/ 2972 w 21600"/>
              <a:gd name="connsiteY18" fmla="*/ 1815 h 25763"/>
              <a:gd name="connsiteX0" fmla="*/ 0 w 21600"/>
              <a:gd name="connsiteY0" fmla="*/ 3675 h 25763"/>
              <a:gd name="connsiteX1" fmla="*/ 18595 w 21600"/>
              <a:gd name="connsiteY1" fmla="*/ 3675 h 25763"/>
              <a:gd name="connsiteX2" fmla="*/ 18595 w 21600"/>
              <a:gd name="connsiteY2" fmla="*/ 18022 h 25763"/>
              <a:gd name="connsiteX3" fmla="*/ 0 w 21600"/>
              <a:gd name="connsiteY3" fmla="*/ 20782 h 25763"/>
              <a:gd name="connsiteX4" fmla="*/ 0 w 21600"/>
              <a:gd name="connsiteY4" fmla="*/ 3675 h 25763"/>
              <a:gd name="connsiteX5" fmla="*/ 1532 w 21600"/>
              <a:gd name="connsiteY5" fmla="*/ 3675 h 25763"/>
              <a:gd name="connsiteX6" fmla="*/ 1532 w 21600"/>
              <a:gd name="connsiteY6" fmla="*/ 1815 h 25763"/>
              <a:gd name="connsiteX7" fmla="*/ 20000 w 21600"/>
              <a:gd name="connsiteY7" fmla="*/ 1815 h 25763"/>
              <a:gd name="connsiteX8" fmla="*/ 20000 w 21600"/>
              <a:gd name="connsiteY8" fmla="*/ 16252 h 25763"/>
              <a:gd name="connsiteX9" fmla="*/ 18595 w 21600"/>
              <a:gd name="connsiteY9" fmla="*/ 16352 h 25763"/>
              <a:gd name="connsiteX10" fmla="*/ 2972 w 21600"/>
              <a:gd name="connsiteY10" fmla="*/ 1815 h 25763"/>
              <a:gd name="connsiteX11" fmla="*/ 2972 w 21600"/>
              <a:gd name="connsiteY11" fmla="*/ 0 h 25763"/>
              <a:gd name="connsiteX12" fmla="*/ 21600 w 21600"/>
              <a:gd name="connsiteY12" fmla="*/ 0 h 25763"/>
              <a:gd name="connsiteX13" fmla="*/ 21600 w 21600"/>
              <a:gd name="connsiteY13" fmla="*/ 14392 h 25763"/>
              <a:gd name="connsiteX14" fmla="*/ 20000 w 21600"/>
              <a:gd name="connsiteY14" fmla="*/ 14467 h 25763"/>
              <a:gd name="connsiteX0" fmla="*/ 0 w 21600"/>
              <a:gd name="connsiteY0" fmla="*/ 20782 h 25763"/>
              <a:gd name="connsiteX1" fmla="*/ 10652 w 21600"/>
              <a:gd name="connsiteY1" fmla="*/ 22896 h 25763"/>
              <a:gd name="connsiteX2" fmla="*/ 18165 w 21600"/>
              <a:gd name="connsiteY2" fmla="*/ 24340 h 25763"/>
              <a:gd name="connsiteX3" fmla="*/ 18595 w 21600"/>
              <a:gd name="connsiteY3" fmla="*/ 18022 h 25763"/>
              <a:gd name="connsiteX4" fmla="*/ 18873 w 21600"/>
              <a:gd name="connsiteY4" fmla="*/ 25738 h 25763"/>
              <a:gd name="connsiteX5" fmla="*/ 20000 w 21600"/>
              <a:gd name="connsiteY5" fmla="*/ 16252 h 25763"/>
              <a:gd name="connsiteX6" fmla="*/ 20000 w 21600"/>
              <a:gd name="connsiteY6" fmla="*/ 14467 h 25763"/>
              <a:gd name="connsiteX7" fmla="*/ 21600 w 21600"/>
              <a:gd name="connsiteY7" fmla="*/ 14392 h 25763"/>
              <a:gd name="connsiteX8" fmla="*/ 21600 w 21600"/>
              <a:gd name="connsiteY8" fmla="*/ 0 h 25763"/>
              <a:gd name="connsiteX9" fmla="*/ 2972 w 21600"/>
              <a:gd name="connsiteY9" fmla="*/ 0 h 25763"/>
              <a:gd name="connsiteX10" fmla="*/ 2972 w 21600"/>
              <a:gd name="connsiteY10" fmla="*/ 1815 h 25763"/>
              <a:gd name="connsiteX11" fmla="*/ 1532 w 21600"/>
              <a:gd name="connsiteY11" fmla="*/ 1815 h 25763"/>
              <a:gd name="connsiteX12" fmla="*/ 1532 w 21600"/>
              <a:gd name="connsiteY12" fmla="*/ 3675 h 25763"/>
              <a:gd name="connsiteX13" fmla="*/ 0 w 21600"/>
              <a:gd name="connsiteY13" fmla="*/ 3675 h 25763"/>
              <a:gd name="connsiteX14" fmla="*/ 0 w 21600"/>
              <a:gd name="connsiteY14" fmla="*/ 20782 h 257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1600" h="25763" stroke="0" extrusionOk="0">
                <a:moveTo>
                  <a:pt x="0" y="20782"/>
                </a:moveTo>
                <a:cubicBezTo>
                  <a:pt x="9298" y="23542"/>
                  <a:pt x="9298" y="18022"/>
                  <a:pt x="18595" y="18022"/>
                </a:cubicBezTo>
                <a:lnTo>
                  <a:pt x="18595" y="3675"/>
                </a:lnTo>
                <a:lnTo>
                  <a:pt x="0" y="3675"/>
                </a:lnTo>
                <a:lnTo>
                  <a:pt x="0" y="20782"/>
                </a:lnTo>
                <a:close/>
                <a:moveTo>
                  <a:pt x="1532" y="3675"/>
                </a:moveTo>
                <a:lnTo>
                  <a:pt x="1532" y="1815"/>
                </a:lnTo>
                <a:lnTo>
                  <a:pt x="20000" y="1815"/>
                </a:lnTo>
                <a:lnTo>
                  <a:pt x="20000" y="16252"/>
                </a:lnTo>
                <a:cubicBezTo>
                  <a:pt x="19298" y="16252"/>
                  <a:pt x="18595" y="16352"/>
                  <a:pt x="18595" y="16352"/>
                </a:cubicBezTo>
                <a:lnTo>
                  <a:pt x="18595" y="3675"/>
                </a:lnTo>
                <a:lnTo>
                  <a:pt x="1532" y="3675"/>
                </a:lnTo>
                <a:close/>
                <a:moveTo>
                  <a:pt x="2972" y="1815"/>
                </a:moveTo>
                <a:lnTo>
                  <a:pt x="2972" y="0"/>
                </a:lnTo>
                <a:lnTo>
                  <a:pt x="21600" y="0"/>
                </a:lnTo>
                <a:lnTo>
                  <a:pt x="21600" y="14392"/>
                </a:lnTo>
                <a:cubicBezTo>
                  <a:pt x="20800" y="14392"/>
                  <a:pt x="20000" y="14467"/>
                  <a:pt x="20000" y="14467"/>
                </a:cubicBezTo>
                <a:lnTo>
                  <a:pt x="20000" y="1815"/>
                </a:lnTo>
                <a:lnTo>
                  <a:pt x="2972" y="1815"/>
                </a:lnTo>
                <a:close/>
              </a:path>
              <a:path w="21600" h="25763" fill="none" extrusionOk="0">
                <a:moveTo>
                  <a:pt x="0" y="3675"/>
                </a:moveTo>
                <a:lnTo>
                  <a:pt x="18595" y="3675"/>
                </a:lnTo>
                <a:lnTo>
                  <a:pt x="18595" y="18022"/>
                </a:lnTo>
                <a:cubicBezTo>
                  <a:pt x="9298" y="18022"/>
                  <a:pt x="9298" y="23542"/>
                  <a:pt x="0" y="20782"/>
                </a:cubicBezTo>
                <a:lnTo>
                  <a:pt x="0" y="3675"/>
                </a:lnTo>
                <a:close/>
                <a:moveTo>
                  <a:pt x="1532" y="3675"/>
                </a:moveTo>
                <a:lnTo>
                  <a:pt x="1532" y="1815"/>
                </a:lnTo>
                <a:lnTo>
                  <a:pt x="20000" y="1815"/>
                </a:lnTo>
                <a:lnTo>
                  <a:pt x="20000" y="16252"/>
                </a:lnTo>
                <a:cubicBezTo>
                  <a:pt x="19298" y="16252"/>
                  <a:pt x="18595" y="16352"/>
                  <a:pt x="18595" y="16352"/>
                </a:cubicBezTo>
                <a:moveTo>
                  <a:pt x="2972" y="1815"/>
                </a:moveTo>
                <a:lnTo>
                  <a:pt x="2972" y="0"/>
                </a:lnTo>
                <a:lnTo>
                  <a:pt x="21600" y="0"/>
                </a:lnTo>
                <a:lnTo>
                  <a:pt x="21600" y="14392"/>
                </a:lnTo>
                <a:cubicBezTo>
                  <a:pt x="20800" y="14392"/>
                  <a:pt x="20000" y="14467"/>
                  <a:pt x="20000" y="14467"/>
                </a:cubicBezTo>
              </a:path>
              <a:path w="21600" h="25763" fill="none" stroke="0">
                <a:moveTo>
                  <a:pt x="0" y="20782"/>
                </a:moveTo>
                <a:cubicBezTo>
                  <a:pt x="1590" y="23504"/>
                  <a:pt x="7553" y="23356"/>
                  <a:pt x="10652" y="22896"/>
                </a:cubicBezTo>
                <a:cubicBezTo>
                  <a:pt x="13540" y="22406"/>
                  <a:pt x="16841" y="25152"/>
                  <a:pt x="18165" y="24340"/>
                </a:cubicBezTo>
                <a:cubicBezTo>
                  <a:pt x="19489" y="23528"/>
                  <a:pt x="18338" y="16706"/>
                  <a:pt x="18595" y="18022"/>
                </a:cubicBezTo>
                <a:cubicBezTo>
                  <a:pt x="18595" y="17465"/>
                  <a:pt x="18873" y="26295"/>
                  <a:pt x="18873" y="25738"/>
                </a:cubicBezTo>
                <a:cubicBezTo>
                  <a:pt x="18873" y="25738"/>
                  <a:pt x="19298" y="16252"/>
                  <a:pt x="20000" y="16252"/>
                </a:cubicBezTo>
                <a:lnTo>
                  <a:pt x="20000" y="14467"/>
                </a:lnTo>
                <a:cubicBezTo>
                  <a:pt x="20000" y="14467"/>
                  <a:pt x="20800" y="14392"/>
                  <a:pt x="21600" y="14392"/>
                </a:cubicBezTo>
                <a:lnTo>
                  <a:pt x="21600" y="0"/>
                </a:lnTo>
                <a:lnTo>
                  <a:pt x="2972" y="0"/>
                </a:lnTo>
                <a:lnTo>
                  <a:pt x="2972" y="1815"/>
                </a:lnTo>
                <a:lnTo>
                  <a:pt x="1532" y="1815"/>
                </a:lnTo>
                <a:lnTo>
                  <a:pt x="1532" y="3675"/>
                </a:lnTo>
                <a:lnTo>
                  <a:pt x="0" y="3675"/>
                </a:lnTo>
                <a:lnTo>
                  <a:pt x="0" y="20782"/>
                </a:lnTo>
                <a:close/>
              </a:path>
            </a:pathLst>
          </a:custGeom>
          <a:solidFill>
            <a:srgbClr val="A7FFAB"/>
          </a:solidFill>
          <a:ln w="12700">
            <a:solidFill>
              <a:schemeClr val="accent1"/>
            </a:solidFill>
          </a:ln>
          <a:effectLst>
            <a:outerShdw blurRad="40000" dist="20000" dir="5400000" rotWithShape="0">
              <a:srgbClr val="000000">
                <a:alpha val="38000"/>
              </a:srgbClr>
            </a:outerShdw>
            <a:softEdge rad="12700"/>
          </a:effectLst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00"/>
                </a:solidFill>
              </a:rPr>
              <a:t>24t56</a:t>
            </a:r>
          </a:p>
        </p:txBody>
      </p:sp>
      <p:cxnSp>
        <p:nvCxnSpPr>
          <p:cNvPr id="38" name="Shape 200"/>
          <p:cNvCxnSpPr/>
          <p:nvPr/>
        </p:nvCxnSpPr>
        <p:spPr>
          <a:xfrm flipH="1" flipV="1">
            <a:off x="4411084" y="5228474"/>
            <a:ext cx="372598" cy="11474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35" name="Shape 198"/>
          <p:cNvSpPr/>
          <p:nvPr/>
        </p:nvSpPr>
        <p:spPr>
          <a:xfrm>
            <a:off x="5876496" y="489862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345r3</a:t>
            </a:r>
          </a:p>
        </p:txBody>
      </p:sp>
      <p:cxnSp>
        <p:nvCxnSpPr>
          <p:cNvPr id="44" name="Shape 200"/>
          <p:cNvCxnSpPr>
            <a:endCxn id="35" idx="2"/>
          </p:cNvCxnSpPr>
          <p:nvPr/>
        </p:nvCxnSpPr>
        <p:spPr>
          <a:xfrm flipH="1" flipV="1">
            <a:off x="6263796" y="5254120"/>
            <a:ext cx="154504" cy="686939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71" name="Shape 204"/>
          <p:cNvSpPr/>
          <p:nvPr/>
        </p:nvSpPr>
        <p:spPr>
          <a:xfrm>
            <a:off x="3576238" y="5739798"/>
            <a:ext cx="917438" cy="2730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working1</a:t>
            </a:r>
          </a:p>
        </p:txBody>
      </p:sp>
      <p:cxnSp>
        <p:nvCxnSpPr>
          <p:cNvPr id="72" name="Shape 205"/>
          <p:cNvCxnSpPr>
            <a:stCxn id="71" idx="0"/>
            <a:endCxn id="39" idx="2"/>
          </p:cNvCxnSpPr>
          <p:nvPr/>
        </p:nvCxnSpPr>
        <p:spPr>
          <a:xfrm flipH="1" flipV="1">
            <a:off x="4023781" y="5360965"/>
            <a:ext cx="11176" cy="378833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92" name="Shape 204"/>
          <p:cNvSpPr/>
          <p:nvPr/>
        </p:nvSpPr>
        <p:spPr>
          <a:xfrm>
            <a:off x="4637340" y="6029191"/>
            <a:ext cx="917438" cy="2730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working2</a:t>
            </a:r>
          </a:p>
        </p:txBody>
      </p:sp>
      <p:cxnSp>
        <p:nvCxnSpPr>
          <p:cNvPr id="93" name="Shape 205"/>
          <p:cNvCxnSpPr>
            <a:endCxn id="2" idx="0"/>
          </p:cNvCxnSpPr>
          <p:nvPr/>
        </p:nvCxnSpPr>
        <p:spPr>
          <a:xfrm flipV="1">
            <a:off x="4783682" y="5392456"/>
            <a:ext cx="0" cy="636735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50" name="Shape 198"/>
          <p:cNvSpPr/>
          <p:nvPr/>
        </p:nvSpPr>
        <p:spPr>
          <a:xfrm rot="10800000" flipV="1">
            <a:off x="6118744" y="5941059"/>
            <a:ext cx="774600" cy="310525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567r4</a:t>
            </a:r>
          </a:p>
        </p:txBody>
      </p:sp>
      <p:sp>
        <p:nvSpPr>
          <p:cNvPr id="51" name="Shape 198"/>
          <p:cNvSpPr/>
          <p:nvPr/>
        </p:nvSpPr>
        <p:spPr>
          <a:xfrm>
            <a:off x="7135592" y="5896085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e3rf5</a:t>
            </a:r>
          </a:p>
        </p:txBody>
      </p:sp>
      <p:cxnSp>
        <p:nvCxnSpPr>
          <p:cNvPr id="52" name="Shape 200"/>
          <p:cNvCxnSpPr>
            <a:stCxn id="35" idx="0"/>
            <a:endCxn id="198" idx="3"/>
          </p:cNvCxnSpPr>
          <p:nvPr/>
        </p:nvCxnSpPr>
        <p:spPr>
          <a:xfrm flipH="1" flipV="1">
            <a:off x="2531413" y="4175349"/>
            <a:ext cx="3732383" cy="723271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53" name="Flowchart: Multidocument 1"/>
          <p:cNvSpPr/>
          <p:nvPr/>
        </p:nvSpPr>
        <p:spPr>
          <a:xfrm>
            <a:off x="8196718" y="5867519"/>
            <a:ext cx="795711" cy="411357"/>
          </a:xfrm>
          <a:custGeom>
            <a:avLst/>
            <a:gdLst>
              <a:gd name="connsiteX0" fmla="*/ 0 w 21600"/>
              <a:gd name="connsiteY0" fmla="*/ 20782 h 21600"/>
              <a:gd name="connsiteX1" fmla="*/ 18595 w 21600"/>
              <a:gd name="connsiteY1" fmla="*/ 18022 h 21600"/>
              <a:gd name="connsiteX2" fmla="*/ 18595 w 21600"/>
              <a:gd name="connsiteY2" fmla="*/ 3675 h 21600"/>
              <a:gd name="connsiteX3" fmla="*/ 0 w 21600"/>
              <a:gd name="connsiteY3" fmla="*/ 3675 h 21600"/>
              <a:gd name="connsiteX4" fmla="*/ 0 w 21600"/>
              <a:gd name="connsiteY4" fmla="*/ 20782 h 21600"/>
              <a:gd name="connsiteX5" fmla="*/ 1532 w 21600"/>
              <a:gd name="connsiteY5" fmla="*/ 3675 h 21600"/>
              <a:gd name="connsiteX6" fmla="*/ 1532 w 21600"/>
              <a:gd name="connsiteY6" fmla="*/ 1815 h 21600"/>
              <a:gd name="connsiteX7" fmla="*/ 20000 w 21600"/>
              <a:gd name="connsiteY7" fmla="*/ 1815 h 21600"/>
              <a:gd name="connsiteX8" fmla="*/ 20000 w 21600"/>
              <a:gd name="connsiteY8" fmla="*/ 16252 h 21600"/>
              <a:gd name="connsiteX9" fmla="*/ 18595 w 21600"/>
              <a:gd name="connsiteY9" fmla="*/ 16352 h 21600"/>
              <a:gd name="connsiteX10" fmla="*/ 18595 w 21600"/>
              <a:gd name="connsiteY10" fmla="*/ 3675 h 21600"/>
              <a:gd name="connsiteX11" fmla="*/ 1532 w 21600"/>
              <a:gd name="connsiteY11" fmla="*/ 3675 h 21600"/>
              <a:gd name="connsiteX12" fmla="*/ 2972 w 21600"/>
              <a:gd name="connsiteY12" fmla="*/ 1815 h 21600"/>
              <a:gd name="connsiteX13" fmla="*/ 2972 w 21600"/>
              <a:gd name="connsiteY13" fmla="*/ 0 h 21600"/>
              <a:gd name="connsiteX14" fmla="*/ 21600 w 21600"/>
              <a:gd name="connsiteY14" fmla="*/ 0 h 21600"/>
              <a:gd name="connsiteX15" fmla="*/ 21600 w 21600"/>
              <a:gd name="connsiteY15" fmla="*/ 14392 h 21600"/>
              <a:gd name="connsiteX16" fmla="*/ 20000 w 21600"/>
              <a:gd name="connsiteY16" fmla="*/ 14467 h 21600"/>
              <a:gd name="connsiteX17" fmla="*/ 20000 w 21600"/>
              <a:gd name="connsiteY17" fmla="*/ 1815 h 21600"/>
              <a:gd name="connsiteX18" fmla="*/ 2972 w 21600"/>
              <a:gd name="connsiteY18" fmla="*/ 1815 h 21600"/>
              <a:gd name="connsiteX0" fmla="*/ 0 w 21600"/>
              <a:gd name="connsiteY0" fmla="*/ 3675 h 21600"/>
              <a:gd name="connsiteX1" fmla="*/ 18595 w 21600"/>
              <a:gd name="connsiteY1" fmla="*/ 3675 h 21600"/>
              <a:gd name="connsiteX2" fmla="*/ 18595 w 21600"/>
              <a:gd name="connsiteY2" fmla="*/ 18022 h 21600"/>
              <a:gd name="connsiteX3" fmla="*/ 0 w 21600"/>
              <a:gd name="connsiteY3" fmla="*/ 20782 h 21600"/>
              <a:gd name="connsiteX4" fmla="*/ 0 w 21600"/>
              <a:gd name="connsiteY4" fmla="*/ 3675 h 21600"/>
              <a:gd name="connsiteX5" fmla="*/ 1532 w 21600"/>
              <a:gd name="connsiteY5" fmla="*/ 3675 h 21600"/>
              <a:gd name="connsiteX6" fmla="*/ 1532 w 21600"/>
              <a:gd name="connsiteY6" fmla="*/ 1815 h 21600"/>
              <a:gd name="connsiteX7" fmla="*/ 20000 w 21600"/>
              <a:gd name="connsiteY7" fmla="*/ 1815 h 21600"/>
              <a:gd name="connsiteX8" fmla="*/ 20000 w 21600"/>
              <a:gd name="connsiteY8" fmla="*/ 16252 h 21600"/>
              <a:gd name="connsiteX9" fmla="*/ 18595 w 21600"/>
              <a:gd name="connsiteY9" fmla="*/ 16352 h 21600"/>
              <a:gd name="connsiteX10" fmla="*/ 2972 w 21600"/>
              <a:gd name="connsiteY10" fmla="*/ 1815 h 21600"/>
              <a:gd name="connsiteX11" fmla="*/ 2972 w 21600"/>
              <a:gd name="connsiteY11" fmla="*/ 0 h 21600"/>
              <a:gd name="connsiteX12" fmla="*/ 21600 w 21600"/>
              <a:gd name="connsiteY12" fmla="*/ 0 h 21600"/>
              <a:gd name="connsiteX13" fmla="*/ 21600 w 21600"/>
              <a:gd name="connsiteY13" fmla="*/ 14392 h 21600"/>
              <a:gd name="connsiteX14" fmla="*/ 20000 w 21600"/>
              <a:gd name="connsiteY14" fmla="*/ 14467 h 21600"/>
              <a:gd name="connsiteX0" fmla="*/ 0 w 21600"/>
              <a:gd name="connsiteY0" fmla="*/ 20782 h 21600"/>
              <a:gd name="connsiteX1" fmla="*/ 18595 w 21600"/>
              <a:gd name="connsiteY1" fmla="*/ 18022 h 21600"/>
              <a:gd name="connsiteX2" fmla="*/ 18595 w 21600"/>
              <a:gd name="connsiteY2" fmla="*/ 16352 h 21600"/>
              <a:gd name="connsiteX3" fmla="*/ 20000 w 21600"/>
              <a:gd name="connsiteY3" fmla="*/ 16252 h 21600"/>
              <a:gd name="connsiteX4" fmla="*/ 20000 w 21600"/>
              <a:gd name="connsiteY4" fmla="*/ 14467 h 21600"/>
              <a:gd name="connsiteX5" fmla="*/ 21600 w 21600"/>
              <a:gd name="connsiteY5" fmla="*/ 14392 h 21600"/>
              <a:gd name="connsiteX6" fmla="*/ 21600 w 21600"/>
              <a:gd name="connsiteY6" fmla="*/ 0 h 21600"/>
              <a:gd name="connsiteX7" fmla="*/ 2972 w 21600"/>
              <a:gd name="connsiteY7" fmla="*/ 0 h 21600"/>
              <a:gd name="connsiteX8" fmla="*/ 2972 w 21600"/>
              <a:gd name="connsiteY8" fmla="*/ 1815 h 21600"/>
              <a:gd name="connsiteX9" fmla="*/ 1532 w 21600"/>
              <a:gd name="connsiteY9" fmla="*/ 1815 h 21600"/>
              <a:gd name="connsiteX10" fmla="*/ 1532 w 21600"/>
              <a:gd name="connsiteY10" fmla="*/ 3675 h 21600"/>
              <a:gd name="connsiteX11" fmla="*/ 0 w 21600"/>
              <a:gd name="connsiteY11" fmla="*/ 3675 h 21600"/>
              <a:gd name="connsiteX12" fmla="*/ 0 w 21600"/>
              <a:gd name="connsiteY12" fmla="*/ 20782 h 21600"/>
              <a:gd name="connsiteX0" fmla="*/ 0 w 21600"/>
              <a:gd name="connsiteY0" fmla="*/ 20782 h 25763"/>
              <a:gd name="connsiteX1" fmla="*/ 18595 w 21600"/>
              <a:gd name="connsiteY1" fmla="*/ 18022 h 25763"/>
              <a:gd name="connsiteX2" fmla="*/ 18595 w 21600"/>
              <a:gd name="connsiteY2" fmla="*/ 3675 h 25763"/>
              <a:gd name="connsiteX3" fmla="*/ 0 w 21600"/>
              <a:gd name="connsiteY3" fmla="*/ 3675 h 25763"/>
              <a:gd name="connsiteX4" fmla="*/ 0 w 21600"/>
              <a:gd name="connsiteY4" fmla="*/ 20782 h 25763"/>
              <a:gd name="connsiteX5" fmla="*/ 1532 w 21600"/>
              <a:gd name="connsiteY5" fmla="*/ 3675 h 25763"/>
              <a:gd name="connsiteX6" fmla="*/ 1532 w 21600"/>
              <a:gd name="connsiteY6" fmla="*/ 1815 h 25763"/>
              <a:gd name="connsiteX7" fmla="*/ 20000 w 21600"/>
              <a:gd name="connsiteY7" fmla="*/ 1815 h 25763"/>
              <a:gd name="connsiteX8" fmla="*/ 20000 w 21600"/>
              <a:gd name="connsiteY8" fmla="*/ 16252 h 25763"/>
              <a:gd name="connsiteX9" fmla="*/ 18595 w 21600"/>
              <a:gd name="connsiteY9" fmla="*/ 16352 h 25763"/>
              <a:gd name="connsiteX10" fmla="*/ 18595 w 21600"/>
              <a:gd name="connsiteY10" fmla="*/ 3675 h 25763"/>
              <a:gd name="connsiteX11" fmla="*/ 1532 w 21600"/>
              <a:gd name="connsiteY11" fmla="*/ 3675 h 25763"/>
              <a:gd name="connsiteX12" fmla="*/ 2972 w 21600"/>
              <a:gd name="connsiteY12" fmla="*/ 1815 h 25763"/>
              <a:gd name="connsiteX13" fmla="*/ 2972 w 21600"/>
              <a:gd name="connsiteY13" fmla="*/ 0 h 25763"/>
              <a:gd name="connsiteX14" fmla="*/ 21600 w 21600"/>
              <a:gd name="connsiteY14" fmla="*/ 0 h 25763"/>
              <a:gd name="connsiteX15" fmla="*/ 21600 w 21600"/>
              <a:gd name="connsiteY15" fmla="*/ 14392 h 25763"/>
              <a:gd name="connsiteX16" fmla="*/ 20000 w 21600"/>
              <a:gd name="connsiteY16" fmla="*/ 14467 h 25763"/>
              <a:gd name="connsiteX17" fmla="*/ 20000 w 21600"/>
              <a:gd name="connsiteY17" fmla="*/ 1815 h 25763"/>
              <a:gd name="connsiteX18" fmla="*/ 2972 w 21600"/>
              <a:gd name="connsiteY18" fmla="*/ 1815 h 25763"/>
              <a:gd name="connsiteX0" fmla="*/ 0 w 21600"/>
              <a:gd name="connsiteY0" fmla="*/ 3675 h 25763"/>
              <a:gd name="connsiteX1" fmla="*/ 18595 w 21600"/>
              <a:gd name="connsiteY1" fmla="*/ 3675 h 25763"/>
              <a:gd name="connsiteX2" fmla="*/ 18595 w 21600"/>
              <a:gd name="connsiteY2" fmla="*/ 18022 h 25763"/>
              <a:gd name="connsiteX3" fmla="*/ 0 w 21600"/>
              <a:gd name="connsiteY3" fmla="*/ 20782 h 25763"/>
              <a:gd name="connsiteX4" fmla="*/ 0 w 21600"/>
              <a:gd name="connsiteY4" fmla="*/ 3675 h 25763"/>
              <a:gd name="connsiteX5" fmla="*/ 1532 w 21600"/>
              <a:gd name="connsiteY5" fmla="*/ 3675 h 25763"/>
              <a:gd name="connsiteX6" fmla="*/ 1532 w 21600"/>
              <a:gd name="connsiteY6" fmla="*/ 1815 h 25763"/>
              <a:gd name="connsiteX7" fmla="*/ 20000 w 21600"/>
              <a:gd name="connsiteY7" fmla="*/ 1815 h 25763"/>
              <a:gd name="connsiteX8" fmla="*/ 20000 w 21600"/>
              <a:gd name="connsiteY8" fmla="*/ 16252 h 25763"/>
              <a:gd name="connsiteX9" fmla="*/ 18595 w 21600"/>
              <a:gd name="connsiteY9" fmla="*/ 16352 h 25763"/>
              <a:gd name="connsiteX10" fmla="*/ 2972 w 21600"/>
              <a:gd name="connsiteY10" fmla="*/ 1815 h 25763"/>
              <a:gd name="connsiteX11" fmla="*/ 2972 w 21600"/>
              <a:gd name="connsiteY11" fmla="*/ 0 h 25763"/>
              <a:gd name="connsiteX12" fmla="*/ 21600 w 21600"/>
              <a:gd name="connsiteY12" fmla="*/ 0 h 25763"/>
              <a:gd name="connsiteX13" fmla="*/ 21600 w 21600"/>
              <a:gd name="connsiteY13" fmla="*/ 14392 h 25763"/>
              <a:gd name="connsiteX14" fmla="*/ 20000 w 21600"/>
              <a:gd name="connsiteY14" fmla="*/ 14467 h 25763"/>
              <a:gd name="connsiteX0" fmla="*/ 0 w 21600"/>
              <a:gd name="connsiteY0" fmla="*/ 20782 h 25763"/>
              <a:gd name="connsiteX1" fmla="*/ 18595 w 21600"/>
              <a:gd name="connsiteY1" fmla="*/ 18022 h 25763"/>
              <a:gd name="connsiteX2" fmla="*/ 18873 w 21600"/>
              <a:gd name="connsiteY2" fmla="*/ 25738 h 25763"/>
              <a:gd name="connsiteX3" fmla="*/ 20000 w 21600"/>
              <a:gd name="connsiteY3" fmla="*/ 16252 h 25763"/>
              <a:gd name="connsiteX4" fmla="*/ 20000 w 21600"/>
              <a:gd name="connsiteY4" fmla="*/ 14467 h 25763"/>
              <a:gd name="connsiteX5" fmla="*/ 21600 w 21600"/>
              <a:gd name="connsiteY5" fmla="*/ 14392 h 25763"/>
              <a:gd name="connsiteX6" fmla="*/ 21600 w 21600"/>
              <a:gd name="connsiteY6" fmla="*/ 0 h 25763"/>
              <a:gd name="connsiteX7" fmla="*/ 2972 w 21600"/>
              <a:gd name="connsiteY7" fmla="*/ 0 h 25763"/>
              <a:gd name="connsiteX8" fmla="*/ 2972 w 21600"/>
              <a:gd name="connsiteY8" fmla="*/ 1815 h 25763"/>
              <a:gd name="connsiteX9" fmla="*/ 1532 w 21600"/>
              <a:gd name="connsiteY9" fmla="*/ 1815 h 25763"/>
              <a:gd name="connsiteX10" fmla="*/ 1532 w 21600"/>
              <a:gd name="connsiteY10" fmla="*/ 3675 h 25763"/>
              <a:gd name="connsiteX11" fmla="*/ 0 w 21600"/>
              <a:gd name="connsiteY11" fmla="*/ 3675 h 25763"/>
              <a:gd name="connsiteX12" fmla="*/ 0 w 21600"/>
              <a:gd name="connsiteY12" fmla="*/ 20782 h 25763"/>
              <a:gd name="connsiteX0" fmla="*/ 0 w 21600"/>
              <a:gd name="connsiteY0" fmla="*/ 20782 h 26547"/>
              <a:gd name="connsiteX1" fmla="*/ 18595 w 21600"/>
              <a:gd name="connsiteY1" fmla="*/ 18022 h 26547"/>
              <a:gd name="connsiteX2" fmla="*/ 18595 w 21600"/>
              <a:gd name="connsiteY2" fmla="*/ 3675 h 26547"/>
              <a:gd name="connsiteX3" fmla="*/ 0 w 21600"/>
              <a:gd name="connsiteY3" fmla="*/ 3675 h 26547"/>
              <a:gd name="connsiteX4" fmla="*/ 0 w 21600"/>
              <a:gd name="connsiteY4" fmla="*/ 20782 h 26547"/>
              <a:gd name="connsiteX5" fmla="*/ 1532 w 21600"/>
              <a:gd name="connsiteY5" fmla="*/ 3675 h 26547"/>
              <a:gd name="connsiteX6" fmla="*/ 1532 w 21600"/>
              <a:gd name="connsiteY6" fmla="*/ 1815 h 26547"/>
              <a:gd name="connsiteX7" fmla="*/ 20000 w 21600"/>
              <a:gd name="connsiteY7" fmla="*/ 1815 h 26547"/>
              <a:gd name="connsiteX8" fmla="*/ 20000 w 21600"/>
              <a:gd name="connsiteY8" fmla="*/ 16252 h 26547"/>
              <a:gd name="connsiteX9" fmla="*/ 18595 w 21600"/>
              <a:gd name="connsiteY9" fmla="*/ 16352 h 26547"/>
              <a:gd name="connsiteX10" fmla="*/ 18595 w 21600"/>
              <a:gd name="connsiteY10" fmla="*/ 3675 h 26547"/>
              <a:gd name="connsiteX11" fmla="*/ 1532 w 21600"/>
              <a:gd name="connsiteY11" fmla="*/ 3675 h 26547"/>
              <a:gd name="connsiteX12" fmla="*/ 2972 w 21600"/>
              <a:gd name="connsiteY12" fmla="*/ 1815 h 26547"/>
              <a:gd name="connsiteX13" fmla="*/ 2972 w 21600"/>
              <a:gd name="connsiteY13" fmla="*/ 0 h 26547"/>
              <a:gd name="connsiteX14" fmla="*/ 21600 w 21600"/>
              <a:gd name="connsiteY14" fmla="*/ 0 h 26547"/>
              <a:gd name="connsiteX15" fmla="*/ 21600 w 21600"/>
              <a:gd name="connsiteY15" fmla="*/ 14392 h 26547"/>
              <a:gd name="connsiteX16" fmla="*/ 20000 w 21600"/>
              <a:gd name="connsiteY16" fmla="*/ 14467 h 26547"/>
              <a:gd name="connsiteX17" fmla="*/ 20000 w 21600"/>
              <a:gd name="connsiteY17" fmla="*/ 1815 h 26547"/>
              <a:gd name="connsiteX18" fmla="*/ 2972 w 21600"/>
              <a:gd name="connsiteY18" fmla="*/ 1815 h 26547"/>
              <a:gd name="connsiteX0" fmla="*/ 0 w 21600"/>
              <a:gd name="connsiteY0" fmla="*/ 3675 h 26547"/>
              <a:gd name="connsiteX1" fmla="*/ 18595 w 21600"/>
              <a:gd name="connsiteY1" fmla="*/ 3675 h 26547"/>
              <a:gd name="connsiteX2" fmla="*/ 18595 w 21600"/>
              <a:gd name="connsiteY2" fmla="*/ 18022 h 26547"/>
              <a:gd name="connsiteX3" fmla="*/ 0 w 21600"/>
              <a:gd name="connsiteY3" fmla="*/ 20782 h 26547"/>
              <a:gd name="connsiteX4" fmla="*/ 0 w 21600"/>
              <a:gd name="connsiteY4" fmla="*/ 3675 h 26547"/>
              <a:gd name="connsiteX5" fmla="*/ 1532 w 21600"/>
              <a:gd name="connsiteY5" fmla="*/ 3675 h 26547"/>
              <a:gd name="connsiteX6" fmla="*/ 1532 w 21600"/>
              <a:gd name="connsiteY6" fmla="*/ 1815 h 26547"/>
              <a:gd name="connsiteX7" fmla="*/ 20000 w 21600"/>
              <a:gd name="connsiteY7" fmla="*/ 1815 h 26547"/>
              <a:gd name="connsiteX8" fmla="*/ 20000 w 21600"/>
              <a:gd name="connsiteY8" fmla="*/ 16252 h 26547"/>
              <a:gd name="connsiteX9" fmla="*/ 18595 w 21600"/>
              <a:gd name="connsiteY9" fmla="*/ 16352 h 26547"/>
              <a:gd name="connsiteX10" fmla="*/ 2972 w 21600"/>
              <a:gd name="connsiteY10" fmla="*/ 1815 h 26547"/>
              <a:gd name="connsiteX11" fmla="*/ 2972 w 21600"/>
              <a:gd name="connsiteY11" fmla="*/ 0 h 26547"/>
              <a:gd name="connsiteX12" fmla="*/ 21600 w 21600"/>
              <a:gd name="connsiteY12" fmla="*/ 0 h 26547"/>
              <a:gd name="connsiteX13" fmla="*/ 21600 w 21600"/>
              <a:gd name="connsiteY13" fmla="*/ 14392 h 26547"/>
              <a:gd name="connsiteX14" fmla="*/ 20000 w 21600"/>
              <a:gd name="connsiteY14" fmla="*/ 14467 h 26547"/>
              <a:gd name="connsiteX0" fmla="*/ 0 w 21600"/>
              <a:gd name="connsiteY0" fmla="*/ 20782 h 26547"/>
              <a:gd name="connsiteX1" fmla="*/ 9817 w 21600"/>
              <a:gd name="connsiteY1" fmla="*/ 26506 h 26547"/>
              <a:gd name="connsiteX2" fmla="*/ 18595 w 21600"/>
              <a:gd name="connsiteY2" fmla="*/ 18022 h 26547"/>
              <a:gd name="connsiteX3" fmla="*/ 18873 w 21600"/>
              <a:gd name="connsiteY3" fmla="*/ 25738 h 26547"/>
              <a:gd name="connsiteX4" fmla="*/ 20000 w 21600"/>
              <a:gd name="connsiteY4" fmla="*/ 16252 h 26547"/>
              <a:gd name="connsiteX5" fmla="*/ 20000 w 21600"/>
              <a:gd name="connsiteY5" fmla="*/ 14467 h 26547"/>
              <a:gd name="connsiteX6" fmla="*/ 21600 w 21600"/>
              <a:gd name="connsiteY6" fmla="*/ 14392 h 26547"/>
              <a:gd name="connsiteX7" fmla="*/ 21600 w 21600"/>
              <a:gd name="connsiteY7" fmla="*/ 0 h 26547"/>
              <a:gd name="connsiteX8" fmla="*/ 2972 w 21600"/>
              <a:gd name="connsiteY8" fmla="*/ 0 h 26547"/>
              <a:gd name="connsiteX9" fmla="*/ 2972 w 21600"/>
              <a:gd name="connsiteY9" fmla="*/ 1815 h 26547"/>
              <a:gd name="connsiteX10" fmla="*/ 1532 w 21600"/>
              <a:gd name="connsiteY10" fmla="*/ 1815 h 26547"/>
              <a:gd name="connsiteX11" fmla="*/ 1532 w 21600"/>
              <a:gd name="connsiteY11" fmla="*/ 3675 h 26547"/>
              <a:gd name="connsiteX12" fmla="*/ 0 w 21600"/>
              <a:gd name="connsiteY12" fmla="*/ 3675 h 26547"/>
              <a:gd name="connsiteX13" fmla="*/ 0 w 21600"/>
              <a:gd name="connsiteY13" fmla="*/ 20782 h 26547"/>
              <a:gd name="connsiteX0" fmla="*/ 0 w 21600"/>
              <a:gd name="connsiteY0" fmla="*/ 20782 h 25763"/>
              <a:gd name="connsiteX1" fmla="*/ 18595 w 21600"/>
              <a:gd name="connsiteY1" fmla="*/ 18022 h 25763"/>
              <a:gd name="connsiteX2" fmla="*/ 18595 w 21600"/>
              <a:gd name="connsiteY2" fmla="*/ 3675 h 25763"/>
              <a:gd name="connsiteX3" fmla="*/ 0 w 21600"/>
              <a:gd name="connsiteY3" fmla="*/ 3675 h 25763"/>
              <a:gd name="connsiteX4" fmla="*/ 0 w 21600"/>
              <a:gd name="connsiteY4" fmla="*/ 20782 h 25763"/>
              <a:gd name="connsiteX5" fmla="*/ 1532 w 21600"/>
              <a:gd name="connsiteY5" fmla="*/ 3675 h 25763"/>
              <a:gd name="connsiteX6" fmla="*/ 1532 w 21600"/>
              <a:gd name="connsiteY6" fmla="*/ 1815 h 25763"/>
              <a:gd name="connsiteX7" fmla="*/ 20000 w 21600"/>
              <a:gd name="connsiteY7" fmla="*/ 1815 h 25763"/>
              <a:gd name="connsiteX8" fmla="*/ 20000 w 21600"/>
              <a:gd name="connsiteY8" fmla="*/ 16252 h 25763"/>
              <a:gd name="connsiteX9" fmla="*/ 18595 w 21600"/>
              <a:gd name="connsiteY9" fmla="*/ 16352 h 25763"/>
              <a:gd name="connsiteX10" fmla="*/ 18595 w 21600"/>
              <a:gd name="connsiteY10" fmla="*/ 3675 h 25763"/>
              <a:gd name="connsiteX11" fmla="*/ 1532 w 21600"/>
              <a:gd name="connsiteY11" fmla="*/ 3675 h 25763"/>
              <a:gd name="connsiteX12" fmla="*/ 2972 w 21600"/>
              <a:gd name="connsiteY12" fmla="*/ 1815 h 25763"/>
              <a:gd name="connsiteX13" fmla="*/ 2972 w 21600"/>
              <a:gd name="connsiteY13" fmla="*/ 0 h 25763"/>
              <a:gd name="connsiteX14" fmla="*/ 21600 w 21600"/>
              <a:gd name="connsiteY14" fmla="*/ 0 h 25763"/>
              <a:gd name="connsiteX15" fmla="*/ 21600 w 21600"/>
              <a:gd name="connsiteY15" fmla="*/ 14392 h 25763"/>
              <a:gd name="connsiteX16" fmla="*/ 20000 w 21600"/>
              <a:gd name="connsiteY16" fmla="*/ 14467 h 25763"/>
              <a:gd name="connsiteX17" fmla="*/ 20000 w 21600"/>
              <a:gd name="connsiteY17" fmla="*/ 1815 h 25763"/>
              <a:gd name="connsiteX18" fmla="*/ 2972 w 21600"/>
              <a:gd name="connsiteY18" fmla="*/ 1815 h 25763"/>
              <a:gd name="connsiteX0" fmla="*/ 0 w 21600"/>
              <a:gd name="connsiteY0" fmla="*/ 3675 h 25763"/>
              <a:gd name="connsiteX1" fmla="*/ 18595 w 21600"/>
              <a:gd name="connsiteY1" fmla="*/ 3675 h 25763"/>
              <a:gd name="connsiteX2" fmla="*/ 18595 w 21600"/>
              <a:gd name="connsiteY2" fmla="*/ 18022 h 25763"/>
              <a:gd name="connsiteX3" fmla="*/ 0 w 21600"/>
              <a:gd name="connsiteY3" fmla="*/ 20782 h 25763"/>
              <a:gd name="connsiteX4" fmla="*/ 0 w 21600"/>
              <a:gd name="connsiteY4" fmla="*/ 3675 h 25763"/>
              <a:gd name="connsiteX5" fmla="*/ 1532 w 21600"/>
              <a:gd name="connsiteY5" fmla="*/ 3675 h 25763"/>
              <a:gd name="connsiteX6" fmla="*/ 1532 w 21600"/>
              <a:gd name="connsiteY6" fmla="*/ 1815 h 25763"/>
              <a:gd name="connsiteX7" fmla="*/ 20000 w 21600"/>
              <a:gd name="connsiteY7" fmla="*/ 1815 h 25763"/>
              <a:gd name="connsiteX8" fmla="*/ 20000 w 21600"/>
              <a:gd name="connsiteY8" fmla="*/ 16252 h 25763"/>
              <a:gd name="connsiteX9" fmla="*/ 18595 w 21600"/>
              <a:gd name="connsiteY9" fmla="*/ 16352 h 25763"/>
              <a:gd name="connsiteX10" fmla="*/ 2972 w 21600"/>
              <a:gd name="connsiteY10" fmla="*/ 1815 h 25763"/>
              <a:gd name="connsiteX11" fmla="*/ 2972 w 21600"/>
              <a:gd name="connsiteY11" fmla="*/ 0 h 25763"/>
              <a:gd name="connsiteX12" fmla="*/ 21600 w 21600"/>
              <a:gd name="connsiteY12" fmla="*/ 0 h 25763"/>
              <a:gd name="connsiteX13" fmla="*/ 21600 w 21600"/>
              <a:gd name="connsiteY13" fmla="*/ 14392 h 25763"/>
              <a:gd name="connsiteX14" fmla="*/ 20000 w 21600"/>
              <a:gd name="connsiteY14" fmla="*/ 14467 h 25763"/>
              <a:gd name="connsiteX0" fmla="*/ 0 w 21600"/>
              <a:gd name="connsiteY0" fmla="*/ 20782 h 25763"/>
              <a:gd name="connsiteX1" fmla="*/ 10652 w 21600"/>
              <a:gd name="connsiteY1" fmla="*/ 22896 h 25763"/>
              <a:gd name="connsiteX2" fmla="*/ 18595 w 21600"/>
              <a:gd name="connsiteY2" fmla="*/ 18022 h 25763"/>
              <a:gd name="connsiteX3" fmla="*/ 18873 w 21600"/>
              <a:gd name="connsiteY3" fmla="*/ 25738 h 25763"/>
              <a:gd name="connsiteX4" fmla="*/ 20000 w 21600"/>
              <a:gd name="connsiteY4" fmla="*/ 16252 h 25763"/>
              <a:gd name="connsiteX5" fmla="*/ 20000 w 21600"/>
              <a:gd name="connsiteY5" fmla="*/ 14467 h 25763"/>
              <a:gd name="connsiteX6" fmla="*/ 21600 w 21600"/>
              <a:gd name="connsiteY6" fmla="*/ 14392 h 25763"/>
              <a:gd name="connsiteX7" fmla="*/ 21600 w 21600"/>
              <a:gd name="connsiteY7" fmla="*/ 0 h 25763"/>
              <a:gd name="connsiteX8" fmla="*/ 2972 w 21600"/>
              <a:gd name="connsiteY8" fmla="*/ 0 h 25763"/>
              <a:gd name="connsiteX9" fmla="*/ 2972 w 21600"/>
              <a:gd name="connsiteY9" fmla="*/ 1815 h 25763"/>
              <a:gd name="connsiteX10" fmla="*/ 1532 w 21600"/>
              <a:gd name="connsiteY10" fmla="*/ 1815 h 25763"/>
              <a:gd name="connsiteX11" fmla="*/ 1532 w 21600"/>
              <a:gd name="connsiteY11" fmla="*/ 3675 h 25763"/>
              <a:gd name="connsiteX12" fmla="*/ 0 w 21600"/>
              <a:gd name="connsiteY12" fmla="*/ 3675 h 25763"/>
              <a:gd name="connsiteX13" fmla="*/ 0 w 21600"/>
              <a:gd name="connsiteY13" fmla="*/ 20782 h 25763"/>
              <a:gd name="connsiteX0" fmla="*/ 0 w 21600"/>
              <a:gd name="connsiteY0" fmla="*/ 20782 h 25763"/>
              <a:gd name="connsiteX1" fmla="*/ 18595 w 21600"/>
              <a:gd name="connsiteY1" fmla="*/ 18022 h 25763"/>
              <a:gd name="connsiteX2" fmla="*/ 18595 w 21600"/>
              <a:gd name="connsiteY2" fmla="*/ 3675 h 25763"/>
              <a:gd name="connsiteX3" fmla="*/ 0 w 21600"/>
              <a:gd name="connsiteY3" fmla="*/ 3675 h 25763"/>
              <a:gd name="connsiteX4" fmla="*/ 0 w 21600"/>
              <a:gd name="connsiteY4" fmla="*/ 20782 h 25763"/>
              <a:gd name="connsiteX5" fmla="*/ 1532 w 21600"/>
              <a:gd name="connsiteY5" fmla="*/ 3675 h 25763"/>
              <a:gd name="connsiteX6" fmla="*/ 1532 w 21600"/>
              <a:gd name="connsiteY6" fmla="*/ 1815 h 25763"/>
              <a:gd name="connsiteX7" fmla="*/ 20000 w 21600"/>
              <a:gd name="connsiteY7" fmla="*/ 1815 h 25763"/>
              <a:gd name="connsiteX8" fmla="*/ 20000 w 21600"/>
              <a:gd name="connsiteY8" fmla="*/ 16252 h 25763"/>
              <a:gd name="connsiteX9" fmla="*/ 18595 w 21600"/>
              <a:gd name="connsiteY9" fmla="*/ 16352 h 25763"/>
              <a:gd name="connsiteX10" fmla="*/ 18595 w 21600"/>
              <a:gd name="connsiteY10" fmla="*/ 3675 h 25763"/>
              <a:gd name="connsiteX11" fmla="*/ 1532 w 21600"/>
              <a:gd name="connsiteY11" fmla="*/ 3675 h 25763"/>
              <a:gd name="connsiteX12" fmla="*/ 2972 w 21600"/>
              <a:gd name="connsiteY12" fmla="*/ 1815 h 25763"/>
              <a:gd name="connsiteX13" fmla="*/ 2972 w 21600"/>
              <a:gd name="connsiteY13" fmla="*/ 0 h 25763"/>
              <a:gd name="connsiteX14" fmla="*/ 21600 w 21600"/>
              <a:gd name="connsiteY14" fmla="*/ 0 h 25763"/>
              <a:gd name="connsiteX15" fmla="*/ 21600 w 21600"/>
              <a:gd name="connsiteY15" fmla="*/ 14392 h 25763"/>
              <a:gd name="connsiteX16" fmla="*/ 20000 w 21600"/>
              <a:gd name="connsiteY16" fmla="*/ 14467 h 25763"/>
              <a:gd name="connsiteX17" fmla="*/ 20000 w 21600"/>
              <a:gd name="connsiteY17" fmla="*/ 1815 h 25763"/>
              <a:gd name="connsiteX18" fmla="*/ 2972 w 21600"/>
              <a:gd name="connsiteY18" fmla="*/ 1815 h 25763"/>
              <a:gd name="connsiteX0" fmla="*/ 0 w 21600"/>
              <a:gd name="connsiteY0" fmla="*/ 3675 h 25763"/>
              <a:gd name="connsiteX1" fmla="*/ 18595 w 21600"/>
              <a:gd name="connsiteY1" fmla="*/ 3675 h 25763"/>
              <a:gd name="connsiteX2" fmla="*/ 18595 w 21600"/>
              <a:gd name="connsiteY2" fmla="*/ 18022 h 25763"/>
              <a:gd name="connsiteX3" fmla="*/ 0 w 21600"/>
              <a:gd name="connsiteY3" fmla="*/ 20782 h 25763"/>
              <a:gd name="connsiteX4" fmla="*/ 0 w 21600"/>
              <a:gd name="connsiteY4" fmla="*/ 3675 h 25763"/>
              <a:gd name="connsiteX5" fmla="*/ 1532 w 21600"/>
              <a:gd name="connsiteY5" fmla="*/ 3675 h 25763"/>
              <a:gd name="connsiteX6" fmla="*/ 1532 w 21600"/>
              <a:gd name="connsiteY6" fmla="*/ 1815 h 25763"/>
              <a:gd name="connsiteX7" fmla="*/ 20000 w 21600"/>
              <a:gd name="connsiteY7" fmla="*/ 1815 h 25763"/>
              <a:gd name="connsiteX8" fmla="*/ 20000 w 21600"/>
              <a:gd name="connsiteY8" fmla="*/ 16252 h 25763"/>
              <a:gd name="connsiteX9" fmla="*/ 18595 w 21600"/>
              <a:gd name="connsiteY9" fmla="*/ 16352 h 25763"/>
              <a:gd name="connsiteX10" fmla="*/ 2972 w 21600"/>
              <a:gd name="connsiteY10" fmla="*/ 1815 h 25763"/>
              <a:gd name="connsiteX11" fmla="*/ 2972 w 21600"/>
              <a:gd name="connsiteY11" fmla="*/ 0 h 25763"/>
              <a:gd name="connsiteX12" fmla="*/ 21600 w 21600"/>
              <a:gd name="connsiteY12" fmla="*/ 0 h 25763"/>
              <a:gd name="connsiteX13" fmla="*/ 21600 w 21600"/>
              <a:gd name="connsiteY13" fmla="*/ 14392 h 25763"/>
              <a:gd name="connsiteX14" fmla="*/ 20000 w 21600"/>
              <a:gd name="connsiteY14" fmla="*/ 14467 h 25763"/>
              <a:gd name="connsiteX0" fmla="*/ 0 w 21600"/>
              <a:gd name="connsiteY0" fmla="*/ 20782 h 25763"/>
              <a:gd name="connsiteX1" fmla="*/ 10652 w 21600"/>
              <a:gd name="connsiteY1" fmla="*/ 22896 h 25763"/>
              <a:gd name="connsiteX2" fmla="*/ 18165 w 21600"/>
              <a:gd name="connsiteY2" fmla="*/ 24340 h 25763"/>
              <a:gd name="connsiteX3" fmla="*/ 18595 w 21600"/>
              <a:gd name="connsiteY3" fmla="*/ 18022 h 25763"/>
              <a:gd name="connsiteX4" fmla="*/ 18873 w 21600"/>
              <a:gd name="connsiteY4" fmla="*/ 25738 h 25763"/>
              <a:gd name="connsiteX5" fmla="*/ 20000 w 21600"/>
              <a:gd name="connsiteY5" fmla="*/ 16252 h 25763"/>
              <a:gd name="connsiteX6" fmla="*/ 20000 w 21600"/>
              <a:gd name="connsiteY6" fmla="*/ 14467 h 25763"/>
              <a:gd name="connsiteX7" fmla="*/ 21600 w 21600"/>
              <a:gd name="connsiteY7" fmla="*/ 14392 h 25763"/>
              <a:gd name="connsiteX8" fmla="*/ 21600 w 21600"/>
              <a:gd name="connsiteY8" fmla="*/ 0 h 25763"/>
              <a:gd name="connsiteX9" fmla="*/ 2972 w 21600"/>
              <a:gd name="connsiteY9" fmla="*/ 0 h 25763"/>
              <a:gd name="connsiteX10" fmla="*/ 2972 w 21600"/>
              <a:gd name="connsiteY10" fmla="*/ 1815 h 25763"/>
              <a:gd name="connsiteX11" fmla="*/ 1532 w 21600"/>
              <a:gd name="connsiteY11" fmla="*/ 1815 h 25763"/>
              <a:gd name="connsiteX12" fmla="*/ 1532 w 21600"/>
              <a:gd name="connsiteY12" fmla="*/ 3675 h 25763"/>
              <a:gd name="connsiteX13" fmla="*/ 0 w 21600"/>
              <a:gd name="connsiteY13" fmla="*/ 3675 h 25763"/>
              <a:gd name="connsiteX14" fmla="*/ 0 w 21600"/>
              <a:gd name="connsiteY14" fmla="*/ 20782 h 257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1600" h="25763" stroke="0" extrusionOk="0">
                <a:moveTo>
                  <a:pt x="0" y="20782"/>
                </a:moveTo>
                <a:cubicBezTo>
                  <a:pt x="9298" y="23542"/>
                  <a:pt x="9298" y="18022"/>
                  <a:pt x="18595" y="18022"/>
                </a:cubicBezTo>
                <a:lnTo>
                  <a:pt x="18595" y="3675"/>
                </a:lnTo>
                <a:lnTo>
                  <a:pt x="0" y="3675"/>
                </a:lnTo>
                <a:lnTo>
                  <a:pt x="0" y="20782"/>
                </a:lnTo>
                <a:close/>
                <a:moveTo>
                  <a:pt x="1532" y="3675"/>
                </a:moveTo>
                <a:lnTo>
                  <a:pt x="1532" y="1815"/>
                </a:lnTo>
                <a:lnTo>
                  <a:pt x="20000" y="1815"/>
                </a:lnTo>
                <a:lnTo>
                  <a:pt x="20000" y="16252"/>
                </a:lnTo>
                <a:cubicBezTo>
                  <a:pt x="19298" y="16252"/>
                  <a:pt x="18595" y="16352"/>
                  <a:pt x="18595" y="16352"/>
                </a:cubicBezTo>
                <a:lnTo>
                  <a:pt x="18595" y="3675"/>
                </a:lnTo>
                <a:lnTo>
                  <a:pt x="1532" y="3675"/>
                </a:lnTo>
                <a:close/>
                <a:moveTo>
                  <a:pt x="2972" y="1815"/>
                </a:moveTo>
                <a:lnTo>
                  <a:pt x="2972" y="0"/>
                </a:lnTo>
                <a:lnTo>
                  <a:pt x="21600" y="0"/>
                </a:lnTo>
                <a:lnTo>
                  <a:pt x="21600" y="14392"/>
                </a:lnTo>
                <a:cubicBezTo>
                  <a:pt x="20800" y="14392"/>
                  <a:pt x="20000" y="14467"/>
                  <a:pt x="20000" y="14467"/>
                </a:cubicBezTo>
                <a:lnTo>
                  <a:pt x="20000" y="1815"/>
                </a:lnTo>
                <a:lnTo>
                  <a:pt x="2972" y="1815"/>
                </a:lnTo>
                <a:close/>
              </a:path>
              <a:path w="21600" h="25763" fill="none" extrusionOk="0">
                <a:moveTo>
                  <a:pt x="0" y="3675"/>
                </a:moveTo>
                <a:lnTo>
                  <a:pt x="18595" y="3675"/>
                </a:lnTo>
                <a:lnTo>
                  <a:pt x="18595" y="18022"/>
                </a:lnTo>
                <a:cubicBezTo>
                  <a:pt x="9298" y="18022"/>
                  <a:pt x="9298" y="23542"/>
                  <a:pt x="0" y="20782"/>
                </a:cubicBezTo>
                <a:lnTo>
                  <a:pt x="0" y="3675"/>
                </a:lnTo>
                <a:close/>
                <a:moveTo>
                  <a:pt x="1532" y="3675"/>
                </a:moveTo>
                <a:lnTo>
                  <a:pt x="1532" y="1815"/>
                </a:lnTo>
                <a:lnTo>
                  <a:pt x="20000" y="1815"/>
                </a:lnTo>
                <a:lnTo>
                  <a:pt x="20000" y="16252"/>
                </a:lnTo>
                <a:cubicBezTo>
                  <a:pt x="19298" y="16252"/>
                  <a:pt x="18595" y="16352"/>
                  <a:pt x="18595" y="16352"/>
                </a:cubicBezTo>
                <a:moveTo>
                  <a:pt x="2972" y="1815"/>
                </a:moveTo>
                <a:lnTo>
                  <a:pt x="2972" y="0"/>
                </a:lnTo>
                <a:lnTo>
                  <a:pt x="21600" y="0"/>
                </a:lnTo>
                <a:lnTo>
                  <a:pt x="21600" y="14392"/>
                </a:lnTo>
                <a:cubicBezTo>
                  <a:pt x="20800" y="14392"/>
                  <a:pt x="20000" y="14467"/>
                  <a:pt x="20000" y="14467"/>
                </a:cubicBezTo>
              </a:path>
              <a:path w="21600" h="25763" fill="none" stroke="0">
                <a:moveTo>
                  <a:pt x="0" y="20782"/>
                </a:moveTo>
                <a:cubicBezTo>
                  <a:pt x="1590" y="23504"/>
                  <a:pt x="7553" y="23356"/>
                  <a:pt x="10652" y="22896"/>
                </a:cubicBezTo>
                <a:cubicBezTo>
                  <a:pt x="13540" y="22406"/>
                  <a:pt x="16841" y="25152"/>
                  <a:pt x="18165" y="24340"/>
                </a:cubicBezTo>
                <a:cubicBezTo>
                  <a:pt x="19489" y="23528"/>
                  <a:pt x="18338" y="16706"/>
                  <a:pt x="18595" y="18022"/>
                </a:cubicBezTo>
                <a:cubicBezTo>
                  <a:pt x="18595" y="17465"/>
                  <a:pt x="18873" y="26295"/>
                  <a:pt x="18873" y="25738"/>
                </a:cubicBezTo>
                <a:cubicBezTo>
                  <a:pt x="18873" y="25738"/>
                  <a:pt x="19298" y="16252"/>
                  <a:pt x="20000" y="16252"/>
                </a:cubicBezTo>
                <a:lnTo>
                  <a:pt x="20000" y="14467"/>
                </a:lnTo>
                <a:cubicBezTo>
                  <a:pt x="20000" y="14467"/>
                  <a:pt x="20800" y="14392"/>
                  <a:pt x="21600" y="14392"/>
                </a:cubicBezTo>
                <a:lnTo>
                  <a:pt x="21600" y="0"/>
                </a:lnTo>
                <a:lnTo>
                  <a:pt x="2972" y="0"/>
                </a:lnTo>
                <a:lnTo>
                  <a:pt x="2972" y="1815"/>
                </a:lnTo>
                <a:lnTo>
                  <a:pt x="1532" y="1815"/>
                </a:lnTo>
                <a:lnTo>
                  <a:pt x="1532" y="3675"/>
                </a:lnTo>
                <a:lnTo>
                  <a:pt x="0" y="3675"/>
                </a:lnTo>
                <a:lnTo>
                  <a:pt x="0" y="20782"/>
                </a:lnTo>
                <a:close/>
              </a:path>
            </a:pathLst>
          </a:custGeom>
          <a:solidFill>
            <a:srgbClr val="A7FFAB"/>
          </a:solidFill>
          <a:ln w="12700">
            <a:solidFill>
              <a:schemeClr val="accent1"/>
            </a:solidFill>
          </a:ln>
          <a:effectLst>
            <a:outerShdw blurRad="40000" dist="20000" dir="5400000" rotWithShape="0">
              <a:srgbClr val="000000">
                <a:alpha val="38000"/>
              </a:srgbClr>
            </a:outerShdw>
            <a:softEdge rad="12700"/>
          </a:effectLst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00"/>
                </a:solidFill>
              </a:rPr>
              <a:t>45t19</a:t>
            </a:r>
          </a:p>
        </p:txBody>
      </p:sp>
      <p:cxnSp>
        <p:nvCxnSpPr>
          <p:cNvPr id="54" name="Shape 200"/>
          <p:cNvCxnSpPr>
            <a:endCxn id="51" idx="3"/>
          </p:cNvCxnSpPr>
          <p:nvPr/>
        </p:nvCxnSpPr>
        <p:spPr>
          <a:xfrm flipH="1">
            <a:off x="7910192" y="6073197"/>
            <a:ext cx="286526" cy="638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55" name="Shape 204"/>
          <p:cNvSpPr/>
          <p:nvPr/>
        </p:nvSpPr>
        <p:spPr>
          <a:xfrm>
            <a:off x="6931162" y="6472896"/>
            <a:ext cx="917438" cy="2730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working3</a:t>
            </a:r>
          </a:p>
        </p:txBody>
      </p:sp>
      <p:cxnSp>
        <p:nvCxnSpPr>
          <p:cNvPr id="56" name="Shape 205"/>
          <p:cNvCxnSpPr>
            <a:endCxn id="51" idx="2"/>
          </p:cNvCxnSpPr>
          <p:nvPr/>
        </p:nvCxnSpPr>
        <p:spPr>
          <a:xfrm flipV="1">
            <a:off x="7522892" y="6251585"/>
            <a:ext cx="0" cy="221311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57" name="Shape 204"/>
          <p:cNvSpPr/>
          <p:nvPr/>
        </p:nvSpPr>
        <p:spPr>
          <a:xfrm>
            <a:off x="8074991" y="6491832"/>
            <a:ext cx="917438" cy="2730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working4</a:t>
            </a:r>
          </a:p>
        </p:txBody>
      </p:sp>
      <p:cxnSp>
        <p:nvCxnSpPr>
          <p:cNvPr id="58" name="Shape 205"/>
          <p:cNvCxnSpPr>
            <a:endCxn id="53" idx="0"/>
          </p:cNvCxnSpPr>
          <p:nvPr/>
        </p:nvCxnSpPr>
        <p:spPr>
          <a:xfrm flipV="1">
            <a:off x="8196718" y="6199345"/>
            <a:ext cx="0" cy="273551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65" name="Shape 200"/>
          <p:cNvCxnSpPr>
            <a:stCxn id="51" idx="1"/>
            <a:endCxn id="50" idx="1"/>
          </p:cNvCxnSpPr>
          <p:nvPr/>
        </p:nvCxnSpPr>
        <p:spPr>
          <a:xfrm flipH="1">
            <a:off x="6893344" y="6073835"/>
            <a:ext cx="242248" cy="22487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88" name="Shape 212"/>
          <p:cNvSpPr/>
          <p:nvPr/>
        </p:nvSpPr>
        <p:spPr>
          <a:xfrm>
            <a:off x="6551681" y="2752141"/>
            <a:ext cx="838200" cy="355500"/>
          </a:xfrm>
          <a:prstGeom prst="rect">
            <a:avLst/>
          </a:prstGeom>
          <a:solidFill>
            <a:srgbClr val="666666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>
                <a:solidFill>
                  <a:srgbClr val="FFFFFF"/>
                </a:solidFill>
              </a:rPr>
              <a:t>HEAD</a:t>
            </a:r>
          </a:p>
        </p:txBody>
      </p:sp>
      <p:cxnSp>
        <p:nvCxnSpPr>
          <p:cNvPr id="89" name="Shape 205"/>
          <p:cNvCxnSpPr>
            <a:stCxn id="88" idx="2"/>
            <a:endCxn id="103" idx="0"/>
          </p:cNvCxnSpPr>
          <p:nvPr/>
        </p:nvCxnSpPr>
        <p:spPr>
          <a:xfrm>
            <a:off x="6970781" y="3107641"/>
            <a:ext cx="18004" cy="269719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59" name="Shape 198"/>
          <p:cNvSpPr/>
          <p:nvPr/>
        </p:nvSpPr>
        <p:spPr>
          <a:xfrm>
            <a:off x="3040761" y="1667349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45v34</a:t>
            </a:r>
          </a:p>
        </p:txBody>
      </p:sp>
      <p:cxnSp>
        <p:nvCxnSpPr>
          <p:cNvPr id="60" name="Shape 200"/>
          <p:cNvCxnSpPr>
            <a:stCxn id="59" idx="1"/>
          </p:cNvCxnSpPr>
          <p:nvPr/>
        </p:nvCxnSpPr>
        <p:spPr>
          <a:xfrm flipH="1">
            <a:off x="2574351" y="1845099"/>
            <a:ext cx="466410" cy="195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63" name="Shape 198"/>
          <p:cNvSpPr/>
          <p:nvPr/>
        </p:nvSpPr>
        <p:spPr>
          <a:xfrm>
            <a:off x="4260273" y="1668549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3ed90</a:t>
            </a:r>
          </a:p>
        </p:txBody>
      </p:sp>
      <p:cxnSp>
        <p:nvCxnSpPr>
          <p:cNvPr id="66" name="Shape 200"/>
          <p:cNvCxnSpPr>
            <a:stCxn id="63" idx="1"/>
            <a:endCxn id="59" idx="3"/>
          </p:cNvCxnSpPr>
          <p:nvPr/>
        </p:nvCxnSpPr>
        <p:spPr>
          <a:xfrm flipH="1" flipV="1">
            <a:off x="3815361" y="1845099"/>
            <a:ext cx="444912" cy="12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69" name="Shape 204"/>
          <p:cNvSpPr/>
          <p:nvPr/>
        </p:nvSpPr>
        <p:spPr>
          <a:xfrm>
            <a:off x="4177554" y="1073948"/>
            <a:ext cx="917438" cy="2730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FTR-10</a:t>
            </a:r>
          </a:p>
        </p:txBody>
      </p:sp>
      <p:cxnSp>
        <p:nvCxnSpPr>
          <p:cNvPr id="70" name="Shape 205"/>
          <p:cNvCxnSpPr>
            <a:stCxn id="69" idx="2"/>
            <a:endCxn id="63" idx="0"/>
          </p:cNvCxnSpPr>
          <p:nvPr/>
        </p:nvCxnSpPr>
        <p:spPr>
          <a:xfrm>
            <a:off x="4636273" y="1346948"/>
            <a:ext cx="11300" cy="321601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73" name="Shape 204"/>
          <p:cNvSpPr/>
          <p:nvPr/>
        </p:nvSpPr>
        <p:spPr>
          <a:xfrm>
            <a:off x="2979466" y="1049925"/>
            <a:ext cx="917438" cy="2730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FTR-9</a:t>
            </a:r>
          </a:p>
        </p:txBody>
      </p:sp>
      <p:cxnSp>
        <p:nvCxnSpPr>
          <p:cNvPr id="74" name="Shape 205"/>
          <p:cNvCxnSpPr>
            <a:stCxn id="73" idx="2"/>
            <a:endCxn id="59" idx="0"/>
          </p:cNvCxnSpPr>
          <p:nvPr/>
        </p:nvCxnSpPr>
        <p:spPr>
          <a:xfrm flipH="1">
            <a:off x="3428061" y="1322925"/>
            <a:ext cx="10124" cy="344424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75" name="Shape 204"/>
          <p:cNvSpPr/>
          <p:nvPr/>
        </p:nvSpPr>
        <p:spPr>
          <a:xfrm>
            <a:off x="1767505" y="1049925"/>
            <a:ext cx="917438" cy="2730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FTR-8</a:t>
            </a:r>
          </a:p>
        </p:txBody>
      </p:sp>
      <p:cxnSp>
        <p:nvCxnSpPr>
          <p:cNvPr id="76" name="Shape 205"/>
          <p:cNvCxnSpPr/>
          <p:nvPr/>
        </p:nvCxnSpPr>
        <p:spPr>
          <a:xfrm flipH="1">
            <a:off x="2214768" y="1322925"/>
            <a:ext cx="10124" cy="344424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77" name="Shape 204"/>
          <p:cNvSpPr/>
          <p:nvPr/>
        </p:nvSpPr>
        <p:spPr>
          <a:xfrm>
            <a:off x="577886" y="1073948"/>
            <a:ext cx="917438" cy="2730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FTR-7</a:t>
            </a:r>
          </a:p>
        </p:txBody>
      </p:sp>
      <p:cxnSp>
        <p:nvCxnSpPr>
          <p:cNvPr id="78" name="Shape 205"/>
          <p:cNvCxnSpPr/>
          <p:nvPr/>
        </p:nvCxnSpPr>
        <p:spPr>
          <a:xfrm flipH="1">
            <a:off x="1025149" y="1346948"/>
            <a:ext cx="10124" cy="344424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79" name="Shape 204"/>
          <p:cNvSpPr/>
          <p:nvPr/>
        </p:nvSpPr>
        <p:spPr>
          <a:xfrm>
            <a:off x="4131579" y="2424561"/>
            <a:ext cx="1075139" cy="300589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fix/FTR-11</a:t>
            </a:r>
          </a:p>
        </p:txBody>
      </p:sp>
      <p:cxnSp>
        <p:nvCxnSpPr>
          <p:cNvPr id="80" name="Shape 205"/>
          <p:cNvCxnSpPr/>
          <p:nvPr/>
        </p:nvCxnSpPr>
        <p:spPr>
          <a:xfrm flipH="1" flipV="1">
            <a:off x="4657973" y="2022849"/>
            <a:ext cx="11176" cy="378833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81" name="Shape 208"/>
          <p:cNvSpPr/>
          <p:nvPr/>
        </p:nvSpPr>
        <p:spPr>
          <a:xfrm>
            <a:off x="5096059" y="3379254"/>
            <a:ext cx="1288751" cy="312195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origin/master</a:t>
            </a:r>
          </a:p>
        </p:txBody>
      </p:sp>
      <p:cxnSp>
        <p:nvCxnSpPr>
          <p:cNvPr id="82" name="Shape 209"/>
          <p:cNvCxnSpPr>
            <a:stCxn id="81" idx="2"/>
          </p:cNvCxnSpPr>
          <p:nvPr/>
        </p:nvCxnSpPr>
        <p:spPr>
          <a:xfrm flipH="1">
            <a:off x="4891564" y="3691449"/>
            <a:ext cx="848871" cy="30523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83" name="Shape 198"/>
          <p:cNvSpPr/>
          <p:nvPr/>
        </p:nvSpPr>
        <p:spPr>
          <a:xfrm>
            <a:off x="2988828" y="3970761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45v34</a:t>
            </a:r>
          </a:p>
        </p:txBody>
      </p:sp>
      <p:sp>
        <p:nvSpPr>
          <p:cNvPr id="84" name="Shape 198"/>
          <p:cNvSpPr/>
          <p:nvPr/>
        </p:nvSpPr>
        <p:spPr>
          <a:xfrm>
            <a:off x="4208340" y="3971961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3ed90</a:t>
            </a:r>
          </a:p>
        </p:txBody>
      </p:sp>
      <p:cxnSp>
        <p:nvCxnSpPr>
          <p:cNvPr id="85" name="Shape 200"/>
          <p:cNvCxnSpPr>
            <a:stCxn id="84" idx="1"/>
            <a:endCxn id="83" idx="3"/>
          </p:cNvCxnSpPr>
          <p:nvPr/>
        </p:nvCxnSpPr>
        <p:spPr>
          <a:xfrm flipH="1" flipV="1">
            <a:off x="3763428" y="4148511"/>
            <a:ext cx="444912" cy="12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91" name="Shape 204"/>
          <p:cNvSpPr/>
          <p:nvPr/>
        </p:nvSpPr>
        <p:spPr>
          <a:xfrm>
            <a:off x="4125621" y="3377360"/>
            <a:ext cx="917438" cy="2730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FTR-10</a:t>
            </a:r>
          </a:p>
        </p:txBody>
      </p:sp>
      <p:cxnSp>
        <p:nvCxnSpPr>
          <p:cNvPr id="94" name="Shape 205"/>
          <p:cNvCxnSpPr>
            <a:stCxn id="91" idx="2"/>
            <a:endCxn id="84" idx="0"/>
          </p:cNvCxnSpPr>
          <p:nvPr/>
        </p:nvCxnSpPr>
        <p:spPr>
          <a:xfrm>
            <a:off x="4584340" y="3650360"/>
            <a:ext cx="11300" cy="321601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95" name="Shape 204"/>
          <p:cNvSpPr/>
          <p:nvPr/>
        </p:nvSpPr>
        <p:spPr>
          <a:xfrm>
            <a:off x="2927533" y="3353337"/>
            <a:ext cx="917438" cy="2730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FTR-9</a:t>
            </a:r>
          </a:p>
        </p:txBody>
      </p:sp>
      <p:cxnSp>
        <p:nvCxnSpPr>
          <p:cNvPr id="96" name="Shape 205"/>
          <p:cNvCxnSpPr>
            <a:stCxn id="95" idx="2"/>
            <a:endCxn id="83" idx="0"/>
          </p:cNvCxnSpPr>
          <p:nvPr/>
        </p:nvCxnSpPr>
        <p:spPr>
          <a:xfrm flipH="1">
            <a:off x="3376128" y="3626337"/>
            <a:ext cx="10124" cy="344424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97" name="Shape 204"/>
          <p:cNvSpPr/>
          <p:nvPr/>
        </p:nvSpPr>
        <p:spPr>
          <a:xfrm>
            <a:off x="1715572" y="3353337"/>
            <a:ext cx="917438" cy="2730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FTR-8</a:t>
            </a:r>
          </a:p>
        </p:txBody>
      </p:sp>
      <p:cxnSp>
        <p:nvCxnSpPr>
          <p:cNvPr id="98" name="Shape 205"/>
          <p:cNvCxnSpPr/>
          <p:nvPr/>
        </p:nvCxnSpPr>
        <p:spPr>
          <a:xfrm flipH="1">
            <a:off x="2162835" y="3626337"/>
            <a:ext cx="10124" cy="344424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99" name="Shape 204"/>
          <p:cNvSpPr/>
          <p:nvPr/>
        </p:nvSpPr>
        <p:spPr>
          <a:xfrm>
            <a:off x="525953" y="3377360"/>
            <a:ext cx="917438" cy="2730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FTR-7</a:t>
            </a:r>
          </a:p>
        </p:txBody>
      </p:sp>
      <p:cxnSp>
        <p:nvCxnSpPr>
          <p:cNvPr id="100" name="Shape 205"/>
          <p:cNvCxnSpPr/>
          <p:nvPr/>
        </p:nvCxnSpPr>
        <p:spPr>
          <a:xfrm flipH="1">
            <a:off x="973216" y="3650360"/>
            <a:ext cx="10124" cy="344424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101" name="Shape 204"/>
          <p:cNvSpPr/>
          <p:nvPr/>
        </p:nvSpPr>
        <p:spPr>
          <a:xfrm>
            <a:off x="7561476" y="3371085"/>
            <a:ext cx="1574680" cy="328531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origin/fix/FTR-11</a:t>
            </a:r>
          </a:p>
        </p:txBody>
      </p:sp>
      <p:cxnSp>
        <p:nvCxnSpPr>
          <p:cNvPr id="102" name="Shape 205"/>
          <p:cNvCxnSpPr>
            <a:stCxn id="101" idx="2"/>
            <a:endCxn id="84" idx="3"/>
          </p:cNvCxnSpPr>
          <p:nvPr/>
        </p:nvCxnSpPr>
        <p:spPr>
          <a:xfrm flipH="1">
            <a:off x="4982940" y="3699616"/>
            <a:ext cx="3365876" cy="450095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103" name="Shape 204"/>
          <p:cNvSpPr/>
          <p:nvPr/>
        </p:nvSpPr>
        <p:spPr>
          <a:xfrm>
            <a:off x="6417924" y="3377360"/>
            <a:ext cx="1141721" cy="314089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Fix/FTR-11</a:t>
            </a:r>
          </a:p>
        </p:txBody>
      </p:sp>
      <p:cxnSp>
        <p:nvCxnSpPr>
          <p:cNvPr id="104" name="Shape 205"/>
          <p:cNvCxnSpPr>
            <a:stCxn id="103" idx="2"/>
            <a:endCxn id="84" idx="3"/>
          </p:cNvCxnSpPr>
          <p:nvPr/>
        </p:nvCxnSpPr>
        <p:spPr>
          <a:xfrm flipH="1">
            <a:off x="4982940" y="3691449"/>
            <a:ext cx="2005845" cy="458262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</p:spTree>
    <p:extLst>
      <p:ext uri="{BB962C8B-B14F-4D97-AF65-F5344CB8AC3E}">
        <p14:creationId xmlns:p14="http://schemas.microsoft.com/office/powerpoint/2010/main" val="271262315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518634"/>
          </a:xfrm>
        </p:spPr>
        <p:txBody>
          <a:bodyPr/>
          <a:lstStyle/>
          <a:p>
            <a:r>
              <a:rPr lang="en-US" dirty="0"/>
              <a:t>2. </a:t>
            </a:r>
            <a:r>
              <a:rPr lang="en-US" sz="3600" dirty="0">
                <a:solidFill>
                  <a:schemeClr val="bg2"/>
                </a:solidFill>
              </a:rPr>
              <a:t>Git + GitLab best practices hands on</a:t>
            </a:r>
            <a:br>
              <a:rPr lang="en-US" sz="3600" dirty="0">
                <a:solidFill>
                  <a:schemeClr val="bg2"/>
                </a:solidFill>
              </a:rPr>
            </a:br>
            <a:r>
              <a:rPr lang="en-US" sz="1800" dirty="0">
                <a:hlinkClick r:id="rId2"/>
              </a:rPr>
              <a:t>https://gitlab.com/ilyaro/git_gitlab_best_practices</a:t>
            </a:r>
            <a:br>
              <a:rPr lang="en-US" sz="1800" dirty="0"/>
            </a:br>
            <a:br>
              <a:rPr lang="en-US" sz="1800" dirty="0"/>
            </a:br>
            <a:r>
              <a:rPr lang="en-US" sz="1800" dirty="0">
                <a:hlinkClick r:id="rId3"/>
              </a:rPr>
              <a:t>https://gitlab.com/ilyaro/git_gitlab_best_practices/-/blob/master/Commands.md</a:t>
            </a:r>
            <a:br>
              <a:rPr lang="en-US" sz="1800" dirty="0"/>
            </a:br>
            <a:endParaRPr lang="en-US" sz="18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0" y="1676400"/>
            <a:ext cx="9178344" cy="4876800"/>
          </a:xfrm>
        </p:spPr>
        <p:txBody>
          <a:bodyPr/>
          <a:lstStyle/>
          <a:p>
            <a:pPr marL="127000" indent="0">
              <a:buNone/>
            </a:pPr>
            <a:r>
              <a:rPr lang="en-US" dirty="0">
                <a:solidFill>
                  <a:schemeClr val="bg2"/>
                </a:solidFill>
              </a:rPr>
              <a:t>1. Work with local feature branches (topics)</a:t>
            </a:r>
          </a:p>
          <a:p>
            <a:pPr marL="127000" indent="0">
              <a:buNone/>
            </a:pPr>
            <a:r>
              <a:rPr lang="en-US" dirty="0">
                <a:solidFill>
                  <a:schemeClr val="bg2"/>
                </a:solidFill>
              </a:rPr>
              <a:t>Create your feature branch from master: fix/&lt;Jira-task&gt; here: https://gitlab.com/ilyaro/demo-be</a:t>
            </a:r>
          </a:p>
          <a:p>
            <a:pPr marL="127000" indent="0">
              <a:buNone/>
            </a:pPr>
            <a:r>
              <a:rPr lang="en-US" dirty="0">
                <a:solidFill>
                  <a:schemeClr val="bg2"/>
                </a:solidFill>
              </a:rPr>
              <a:t>git clone -b  fix/&lt;Jira-task&gt; https://gitlab.com/ilyaro/demo-be</a:t>
            </a:r>
          </a:p>
          <a:p>
            <a:pPr marL="127000" indent="0">
              <a:buNone/>
            </a:pPr>
            <a:r>
              <a:rPr lang="en-US" dirty="0">
                <a:solidFill>
                  <a:schemeClr val="bg2"/>
                </a:solidFill>
              </a:rPr>
              <a:t>Configure IDE/Editor to auto-commit: https://gitlab.com/ilyaro/git_best_practices_ppt/README.md</a:t>
            </a:r>
          </a:p>
          <a:p>
            <a:pPr marL="127000" indent="0">
              <a:buNone/>
            </a:pPr>
            <a:r>
              <a:rPr lang="en-US" dirty="0">
                <a:solidFill>
                  <a:schemeClr val="bg2"/>
                </a:solidFill>
              </a:rPr>
              <a:t>git log  - to show initial status</a:t>
            </a:r>
          </a:p>
          <a:p>
            <a:pPr marL="127000" indent="0">
              <a:buNone/>
            </a:pPr>
            <a:r>
              <a:rPr lang="en-US" dirty="0">
                <a:solidFill>
                  <a:schemeClr val="bg2"/>
                </a:solidFill>
              </a:rPr>
              <a:t>2. Edit .\demo-be\</a:t>
            </a:r>
            <a:r>
              <a:rPr lang="en-US" dirty="0" err="1">
                <a:solidFill>
                  <a:schemeClr val="bg2"/>
                </a:solidFill>
              </a:rPr>
              <a:t>src</a:t>
            </a:r>
            <a:r>
              <a:rPr lang="en-US" dirty="0">
                <a:solidFill>
                  <a:schemeClr val="bg2"/>
                </a:solidFill>
              </a:rPr>
              <a:t>\main\java\com\example\dep\Dep.java (Use IntelliJ, VS Code, vim, or any other IDE,</a:t>
            </a:r>
          </a:p>
          <a:p>
            <a:pPr marL="127000" indent="0">
              <a:buNone/>
            </a:pPr>
            <a:endParaRPr lang="en-US" dirty="0">
              <a:solidFill>
                <a:schemeClr val="bg2"/>
              </a:solidFill>
            </a:endParaRPr>
          </a:p>
          <a:p>
            <a:pPr marL="127000" indent="0">
              <a:buNone/>
            </a:pPr>
            <a:r>
              <a:rPr lang="en-US" dirty="0">
                <a:solidFill>
                  <a:schemeClr val="bg2"/>
                </a:solidFill>
              </a:rPr>
              <a:t> </a:t>
            </a:r>
          </a:p>
          <a:p>
            <a:pPr marL="584200" indent="-457200">
              <a:buAutoNum type="arabicPeriod"/>
            </a:pPr>
            <a:endParaRPr lang="en-US" dirty="0">
              <a:solidFill>
                <a:schemeClr val="bg2"/>
              </a:solidFill>
            </a:endParaRPr>
          </a:p>
          <a:p>
            <a:pPr marL="12700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Arial"/>
              <a:buNone/>
            </a:pPr>
            <a:fld id="{00000000-1234-1234-1234-123412341234}" type="slidenum">
              <a:rPr lang="en-US" sz="700" b="0" i="0" u="none" smtClean="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25</a:t>
            </a:fld>
            <a:endParaRPr lang="en-US" sz="700" b="0" i="0" u="non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5719799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Shape 590"/>
          <p:cNvSpPr txBox="1">
            <a:spLocks noGrp="1"/>
          </p:cNvSpPr>
          <p:nvPr>
            <p:ph type="title"/>
          </p:nvPr>
        </p:nvSpPr>
        <p:spPr>
          <a:xfrm>
            <a:off x="12" y="0"/>
            <a:ext cx="8229600" cy="7587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Clr>
                <a:schemeClr val="dk2"/>
              </a:buClr>
              <a:buSzPct val="25000"/>
              <a:buFont typeface="Arial"/>
              <a:buNone/>
            </a:pPr>
            <a:r>
              <a:rPr lang="en-US" dirty="0"/>
              <a:t>Best practices – Branch Layout</a:t>
            </a:r>
            <a:br>
              <a:rPr lang="en-US" dirty="0"/>
            </a:br>
            <a:endParaRPr lang="en-US" dirty="0"/>
          </a:p>
        </p:txBody>
      </p:sp>
      <p:sp>
        <p:nvSpPr>
          <p:cNvPr id="592" name="Shape 592"/>
          <p:cNvSpPr txBox="1">
            <a:spLocks noGrp="1"/>
          </p:cNvSpPr>
          <p:nvPr>
            <p:ph type="sldNum" idx="12"/>
          </p:nvPr>
        </p:nvSpPr>
        <p:spPr>
          <a:xfrm>
            <a:off x="8077200" y="6553200"/>
            <a:ext cx="838200" cy="228600"/>
          </a:xfrm>
          <a:prstGeom prst="rect">
            <a:avLst/>
          </a:prstGeom>
        </p:spPr>
        <p:txBody>
          <a:bodyPr wrap="square" lIns="91425" tIns="45700" rIns="91425" bIns="45700" anchor="t" anchorCtr="0">
            <a:noAutofit/>
          </a:bodyPr>
          <a:lstStyle/>
          <a:p>
            <a:pPr lvl="0">
              <a:spcBef>
                <a:spcPts val="0"/>
              </a:spcBef>
              <a:buClr>
                <a:schemeClr val="lt2"/>
              </a:buClr>
              <a:buSzPct val="25000"/>
              <a:buFont typeface="Arial"/>
              <a:buNone/>
            </a:pPr>
            <a:fld id="{00000000-1234-1234-1234-123412341234}" type="slidenum">
              <a:rPr lang="en-US"/>
              <a:t>26</a:t>
            </a:fld>
            <a:endParaRPr lang="en-US"/>
          </a:p>
        </p:txBody>
      </p:sp>
      <p:pic>
        <p:nvPicPr>
          <p:cNvPr id="593" name="Shape 59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3400" y="685800"/>
            <a:ext cx="7924800" cy="44958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Footer Placeholder 1" hidden="1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 hidden="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485041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solidFill>
                  <a:schemeClr val="bg2"/>
                </a:solidFill>
              </a:rPr>
              <a:t>Git + GitLab best practices hands on cont.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0" y="1524000"/>
            <a:ext cx="9144000" cy="5334000"/>
          </a:xfrm>
        </p:spPr>
        <p:txBody>
          <a:bodyPr/>
          <a:lstStyle/>
          <a:p>
            <a:pPr marL="127000" indent="0">
              <a:buNone/>
            </a:pPr>
            <a:r>
              <a:rPr lang="en-US" dirty="0">
                <a:solidFill>
                  <a:schemeClr val="bg2"/>
                </a:solidFill>
              </a:rPr>
              <a:t>after configure on save trigger)</a:t>
            </a:r>
            <a:br>
              <a:rPr lang="en-US" dirty="0">
                <a:solidFill>
                  <a:schemeClr val="bg2"/>
                </a:solidFill>
              </a:rPr>
            </a:br>
            <a:r>
              <a:rPr lang="en-US" dirty="0">
                <a:solidFill>
                  <a:schemeClr val="bg2"/>
                </a:solidFill>
              </a:rPr>
              <a:t>Change 1 line – save</a:t>
            </a:r>
            <a:br>
              <a:rPr lang="en-US" dirty="0">
                <a:solidFill>
                  <a:schemeClr val="bg2"/>
                </a:solidFill>
              </a:rPr>
            </a:br>
            <a:r>
              <a:rPr lang="en-US" dirty="0">
                <a:solidFill>
                  <a:schemeClr val="bg2"/>
                </a:solidFill>
              </a:rPr>
              <a:t>Add 1 line – save</a:t>
            </a:r>
            <a:br>
              <a:rPr lang="en-US" dirty="0">
                <a:solidFill>
                  <a:schemeClr val="bg2"/>
                </a:solidFill>
              </a:rPr>
            </a:br>
            <a:r>
              <a:rPr lang="en-US" dirty="0">
                <a:solidFill>
                  <a:schemeClr val="bg2"/>
                </a:solidFill>
              </a:rPr>
              <a:t>Delete 1 line – save</a:t>
            </a:r>
            <a:br>
              <a:rPr lang="en-US" dirty="0">
                <a:solidFill>
                  <a:schemeClr val="bg2"/>
                </a:solidFill>
              </a:rPr>
            </a:br>
            <a:r>
              <a:rPr lang="en-US" dirty="0">
                <a:solidFill>
                  <a:schemeClr val="bg2"/>
                </a:solidFill>
              </a:rPr>
              <a:t>It will create 3 commits</a:t>
            </a:r>
          </a:p>
          <a:p>
            <a:pPr marL="127000" indent="0">
              <a:buNone/>
            </a:pPr>
            <a:r>
              <a:rPr lang="en-US" dirty="0">
                <a:solidFill>
                  <a:schemeClr val="bg2"/>
                </a:solidFill>
              </a:rPr>
              <a:t>3 Tag important commit (working commits)</a:t>
            </a:r>
            <a:br>
              <a:rPr lang="en-US" dirty="0">
                <a:solidFill>
                  <a:schemeClr val="bg2"/>
                </a:solidFill>
              </a:rPr>
            </a:br>
            <a:r>
              <a:rPr lang="en-US" dirty="0">
                <a:solidFill>
                  <a:schemeClr val="bg2"/>
                </a:solidFill>
              </a:rPr>
              <a:t>git tag working1 </a:t>
            </a:r>
          </a:p>
          <a:p>
            <a:pPr marL="127000" indent="0">
              <a:buNone/>
            </a:pPr>
            <a:br>
              <a:rPr lang="en-US" dirty="0">
                <a:solidFill>
                  <a:schemeClr val="bg2"/>
                </a:solidFill>
              </a:rPr>
            </a:br>
            <a:r>
              <a:rPr lang="en-US" dirty="0">
                <a:solidFill>
                  <a:schemeClr val="bg2"/>
                </a:solidFill>
              </a:rPr>
              <a:t>4 Log with diff with only change, hash and refs </a:t>
            </a:r>
            <a:br>
              <a:rPr lang="en-US" dirty="0">
                <a:solidFill>
                  <a:schemeClr val="bg2"/>
                </a:solidFill>
              </a:rPr>
            </a:br>
            <a:r>
              <a:rPr lang="en-US" dirty="0">
                <a:solidFill>
                  <a:schemeClr val="bg2"/>
                </a:solidFill>
              </a:rPr>
              <a:t>git log -c -U0 --pretty="format:%</a:t>
            </a:r>
            <a:r>
              <a:rPr lang="en-US" dirty="0" err="1">
                <a:solidFill>
                  <a:schemeClr val="bg2"/>
                </a:solidFill>
              </a:rPr>
              <a:t>H%d</a:t>
            </a:r>
            <a:r>
              <a:rPr lang="en-US" dirty="0">
                <a:solidFill>
                  <a:schemeClr val="bg2"/>
                </a:solidFill>
              </a:rPr>
              <a:t>“</a:t>
            </a:r>
            <a:br>
              <a:rPr lang="en-US" dirty="0">
                <a:solidFill>
                  <a:schemeClr val="bg2"/>
                </a:solidFill>
              </a:rPr>
            </a:br>
            <a:r>
              <a:rPr lang="en-US" dirty="0">
                <a:solidFill>
                  <a:schemeClr val="bg2"/>
                </a:solidFill>
              </a:rPr>
              <a:t>Or in GUI</a:t>
            </a:r>
          </a:p>
          <a:p>
            <a:pPr marL="127000" indent="0">
              <a:buNone/>
            </a:pPr>
            <a:r>
              <a:rPr lang="en-US" dirty="0">
                <a:solidFill>
                  <a:schemeClr val="bg2"/>
                </a:solidFill>
              </a:rPr>
              <a:t>Or just </a:t>
            </a:r>
          </a:p>
          <a:p>
            <a:pPr marL="127000" indent="0">
              <a:buNone/>
            </a:pPr>
            <a:r>
              <a:rPr lang="en-US" dirty="0">
                <a:solidFill>
                  <a:schemeClr val="bg2"/>
                </a:solidFill>
              </a:rPr>
              <a:t>git log -p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Arial"/>
              <a:buNone/>
            </a:pPr>
            <a:fld id="{00000000-1234-1234-1234-123412341234}" type="slidenum">
              <a:rPr lang="en-US" sz="700" b="0" i="0" u="none" smtClean="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27</a:t>
            </a:fld>
            <a:endParaRPr lang="en-US" sz="700" b="0" i="0" u="non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6794532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Shape 581"/>
          <p:cNvSpPr txBox="1">
            <a:spLocks noGrp="1"/>
          </p:cNvSpPr>
          <p:nvPr>
            <p:ph type="title"/>
          </p:nvPr>
        </p:nvSpPr>
        <p:spPr>
          <a:xfrm>
            <a:off x="0" y="0"/>
            <a:ext cx="9296400" cy="9603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lang="en-US" sz="34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Best practices – local feature branches (topics)</a:t>
            </a:r>
            <a:br>
              <a:rPr lang="en-US" sz="34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n-US" sz="34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endParaRPr lang="en-US" sz="3400" b="0" i="0" u="none" strike="noStrike" cap="none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2" name="Shape 582"/>
          <p:cNvSpPr txBox="1"/>
          <p:nvPr/>
        </p:nvSpPr>
        <p:spPr>
          <a:xfrm>
            <a:off x="6477000" y="6553200"/>
            <a:ext cx="152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Arial"/>
              <a:buNone/>
            </a:pPr>
            <a:r>
              <a:rPr lang="en-US" sz="700" b="0" i="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</a:p>
        </p:txBody>
      </p:sp>
      <p:sp>
        <p:nvSpPr>
          <p:cNvPr id="583" name="Shape 583"/>
          <p:cNvSpPr txBox="1"/>
          <p:nvPr/>
        </p:nvSpPr>
        <p:spPr>
          <a:xfrm>
            <a:off x="8077200" y="6553200"/>
            <a:ext cx="8382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Arial"/>
              <a:buNone/>
            </a:pPr>
            <a:fld id="{00000000-1234-1234-1234-123412341234}" type="slidenum">
              <a:rPr lang="en-US" sz="700" b="0" i="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28</a:t>
            </a:fld>
            <a:endParaRPr lang="en-US" sz="700" b="0" i="0" u="non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Footer Placeholder 1" hidden="1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 hidden="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457200" y="6172200"/>
            <a:ext cx="34259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Demo: create feature branch, checkout 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62000"/>
            <a:ext cx="9144000" cy="52866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9275119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Shape 557"/>
          <p:cNvSpPr txBox="1">
            <a:spLocks noGrp="1"/>
          </p:cNvSpPr>
          <p:nvPr>
            <p:ph type="title"/>
          </p:nvPr>
        </p:nvSpPr>
        <p:spPr>
          <a:xfrm>
            <a:off x="592137" y="533400"/>
            <a:ext cx="8229600" cy="758825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lang="en-US" sz="34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Best practices – commit</a:t>
            </a:r>
            <a:br>
              <a:rPr lang="en-US" sz="34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n-US" sz="34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endParaRPr lang="en-US" sz="3400" b="0" i="0" u="none" strike="noStrike" cap="none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8" name="Shape 558"/>
          <p:cNvSpPr txBox="1"/>
          <p:nvPr/>
        </p:nvSpPr>
        <p:spPr>
          <a:xfrm>
            <a:off x="6477000" y="6553200"/>
            <a:ext cx="152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Arial"/>
              <a:buNone/>
            </a:pPr>
            <a:r>
              <a:rPr lang="en-US" sz="700" b="0" i="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</a:p>
        </p:txBody>
      </p:sp>
      <p:sp>
        <p:nvSpPr>
          <p:cNvPr id="559" name="Shape 559"/>
          <p:cNvSpPr txBox="1"/>
          <p:nvPr/>
        </p:nvSpPr>
        <p:spPr>
          <a:xfrm>
            <a:off x="8077200" y="6553200"/>
            <a:ext cx="8382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Arial"/>
              <a:buNone/>
            </a:pPr>
            <a:fld id="{00000000-1234-1234-1234-123412341234}" type="slidenum">
              <a:rPr lang="en-US" sz="700" b="0" i="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29</a:t>
            </a:fld>
            <a:endParaRPr lang="en-US" sz="700" b="0" i="0" u="non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60" name="Shape 560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1273175"/>
            <a:ext cx="8796337" cy="46704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Footer Placeholder 1" hidden="1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 hidden="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296839" y="6260426"/>
            <a:ext cx="8839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Demo: vim, change, save -&gt; auto-commit, git log –c, git reset </a:t>
            </a:r>
          </a:p>
        </p:txBody>
      </p:sp>
    </p:spTree>
    <p:extLst>
      <p:ext uri="{BB962C8B-B14F-4D97-AF65-F5344CB8AC3E}">
        <p14:creationId xmlns:p14="http://schemas.microsoft.com/office/powerpoint/2010/main" val="175095554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Shape 606"/>
          <p:cNvSpPr txBox="1">
            <a:spLocks noGrp="1"/>
          </p:cNvSpPr>
          <p:nvPr>
            <p:ph type="title"/>
          </p:nvPr>
        </p:nvSpPr>
        <p:spPr>
          <a:xfrm>
            <a:off x="76200" y="533400"/>
            <a:ext cx="8745537" cy="758825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lang="en-US" sz="34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Best practices – tag milestones (even local)</a:t>
            </a:r>
            <a:br>
              <a:rPr lang="en-US" sz="34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n-US" sz="34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endParaRPr lang="en-US" sz="3400" b="0" i="0" u="none" strike="noStrike" cap="none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7" name="Shape 607"/>
          <p:cNvSpPr txBox="1">
            <a:spLocks noGrp="1"/>
          </p:cNvSpPr>
          <p:nvPr>
            <p:ph type="body" idx="1"/>
          </p:nvPr>
        </p:nvSpPr>
        <p:spPr>
          <a:xfrm>
            <a:off x="592137" y="1676400"/>
            <a:ext cx="8229600" cy="42672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spcBef>
                <a:spcPts val="0"/>
              </a:spcBef>
              <a:spcAft>
                <a:spcPts val="0"/>
              </a:spcAft>
              <a:buClr>
                <a:srgbClr val="EA411A"/>
              </a:buClr>
              <a:buSzPct val="100000"/>
              <a:buFont typeface="Arial"/>
              <a:buNone/>
            </a:pPr>
            <a:endParaRPr sz="2000">
              <a:solidFill>
                <a:srgbClr val="5E5E5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8" name="Shape 608"/>
          <p:cNvSpPr txBox="1"/>
          <p:nvPr/>
        </p:nvSpPr>
        <p:spPr>
          <a:xfrm>
            <a:off x="6477000" y="6553200"/>
            <a:ext cx="152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Arial"/>
              <a:buNone/>
            </a:pPr>
            <a:r>
              <a:rPr lang="en-US" sz="700" b="0" i="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</a:p>
        </p:txBody>
      </p:sp>
      <p:sp>
        <p:nvSpPr>
          <p:cNvPr id="609" name="Shape 609"/>
          <p:cNvSpPr txBox="1"/>
          <p:nvPr/>
        </p:nvSpPr>
        <p:spPr>
          <a:xfrm>
            <a:off x="8077200" y="6553200"/>
            <a:ext cx="8382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Arial"/>
              <a:buNone/>
            </a:pPr>
            <a:fld id="{00000000-1234-1234-1234-123412341234}" type="slidenum">
              <a:rPr lang="en-US" sz="700" b="0" i="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30</a:t>
            </a:fld>
            <a:endParaRPr lang="en-US" sz="700" b="0" i="0" u="non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10" name="Shape 6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289050"/>
            <a:ext cx="9109075" cy="46545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Footer Placeholder 1" hidden="1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 hidden="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30207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81000"/>
            <a:ext cx="8821737" cy="758700"/>
          </a:xfrm>
        </p:spPr>
        <p:txBody>
          <a:bodyPr/>
          <a:lstStyle/>
          <a:p>
            <a:r>
              <a:rPr lang="en-US" sz="3600" dirty="0">
                <a:solidFill>
                  <a:schemeClr val="bg2"/>
                </a:solidFill>
              </a:rPr>
              <a:t>Git + GitLab best practices hands on cont.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0" y="1676400"/>
            <a:ext cx="9144000" cy="5181600"/>
          </a:xfrm>
        </p:spPr>
        <p:txBody>
          <a:bodyPr/>
          <a:lstStyle/>
          <a:p>
            <a:pPr marL="127000" indent="0">
              <a:buNone/>
            </a:pPr>
            <a:r>
              <a:rPr lang="en-US" dirty="0">
                <a:solidFill>
                  <a:schemeClr val="bg2"/>
                </a:solidFill>
              </a:rPr>
              <a:t>5. Squash all auto commits to rebase</a:t>
            </a:r>
            <a:br>
              <a:rPr lang="en-US" dirty="0">
                <a:solidFill>
                  <a:schemeClr val="bg2"/>
                </a:solidFill>
              </a:rPr>
            </a:br>
            <a:r>
              <a:rPr lang="en-US" dirty="0">
                <a:solidFill>
                  <a:schemeClr val="bg2"/>
                </a:solidFill>
              </a:rPr>
              <a:t>See what to merge with git log --graph or IDE GUI</a:t>
            </a:r>
            <a:br>
              <a:rPr lang="en-US" dirty="0">
                <a:solidFill>
                  <a:schemeClr val="bg2"/>
                </a:solidFill>
              </a:rPr>
            </a:br>
            <a:br>
              <a:rPr lang="en-US" dirty="0">
                <a:solidFill>
                  <a:schemeClr val="bg2"/>
                </a:solidFill>
              </a:rPr>
            </a:br>
            <a:r>
              <a:rPr lang="en-US" dirty="0">
                <a:solidFill>
                  <a:schemeClr val="bg2"/>
                </a:solidFill>
              </a:rPr>
              <a:t>git log --</a:t>
            </a:r>
            <a:r>
              <a:rPr lang="en-US" dirty="0" err="1">
                <a:solidFill>
                  <a:schemeClr val="bg2"/>
                </a:solidFill>
              </a:rPr>
              <a:t>oneline</a:t>
            </a:r>
            <a:r>
              <a:rPr lang="en-US" dirty="0">
                <a:solidFill>
                  <a:schemeClr val="bg2"/>
                </a:solidFill>
              </a:rPr>
              <a:t> --graph –all</a:t>
            </a:r>
            <a:br>
              <a:rPr lang="en-US" dirty="0">
                <a:solidFill>
                  <a:schemeClr val="bg2"/>
                </a:solidFill>
              </a:rPr>
            </a:br>
            <a:r>
              <a:rPr lang="en-US" dirty="0">
                <a:solidFill>
                  <a:schemeClr val="bg2"/>
                </a:solidFill>
              </a:rPr>
              <a:t>git reset --soft origin/master</a:t>
            </a:r>
            <a:br>
              <a:rPr lang="en-US" dirty="0">
                <a:solidFill>
                  <a:schemeClr val="bg2"/>
                </a:solidFill>
              </a:rPr>
            </a:br>
            <a:r>
              <a:rPr lang="en-US" dirty="0"/>
              <a:t>git commit -m “My awesome commit message”</a:t>
            </a:r>
          </a:p>
          <a:p>
            <a:pPr marL="127000" indent="0">
              <a:buNone/>
            </a:pPr>
            <a:r>
              <a:rPr lang="en-US" dirty="0"/>
              <a:t>git rebase origin/master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Arial"/>
              <a:buNone/>
            </a:pPr>
            <a:fld id="{00000000-1234-1234-1234-123412341234}" type="slidenum">
              <a:rPr lang="en-US" sz="700" b="0" i="0" u="none" smtClean="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31</a:t>
            </a:fld>
            <a:endParaRPr lang="en-US" sz="700" b="0" i="0" u="non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9342525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Shape 565"/>
          <p:cNvSpPr txBox="1">
            <a:spLocks noGrp="1"/>
          </p:cNvSpPr>
          <p:nvPr>
            <p:ph type="title"/>
          </p:nvPr>
        </p:nvSpPr>
        <p:spPr>
          <a:xfrm>
            <a:off x="592137" y="533400"/>
            <a:ext cx="8229600" cy="758825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lang="en-US" sz="34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Best practices – squashing befor</a:t>
            </a:r>
            <a:r>
              <a:rPr lang="en-US" dirty="0"/>
              <a:t>e push</a:t>
            </a:r>
            <a:br>
              <a:rPr lang="en-US" sz="34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n-US" sz="34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endParaRPr lang="en-US" sz="3400" b="0" i="0" u="none" strike="noStrike" cap="none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6" name="Shape 566"/>
          <p:cNvSpPr txBox="1"/>
          <p:nvPr/>
        </p:nvSpPr>
        <p:spPr>
          <a:xfrm>
            <a:off x="6477000" y="6553200"/>
            <a:ext cx="152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Arial"/>
              <a:buNone/>
            </a:pPr>
            <a:r>
              <a:rPr lang="en-US" sz="700" b="0" i="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</a:p>
        </p:txBody>
      </p:sp>
      <p:sp>
        <p:nvSpPr>
          <p:cNvPr id="567" name="Shape 567"/>
          <p:cNvSpPr txBox="1"/>
          <p:nvPr/>
        </p:nvSpPr>
        <p:spPr>
          <a:xfrm>
            <a:off x="8077200" y="6553200"/>
            <a:ext cx="8382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Arial"/>
              <a:buNone/>
            </a:pPr>
            <a:fld id="{00000000-1234-1234-1234-123412341234}" type="slidenum">
              <a:rPr lang="en-US" sz="700" b="0" i="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32</a:t>
            </a:fld>
            <a:endParaRPr lang="en-US" sz="700" b="0" i="0" u="non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68" name="Shape 568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0" y="1600200"/>
            <a:ext cx="9150350" cy="43942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/>
          <p:cNvSpPr txBox="1"/>
          <p:nvPr/>
        </p:nvSpPr>
        <p:spPr>
          <a:xfrm>
            <a:off x="0" y="6027003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Demo: git merge --squash, git commit, </a:t>
            </a:r>
            <a:br>
              <a:rPr lang="en-US" sz="2400" dirty="0"/>
            </a:br>
            <a:r>
              <a:rPr lang="en-US" sz="2400" dirty="0"/>
              <a:t>git log --</a:t>
            </a:r>
            <a:r>
              <a:rPr lang="en-US" sz="2400"/>
              <a:t>oneline</a:t>
            </a:r>
            <a:r>
              <a:rPr lang="en-US" sz="2400" dirty="0"/>
              <a:t> --graph --all, git push</a:t>
            </a:r>
          </a:p>
        </p:txBody>
      </p:sp>
      <p:sp>
        <p:nvSpPr>
          <p:cNvPr id="3" name="Footer Placeholder 2" hidden="1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 hidden="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45881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Shape 574"/>
          <p:cNvSpPr txBox="1">
            <a:spLocks noGrp="1"/>
          </p:cNvSpPr>
          <p:nvPr>
            <p:ph type="title"/>
          </p:nvPr>
        </p:nvSpPr>
        <p:spPr>
          <a:xfrm>
            <a:off x="0" y="149800"/>
            <a:ext cx="9144000" cy="7587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-US" dirty="0"/>
              <a:t>Best practices - concise commit messages</a:t>
            </a:r>
          </a:p>
        </p:txBody>
      </p:sp>
      <p:pic>
        <p:nvPicPr>
          <p:cNvPr id="576" name="Shape 576" descr="commit_message_header.png"/>
          <p:cNvPicPr preferRelativeResize="0"/>
          <p:nvPr/>
        </p:nvPicPr>
        <p:blipFill rotWithShape="1">
          <a:blip r:embed="rId3">
            <a:alphaModFix/>
          </a:blip>
          <a:srcRect t="31307"/>
          <a:stretch/>
        </p:blipFill>
        <p:spPr>
          <a:xfrm>
            <a:off x="0" y="2954867"/>
            <a:ext cx="9144000" cy="272155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/>
          <p:cNvSpPr txBox="1"/>
          <p:nvPr/>
        </p:nvSpPr>
        <p:spPr>
          <a:xfrm>
            <a:off x="8467" y="1295400"/>
            <a:ext cx="9067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Limit commit message Subject to 70 chars and it must be simple, clear, self explained – this is the line all will see!</a:t>
            </a:r>
          </a:p>
          <a:p>
            <a:r>
              <a:rPr lang="en-US" sz="2400" dirty="0"/>
              <a:t>Meaningful details put in the body of the commit message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9855"/>
            <a:ext cx="8763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hlinkClick r:id="rId4"/>
              </a:rPr>
              <a:t>https://github.com/datreeio/node-datreeio/commits/master</a:t>
            </a:r>
            <a:endParaRPr lang="en-US" sz="2000" dirty="0"/>
          </a:p>
        </p:txBody>
      </p:sp>
      <p:sp>
        <p:nvSpPr>
          <p:cNvPr id="3" name="TextBox 2"/>
          <p:cNvSpPr txBox="1"/>
          <p:nvPr/>
        </p:nvSpPr>
        <p:spPr>
          <a:xfrm>
            <a:off x="228600" y="5659253"/>
            <a:ext cx="2895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Demo: Example:</a:t>
            </a:r>
          </a:p>
        </p:txBody>
      </p:sp>
      <p:sp>
        <p:nvSpPr>
          <p:cNvPr id="5" name="Footer Placeholder 4" hidden="1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Date Placeholder 5" hidden="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32985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24" y="381000"/>
            <a:ext cx="8915400" cy="758700"/>
          </a:xfrm>
        </p:spPr>
        <p:txBody>
          <a:bodyPr/>
          <a:lstStyle/>
          <a:p>
            <a:r>
              <a:rPr lang="en-US" sz="3600" dirty="0">
                <a:solidFill>
                  <a:schemeClr val="bg2"/>
                </a:solidFill>
              </a:rPr>
              <a:t>Git + GitLab best practices hands on cont.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0" y="1676400"/>
            <a:ext cx="9144000" cy="4800600"/>
          </a:xfrm>
        </p:spPr>
        <p:txBody>
          <a:bodyPr/>
          <a:lstStyle/>
          <a:p>
            <a:pPr marL="127000" indent="0">
              <a:buNone/>
            </a:pPr>
            <a:r>
              <a:rPr lang="en-US" dirty="0">
                <a:solidFill>
                  <a:schemeClr val="bg2"/>
                </a:solidFill>
              </a:rPr>
              <a:t>6. See log again</a:t>
            </a:r>
            <a:br>
              <a:rPr lang="en-US" dirty="0">
                <a:solidFill>
                  <a:schemeClr val="bg2"/>
                </a:solidFill>
              </a:rPr>
            </a:br>
            <a:r>
              <a:rPr lang="en-US" dirty="0">
                <a:solidFill>
                  <a:schemeClr val="bg2"/>
                </a:solidFill>
              </a:rPr>
              <a:t>git log --</a:t>
            </a:r>
            <a:r>
              <a:rPr lang="en-US" dirty="0" err="1">
                <a:solidFill>
                  <a:schemeClr val="bg2"/>
                </a:solidFill>
              </a:rPr>
              <a:t>oneline</a:t>
            </a:r>
            <a:r>
              <a:rPr lang="en-US" dirty="0">
                <a:solidFill>
                  <a:schemeClr val="bg2"/>
                </a:solidFill>
              </a:rPr>
              <a:t> --graph --all</a:t>
            </a:r>
          </a:p>
          <a:p>
            <a:pPr marL="127000" indent="0">
              <a:buNone/>
            </a:pPr>
            <a:r>
              <a:rPr lang="en-US" dirty="0">
                <a:solidFill>
                  <a:schemeClr val="bg2"/>
                </a:solidFill>
              </a:rPr>
              <a:t>7. Push to Gitlab Feature branch</a:t>
            </a:r>
            <a:br>
              <a:rPr lang="en-US" dirty="0">
                <a:solidFill>
                  <a:schemeClr val="bg2"/>
                </a:solidFill>
              </a:rPr>
            </a:br>
            <a:r>
              <a:rPr lang="en-US" dirty="0">
                <a:solidFill>
                  <a:schemeClr val="bg2"/>
                </a:solidFill>
              </a:rPr>
              <a:t>git push</a:t>
            </a:r>
          </a:p>
          <a:p>
            <a:pPr marL="127000" indent="0">
              <a:buNone/>
            </a:pPr>
            <a:r>
              <a:rPr lang="en-US" dirty="0">
                <a:solidFill>
                  <a:schemeClr val="bg2"/>
                </a:solidFill>
              </a:rPr>
              <a:t>See Gitlab CI pipeline running:</a:t>
            </a:r>
            <a:br>
              <a:rPr lang="en-US" dirty="0">
                <a:solidFill>
                  <a:schemeClr val="bg2"/>
                </a:solidFill>
              </a:rPr>
            </a:br>
            <a:r>
              <a:rPr lang="en-US" dirty="0">
                <a:solidFill>
                  <a:schemeClr val="bg2"/>
                </a:solidFill>
              </a:rPr>
              <a:t>https://gitlab.com/ilyaro/demo-be/pipelines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Arial"/>
              <a:buNone/>
            </a:pPr>
            <a:fld id="{00000000-1234-1234-1234-123412341234}" type="slidenum">
              <a:rPr lang="en-US" sz="700" b="0" i="0" u="none" smtClean="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34</a:t>
            </a:fld>
            <a:endParaRPr lang="en-US" sz="700" b="0" i="0" u="non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3450190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Shape 598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6825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lang="en-US" sz="34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Best practices – clean up local branches</a:t>
            </a:r>
            <a:br>
              <a:rPr lang="en-US" sz="24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endParaRPr lang="en-US" sz="2400" b="0" i="0" u="none" strike="noStrike" cap="none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9" name="Shape 599"/>
          <p:cNvSpPr txBox="1"/>
          <p:nvPr/>
        </p:nvSpPr>
        <p:spPr>
          <a:xfrm>
            <a:off x="6477000" y="6553200"/>
            <a:ext cx="152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Arial"/>
              <a:buNone/>
            </a:pPr>
            <a:r>
              <a:rPr lang="en-US" sz="700" b="0" i="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</a:p>
        </p:txBody>
      </p:sp>
      <p:sp>
        <p:nvSpPr>
          <p:cNvPr id="600" name="Shape 600"/>
          <p:cNvSpPr txBox="1"/>
          <p:nvPr/>
        </p:nvSpPr>
        <p:spPr>
          <a:xfrm>
            <a:off x="8077200" y="6553200"/>
            <a:ext cx="8382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Arial"/>
              <a:buNone/>
            </a:pPr>
            <a:fld id="{00000000-1234-1234-1234-123412341234}" type="slidenum">
              <a:rPr lang="en-US" sz="700" b="0" i="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35</a:t>
            </a:fld>
            <a:endParaRPr lang="en-US" sz="700" b="0" i="0" u="non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Footer Placeholder 1" hidden="1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 hidden="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371600"/>
            <a:ext cx="8755481" cy="4500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5822384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92100"/>
          </a:xfrm>
        </p:spPr>
        <p:txBody>
          <a:bodyPr/>
          <a:lstStyle/>
          <a:p>
            <a:r>
              <a:rPr lang="en-US" sz="3600" dirty="0">
                <a:solidFill>
                  <a:schemeClr val="bg2"/>
                </a:solidFill>
              </a:rPr>
              <a:t>3. GitLab Best practices</a:t>
            </a:r>
            <a:br>
              <a:rPr lang="en-US" dirty="0"/>
            </a:br>
            <a:r>
              <a:rPr lang="en-US" sz="3200" dirty="0"/>
              <a:t>Fast-forward Merge in Gitlab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Arial"/>
              <a:buNone/>
            </a:pPr>
            <a:fld id="{00000000-1234-1234-1234-123412341234}" type="slidenum">
              <a:rPr lang="en-US" sz="700" b="0" i="0" u="none" smtClean="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36</a:t>
            </a:fld>
            <a:endParaRPr lang="en-US" sz="700" b="0" i="0" u="non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1E752125-9AE1-C191-AEC7-7C8B0D28E450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1990810" y="3319426"/>
            <a:ext cx="4393513" cy="658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03155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L" altLang="en-I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L" altLang="en-I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1F1B0D6-90ED-BBDA-84AA-EEB63ECF62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1439927"/>
            <a:ext cx="9085333" cy="52656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28DA566-3F41-038C-7727-92B8D45A410E}"/>
              </a:ext>
            </a:extLst>
          </p:cNvPr>
          <p:cNvSpPr txBox="1"/>
          <p:nvPr/>
        </p:nvSpPr>
        <p:spPr>
          <a:xfrm>
            <a:off x="5943600" y="581183"/>
            <a:ext cx="2971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u="none" strike="noStrike" dirty="0">
                <a:solidFill>
                  <a:srgbClr val="172B4D"/>
                </a:solidFill>
                <a:effectLst/>
                <a:latin typeface="+mj-lt"/>
              </a:rPr>
              <a:t>Must Merge method Fast-Forward </a:t>
            </a:r>
            <a:br>
              <a:rPr lang="en-US" dirty="0">
                <a:latin typeface="+mj-lt"/>
              </a:rPr>
            </a:br>
            <a:endParaRPr lang="en-IL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20631519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30051" y="0"/>
            <a:ext cx="9144000" cy="1371600"/>
          </a:xfrm>
        </p:spPr>
        <p:txBody>
          <a:bodyPr/>
          <a:lstStyle/>
          <a:p>
            <a:r>
              <a:rPr lang="en-US" sz="3600" dirty="0">
                <a:solidFill>
                  <a:schemeClr val="bg2"/>
                </a:solidFill>
              </a:rPr>
              <a:t>3. GitLab Best practices cont.</a:t>
            </a:r>
            <a:br>
              <a:rPr lang="en-US" dirty="0"/>
            </a:br>
            <a:endParaRPr lang="en-US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Arial"/>
              <a:buNone/>
            </a:pPr>
            <a:fld id="{00000000-1234-1234-1234-123412341234}" type="slidenum">
              <a:rPr lang="en-US" sz="700" b="0" i="0" u="none" smtClean="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37</a:t>
            </a:fld>
            <a:endParaRPr lang="en-US" sz="700" b="0" i="0" u="non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5F0B1FD8-FB30-CB69-F56C-D2441D0A2F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87" y="2598821"/>
            <a:ext cx="9090425" cy="274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E8939F7-7D63-5DD3-AFFB-7BF26506043C}"/>
              </a:ext>
            </a:extLst>
          </p:cNvPr>
          <p:cNvSpPr txBox="1"/>
          <p:nvPr/>
        </p:nvSpPr>
        <p:spPr>
          <a:xfrm>
            <a:off x="533400" y="838200"/>
            <a:ext cx="468206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Squash is must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86774227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31BEF-1304-75BB-7562-D09F41B83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533400"/>
            <a:ext cx="8593137" cy="758700"/>
          </a:xfrm>
        </p:spPr>
        <p:txBody>
          <a:bodyPr/>
          <a:lstStyle/>
          <a:p>
            <a:r>
              <a:rPr kumimoji="0" lang="en-IL" altLang="en-IL" sz="3600" b="0" i="0" u="none" strike="noStrike" cap="none" normalizeH="0" baseline="0" dirty="0">
                <a:ln>
                  <a:noFill/>
                </a:ln>
                <a:solidFill>
                  <a:srgbClr val="172B4D"/>
                </a:solidFill>
                <a:effectLst/>
                <a:latin typeface="+mj-lt"/>
              </a:rPr>
              <a:t>Squash commit message template must: </a:t>
            </a:r>
            <a:endParaRPr lang="en-IL" dirty="0">
              <a:latin typeface="+mj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D4FFA8-6FEC-2F30-3F54-C675055FE15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Arial"/>
              <a:buNone/>
            </a:pPr>
            <a:fld id="{00000000-1234-1234-1234-123412341234}" type="slidenum">
              <a:rPr lang="en-US" sz="700" b="0" i="0" u="none" smtClean="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38</a:t>
            </a:fld>
            <a:endParaRPr lang="en-US" sz="700" b="0" i="0" u="non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D371583-FAC2-E0CA-2092-04CC6F833C75}"/>
              </a:ext>
            </a:extLst>
          </p:cNvPr>
          <p:cNvGraphicFramePr>
            <a:graphicFrameLocks noGrp="1"/>
          </p:cNvGraphicFramePr>
          <p:nvPr/>
        </p:nvGraphicFramePr>
        <p:xfrm>
          <a:off x="311150" y="3407569"/>
          <a:ext cx="8521700" cy="914400"/>
        </p:xfrm>
        <a:graphic>
          <a:graphicData uri="http://schemas.openxmlformats.org/drawingml/2006/table">
            <a:tbl>
              <a:tblPr/>
              <a:tblGrid>
                <a:gridCol w="8521700">
                  <a:extLst>
                    <a:ext uri="{9D8B030D-6E8A-4147-A177-3AD203B41FA5}">
                      <a16:colId xmlns:a16="http://schemas.microsoft.com/office/drawing/2014/main" val="2539964023"/>
                    </a:ext>
                  </a:extLst>
                </a:gridCol>
              </a:tblGrid>
              <a:tr h="890825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200" b="0" i="0" dirty="0">
                          <a:effectLst/>
                          <a:latin typeface="Consolas" panose="020B0609020204030204" pitchFamily="49" charset="0"/>
                        </a:rPr>
                        <a:t>%{</a:t>
                      </a:r>
                      <a:r>
                        <a:rPr lang="en-US" sz="1200" b="0" i="0" dirty="0" err="1">
                          <a:effectLst/>
                          <a:latin typeface="Consolas" panose="020B0609020204030204" pitchFamily="49" charset="0"/>
                        </a:rPr>
                        <a:t>source_branch</a:t>
                      </a:r>
                      <a:r>
                        <a:rPr lang="en-US" sz="1200" b="0" i="0" dirty="0">
                          <a:effectLst/>
                          <a:latin typeface="Consolas" panose="020B0609020204030204" pitchFamily="49" charset="0"/>
                        </a:rPr>
                        <a:t>}: %{title}</a:t>
                      </a:r>
                    </a:p>
                    <a:p>
                      <a:pPr algn="l" fontAlgn="base"/>
                      <a:r>
                        <a:rPr lang="en-US" sz="1200" b="0" i="0" dirty="0">
                          <a:effectLst/>
                          <a:latin typeface="Consolas" panose="020B0609020204030204" pitchFamily="49" charset="0"/>
                        </a:rPr>
                        <a:t> </a:t>
                      </a:r>
                    </a:p>
                    <a:p>
                      <a:pPr algn="l" fontAlgn="base"/>
                      <a:r>
                        <a:rPr lang="en-US" sz="1200" b="0" i="0" dirty="0">
                          <a:effectLst/>
                          <a:latin typeface="Consolas" panose="020B0609020204030204" pitchFamily="49" charset="0"/>
                        </a:rPr>
                        <a:t>Branch: %{</a:t>
                      </a:r>
                      <a:r>
                        <a:rPr lang="en-US" sz="1200" b="0" i="0" dirty="0" err="1">
                          <a:effectLst/>
                          <a:latin typeface="Consolas" panose="020B0609020204030204" pitchFamily="49" charset="0"/>
                        </a:rPr>
                        <a:t>source_branch</a:t>
                      </a:r>
                      <a:r>
                        <a:rPr lang="en-US" sz="1200" b="0" i="0" dirty="0">
                          <a:effectLst/>
                          <a:latin typeface="Consolas" panose="020B0609020204030204" pitchFamily="49" charset="0"/>
                        </a:rPr>
                        <a:t>}</a:t>
                      </a:r>
                    </a:p>
                    <a:p>
                      <a:pPr algn="l" fontAlgn="base"/>
                      <a:r>
                        <a:rPr lang="en-US" sz="1200" b="0" i="0" dirty="0">
                          <a:effectLst/>
                          <a:latin typeface="Consolas" panose="020B0609020204030204" pitchFamily="49" charset="0"/>
                        </a:rPr>
                        <a:t>Reviewer: %{</a:t>
                      </a:r>
                      <a:r>
                        <a:rPr lang="en-US" sz="1200" b="0" i="0" dirty="0" err="1">
                          <a:effectLst/>
                          <a:latin typeface="Consolas" panose="020B0609020204030204" pitchFamily="49" charset="0"/>
                        </a:rPr>
                        <a:t>approved_by</a:t>
                      </a:r>
                      <a:r>
                        <a:rPr lang="en-US" sz="1200" b="0" i="0" dirty="0">
                          <a:effectLst/>
                          <a:latin typeface="Consolas" panose="020B0609020204030204" pitchFamily="49" charset="0"/>
                        </a:rPr>
                        <a:t>}</a:t>
                      </a:r>
                    </a:p>
                    <a:p>
                      <a:pPr algn="l" fontAlgn="base"/>
                      <a:r>
                        <a:rPr lang="en-US" sz="1200" b="0" i="0" dirty="0">
                          <a:effectLst/>
                          <a:latin typeface="Consolas" panose="020B0609020204030204" pitchFamily="49" charset="0"/>
                        </a:rPr>
                        <a:t>MR: %{</a:t>
                      </a:r>
                      <a:r>
                        <a:rPr lang="en-US" sz="1200" b="0" i="0" dirty="0" err="1">
                          <a:effectLst/>
                          <a:latin typeface="Consolas" panose="020B0609020204030204" pitchFamily="49" charset="0"/>
                        </a:rPr>
                        <a:t>url</a:t>
                      </a:r>
                      <a:r>
                        <a:rPr lang="en-US" sz="1200" b="0" i="0" dirty="0">
                          <a:effectLst/>
                          <a:latin typeface="Consolas" panose="020B0609020204030204" pitchFamily="49" charset="0"/>
                        </a:rPr>
                        <a:t>}</a:t>
                      </a:r>
                    </a:p>
                  </a:txBody>
                  <a:tcPr marL="119307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5430101"/>
                  </a:ext>
                </a:extLst>
              </a:tr>
            </a:tbl>
          </a:graphicData>
        </a:graphic>
      </p:graphicFrame>
      <p:pic>
        <p:nvPicPr>
          <p:cNvPr id="3075" name="Picture 3">
            <a:extLst>
              <a:ext uri="{FF2B5EF4-FFF2-40B4-BE49-F238E27FC236}">
                <a16:creationId xmlns:a16="http://schemas.microsoft.com/office/drawing/2014/main" id="{C94901B0-4374-BB40-5DCB-54E4AEFE77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3382169"/>
            <a:ext cx="9982200" cy="2501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B3CBB82F-7AE3-611B-32E4-14FB9022B5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5133886"/>
              </p:ext>
            </p:extLst>
          </p:nvPr>
        </p:nvGraphicFramePr>
        <p:xfrm>
          <a:off x="285750" y="1811299"/>
          <a:ext cx="8521700" cy="1215594"/>
        </p:xfrm>
        <a:graphic>
          <a:graphicData uri="http://schemas.openxmlformats.org/drawingml/2006/table">
            <a:tbl>
              <a:tblPr/>
              <a:tblGrid>
                <a:gridCol w="8521700">
                  <a:extLst>
                    <a:ext uri="{9D8B030D-6E8A-4147-A177-3AD203B41FA5}">
                      <a16:colId xmlns:a16="http://schemas.microsoft.com/office/drawing/2014/main" val="1637413456"/>
                    </a:ext>
                  </a:extLst>
                </a:gridCol>
              </a:tblGrid>
              <a:tr h="1215594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200" b="0" i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%{</a:t>
                      </a:r>
                      <a:r>
                        <a:rPr lang="en-US" sz="1200" b="0" i="0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source_branch</a:t>
                      </a:r>
                      <a:r>
                        <a:rPr lang="en-US" sz="1200" b="0" i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}: %{title}</a:t>
                      </a:r>
                    </a:p>
                    <a:p>
                      <a:pPr algn="l" fontAlgn="base"/>
                      <a:r>
                        <a:rPr lang="en-US" sz="1200" b="0" i="0" dirty="0">
                          <a:effectLst/>
                          <a:latin typeface="+mj-lt"/>
                        </a:rPr>
                        <a:t> </a:t>
                      </a:r>
                    </a:p>
                    <a:p>
                      <a:pPr algn="l" fontAlgn="base"/>
                      <a:r>
                        <a:rPr lang="en-US" sz="1200" b="0" i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Branch: %{</a:t>
                      </a:r>
                      <a:r>
                        <a:rPr lang="en-US" sz="1200" b="0" i="0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source_branch</a:t>
                      </a:r>
                      <a:r>
                        <a:rPr lang="en-US" sz="1200" b="0" i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}</a:t>
                      </a:r>
                    </a:p>
                    <a:p>
                      <a:pPr algn="l" fontAlgn="base"/>
                      <a:r>
                        <a:rPr lang="en-US" sz="1200" b="0" i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Reviewer: %{</a:t>
                      </a:r>
                      <a:r>
                        <a:rPr lang="en-US" sz="1200" b="0" i="0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approved_by</a:t>
                      </a:r>
                      <a:r>
                        <a:rPr lang="en-US" sz="1200" b="0" i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}</a:t>
                      </a:r>
                    </a:p>
                    <a:p>
                      <a:pPr algn="l" fontAlgn="base"/>
                      <a:r>
                        <a:rPr lang="en-US" sz="1200" b="0" i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MR: %{</a:t>
                      </a:r>
                      <a:r>
                        <a:rPr lang="en-US" sz="1200" b="0" i="0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url</a:t>
                      </a:r>
                      <a:r>
                        <a:rPr lang="en-US" sz="1200" b="0" i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}</a:t>
                      </a:r>
                    </a:p>
                  </a:txBody>
                  <a:tcPr marL="119307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8207695"/>
                  </a:ext>
                </a:extLst>
              </a:tr>
            </a:tbl>
          </a:graphicData>
        </a:graphic>
      </p:graphicFrame>
      <p:sp>
        <p:nvSpPr>
          <p:cNvPr id="11" name="Rectangle 5">
            <a:extLst>
              <a:ext uri="{FF2B5EF4-FFF2-40B4-BE49-F238E27FC236}">
                <a16:creationId xmlns:a16="http://schemas.microsoft.com/office/drawing/2014/main" id="{53824BC0-1EB1-3744-B038-FFD2E7CD41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1150" y="1297857"/>
            <a:ext cx="5491163" cy="430887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IL" altLang="en-IL" sz="10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j-lt"/>
              </a:rPr>
              <a:t>Squash commit message template must be: </a:t>
            </a:r>
            <a:endParaRPr kumimoji="0" lang="en-IL" altLang="en-IL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L" altLang="en-I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243712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36A6C9-10BB-17B9-BBA6-12894E9414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33400"/>
            <a:ext cx="8821737" cy="758700"/>
          </a:xfrm>
        </p:spPr>
        <p:txBody>
          <a:bodyPr/>
          <a:lstStyle/>
          <a:p>
            <a:r>
              <a:rPr lang="en-IL" dirty="0"/>
              <a:t>Only 1 Default Branch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A0BC02-3E8D-36B6-EF32-63B9E0FB6CB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Arial"/>
              <a:buNone/>
            </a:pPr>
            <a:fld id="{00000000-1234-1234-1234-123412341234}" type="slidenum">
              <a:rPr lang="en-US" sz="700" b="0" i="0" u="none" smtClean="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39</a:t>
            </a:fld>
            <a:endParaRPr lang="en-US" sz="700" b="0" i="0" u="non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00" name="Picture 4">
            <a:extLst>
              <a:ext uri="{FF2B5EF4-FFF2-40B4-BE49-F238E27FC236}">
                <a16:creationId xmlns:a16="http://schemas.microsoft.com/office/drawing/2014/main" id="{91B01301-8544-142C-926B-317B1BDB76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863725"/>
            <a:ext cx="9144000" cy="3128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5339735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DCDF91-FCCD-95D4-EFCB-EDF43622CD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u="none" strike="noStrike" dirty="0">
                <a:solidFill>
                  <a:srgbClr val="172B4D"/>
                </a:solidFill>
                <a:effectLst/>
                <a:latin typeface="+mj-lt"/>
              </a:rPr>
              <a:t>Must Push rules below 3 rules are must</a:t>
            </a:r>
            <a:endParaRPr lang="en-IL" dirty="0">
              <a:latin typeface="+mj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4F7260-C9E8-20C0-832B-E1E202F043D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Arial"/>
              <a:buNone/>
            </a:pPr>
            <a:fld id="{00000000-1234-1234-1234-123412341234}" type="slidenum">
              <a:rPr lang="en-US" sz="700" b="0" i="0" u="none" smtClean="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40</a:t>
            </a:fld>
            <a:endParaRPr lang="en-US" sz="700" b="0" i="0" u="non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A9D0E567-0997-126F-F090-E5AFBEECC4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438400"/>
            <a:ext cx="9144000" cy="34718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1900650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C48EC5-B28C-B193-D9B1-DD6B7FB087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84667"/>
            <a:ext cx="8229600" cy="758700"/>
          </a:xfrm>
        </p:spPr>
        <p:txBody>
          <a:bodyPr/>
          <a:lstStyle/>
          <a:p>
            <a:r>
              <a:rPr lang="en-IL" dirty="0"/>
              <a:t>Branch rules is must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9DD053-0C6D-4BBD-ABAF-2A06833E337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Arial"/>
              <a:buNone/>
            </a:pPr>
            <a:fld id="{00000000-1234-1234-1234-123412341234}" type="slidenum">
              <a:rPr lang="en-US" sz="700" b="0" i="0" u="none" smtClean="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41</a:t>
            </a:fld>
            <a:endParaRPr lang="en-US" sz="700" b="0" i="0" u="non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EA5A488-B055-EDC3-8D4E-B36A7D9FB7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1059742"/>
              </p:ext>
            </p:extLst>
          </p:nvPr>
        </p:nvGraphicFramePr>
        <p:xfrm>
          <a:off x="228600" y="1388533"/>
          <a:ext cx="8521700" cy="1309423"/>
        </p:xfrm>
        <a:graphic>
          <a:graphicData uri="http://schemas.openxmlformats.org/drawingml/2006/table">
            <a:tbl>
              <a:tblPr/>
              <a:tblGrid>
                <a:gridCol w="8521700">
                  <a:extLst>
                    <a:ext uri="{9D8B030D-6E8A-4147-A177-3AD203B41FA5}">
                      <a16:colId xmlns:a16="http://schemas.microsoft.com/office/drawing/2014/main" val="2543891858"/>
                    </a:ext>
                  </a:extLst>
                </a:gridCol>
              </a:tblGrid>
              <a:tr h="1309423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100" b="0" i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Branch name:</a:t>
                      </a:r>
                    </a:p>
                    <a:p>
                      <a:pPr algn="l" fontAlgn="base"/>
                      <a:r>
                        <a:rPr lang="en-US" sz="1100" b="0" i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((chore|ci|docs|feature|feat|fix|perf|refactor|release|breaking|test)\/(CLO|TM|HCOPS|HCDEVOPS|HCNOC|POST)-\d+(-.*)?|^(revert-.+))$</a:t>
                      </a:r>
                    </a:p>
                    <a:p>
                      <a:pPr algn="l" fontAlgn="base"/>
                      <a:r>
                        <a:rPr lang="en-US" sz="1100" b="0" i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</a:t>
                      </a:r>
                    </a:p>
                    <a:p>
                      <a:pPr algn="l" fontAlgn="base"/>
                      <a:r>
                        <a:rPr lang="en-US" sz="1100" b="0" i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</a:t>
                      </a:r>
                    </a:p>
                    <a:p>
                      <a:pPr algn="l" fontAlgn="base"/>
                      <a:r>
                        <a:rPr lang="en-US" sz="1100" b="0" i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author's e-mail</a:t>
                      </a:r>
                    </a:p>
                    <a:p>
                      <a:pPr algn="l" fontAlgn="base"/>
                      <a:r>
                        <a:rPr lang="en-US" sz="1100" b="0" i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@checkpoint\.com$</a:t>
                      </a:r>
                    </a:p>
                  </a:txBody>
                  <a:tcPr marL="114009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3657645"/>
                  </a:ext>
                </a:extLst>
              </a:tr>
            </a:tbl>
          </a:graphicData>
        </a:graphic>
      </p:graphicFrame>
      <p:sp>
        <p:nvSpPr>
          <p:cNvPr id="9" name="Rectangle 3">
            <a:extLst>
              <a:ext uri="{FF2B5EF4-FFF2-40B4-BE49-F238E27FC236}">
                <a16:creationId xmlns:a16="http://schemas.microsoft.com/office/drawing/2014/main" id="{D109A7CB-3957-1414-E684-73F40BC8DA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1150" y="944489"/>
            <a:ext cx="1694375" cy="430887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IL" altLang="en-IL" sz="10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j-lt"/>
              </a:rPr>
              <a:t>Push pules -&gt; Branch Name</a:t>
            </a:r>
            <a:endParaRPr kumimoji="0" lang="en-IL" altLang="en-IL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L" altLang="en-I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149" name="Picture 5">
            <a:extLst>
              <a:ext uri="{FF2B5EF4-FFF2-40B4-BE49-F238E27FC236}">
                <a16:creationId xmlns:a16="http://schemas.microsoft.com/office/drawing/2014/main" id="{FB1A5342-84C9-934B-E777-EFAB137BBC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00" y="2909623"/>
            <a:ext cx="9144000" cy="3798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4340932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A6EA70-A626-DF05-F04F-FB53758906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33" y="-25275"/>
            <a:ext cx="9127067" cy="758700"/>
          </a:xfrm>
        </p:spPr>
        <p:txBody>
          <a:bodyPr/>
          <a:lstStyle/>
          <a:p>
            <a:r>
              <a:rPr lang="en-US" sz="2200" b="0" i="0" u="none" strike="noStrike" dirty="0">
                <a:solidFill>
                  <a:srgbClr val="172B4D"/>
                </a:solidFill>
                <a:effectLst/>
                <a:latin typeface="+mj-lt"/>
              </a:rPr>
              <a:t>Must Protected Branch: Allowed to push: no one  (No 	one can push directly to master)</a:t>
            </a:r>
            <a:endParaRPr lang="en-IL" sz="2200" dirty="0">
              <a:latin typeface="+mj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F22355-532C-06B3-A12E-1E5718AD528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Arial"/>
              <a:buNone/>
            </a:pPr>
            <a:fld id="{00000000-1234-1234-1234-123412341234}" type="slidenum">
              <a:rPr lang="en-US" sz="700" b="0" i="0" u="none" smtClean="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42</a:t>
            </a:fld>
            <a:endParaRPr lang="en-US" sz="700" b="0" i="0" u="non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8AF64083-9008-1D4B-0FAC-C1F84009EE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33425"/>
            <a:ext cx="9144000" cy="6115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9293685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933" y="549275"/>
            <a:ext cx="9144000" cy="1447800"/>
          </a:xfrm>
        </p:spPr>
        <p:txBody>
          <a:bodyPr/>
          <a:lstStyle/>
          <a:p>
            <a:r>
              <a:rPr lang="en-US" sz="1600" b="0" i="0" u="none" strike="noStrike" dirty="0">
                <a:solidFill>
                  <a:srgbClr val="172B4D"/>
                </a:solidFill>
                <a:effectLst/>
                <a:latin typeface="+mj-lt"/>
              </a:rPr>
              <a:t>Merge request approvals must be a list of users relevant to approve MR in a specific project (Example: scripts repo approvers DevOps Team members, policy-service repo Omer's team members. Each project owner decides on relevant approvers)</a:t>
            </a:r>
            <a:br>
              <a:rPr lang="en-US" sz="1600" dirty="0">
                <a:latin typeface="+mj-lt"/>
              </a:rPr>
            </a:br>
            <a:r>
              <a:rPr lang="en-US" sz="1600" b="0" i="0" u="none" strike="noStrike" dirty="0">
                <a:solidFill>
                  <a:srgbClr val="172B4D"/>
                </a:solidFill>
                <a:effectLst/>
                <a:latin typeface="+mj-lt"/>
              </a:rPr>
              <a:t>At least 1 approver is required </a:t>
            </a:r>
            <a:br>
              <a:rPr lang="en-US" sz="1600" dirty="0">
                <a:latin typeface="+mj-lt"/>
              </a:rPr>
            </a:br>
            <a:r>
              <a:rPr lang="en-US" sz="1600" b="0" i="0" u="none" strike="noStrike" dirty="0">
                <a:solidFill>
                  <a:srgbClr val="172B4D"/>
                </a:solidFill>
                <a:effectLst/>
                <a:latin typeface="+mj-lt"/>
              </a:rPr>
              <a:t>And below 2 approval settings are must</a:t>
            </a:r>
            <a:endParaRPr lang="en-US" sz="3200" dirty="0">
              <a:latin typeface="+mj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Arial"/>
              <a:buNone/>
            </a:pPr>
            <a:fld id="{00000000-1234-1234-1234-123412341234}" type="slidenum">
              <a:rPr lang="en-US" sz="700" b="0" i="0" u="none" smtClean="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43</a:t>
            </a:fld>
            <a:endParaRPr lang="en-US" sz="700" b="0" i="0" u="non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E948B778-8D89-D103-397C-CFF253A723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997075"/>
            <a:ext cx="9144000" cy="4695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2269065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95400"/>
          </a:xfrm>
        </p:spPr>
        <p:txBody>
          <a:bodyPr/>
          <a:lstStyle/>
          <a:p>
            <a:r>
              <a:rPr lang="en-US" sz="2800" dirty="0"/>
              <a:t>FF Merge only after: CI Pipeline succeed and Code Review + Approval. Squash + Delete Source  Branch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Arial"/>
              <a:buNone/>
            </a:pPr>
            <a:fld id="{00000000-1234-1234-1234-123412341234}" type="slidenum">
              <a:rPr lang="en-US" sz="700" b="0" i="0" u="none" smtClean="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44</a:t>
            </a:fld>
            <a:endParaRPr lang="en-US" sz="700" b="0" i="0" u="non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1181100"/>
            <a:ext cx="6343650" cy="5219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0205042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"/>
            <a:ext cx="9144000" cy="1816189"/>
          </a:xfrm>
        </p:spPr>
        <p:txBody>
          <a:bodyPr/>
          <a:lstStyle/>
          <a:p>
            <a:r>
              <a:rPr lang="en-US" sz="2800" dirty="0"/>
              <a:t>Gitlab FF Merge must be related to Jira Version Release. Only tasks in Version must be merged.</a:t>
            </a:r>
            <a:br>
              <a:rPr lang="en-US" sz="2800" dirty="0"/>
            </a:br>
            <a:endParaRPr lang="en-US" sz="28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pPr marL="12700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Arial"/>
              <a:buNone/>
            </a:pPr>
            <a:fld id="{00000000-1234-1234-1234-123412341234}" type="slidenum">
              <a:rPr lang="en-US" sz="700" b="0" i="0" u="none" smtClean="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45</a:t>
            </a:fld>
            <a:endParaRPr lang="en-US" sz="700" b="0" i="0" u="non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090" y="1816189"/>
            <a:ext cx="8458200" cy="5048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9681792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199" y="0"/>
            <a:ext cx="9067801" cy="2057400"/>
          </a:xfrm>
        </p:spPr>
        <p:txBody>
          <a:bodyPr/>
          <a:lstStyle/>
          <a:p>
            <a:r>
              <a:rPr lang="en-US" sz="3600" dirty="0"/>
              <a:t>Merge need to change status to “Done”, Approve to status “Code Review”, Push – to status “In Progress”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Arial"/>
              <a:buNone/>
            </a:pPr>
            <a:fld id="{00000000-1234-1234-1234-123412341234}" type="slidenum">
              <a:rPr lang="en-US" sz="700" b="0" i="0" u="none" smtClean="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46</a:t>
            </a:fld>
            <a:endParaRPr lang="en-US" sz="700" b="0" i="0" u="non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073" y="2057400"/>
            <a:ext cx="9052926" cy="37814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2244435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r>
              <a:rPr lang="en-US" sz="3200" dirty="0">
                <a:solidFill>
                  <a:schemeClr val="bg2"/>
                </a:solidFill>
              </a:rPr>
              <a:t>3. GitLab Best practices cont.</a:t>
            </a:r>
            <a:br>
              <a:rPr lang="en-US" sz="3200" dirty="0">
                <a:solidFill>
                  <a:schemeClr val="bg2"/>
                </a:solidFill>
              </a:rPr>
            </a:br>
            <a:r>
              <a:rPr lang="en-US" sz="2800" dirty="0">
                <a:solidFill>
                  <a:schemeClr val="bg2"/>
                </a:solidFill>
              </a:rPr>
              <a:t>GitLab CI best practices. DevOps templates</a:t>
            </a:r>
            <a:endParaRPr lang="en-US" sz="28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0" y="1379112"/>
            <a:ext cx="4724400" cy="5471375"/>
          </a:xfrm>
        </p:spPr>
        <p:txBody>
          <a:bodyPr/>
          <a:lstStyle/>
          <a:p>
            <a:pPr marL="127000" indent="0">
              <a:buNone/>
            </a:pPr>
            <a:r>
              <a:rPr lang="en-US" dirty="0">
                <a:solidFill>
                  <a:srgbClr val="000000"/>
                </a:solidFill>
              </a:rPr>
              <a:t>Push triggers CI/CD pipeline </a:t>
            </a:r>
            <a:br>
              <a:rPr lang="en-US" dirty="0">
                <a:solidFill>
                  <a:srgbClr val="000000"/>
                </a:solidFill>
              </a:rPr>
            </a:br>
            <a:r>
              <a:rPr lang="en-US" dirty="0">
                <a:solidFill>
                  <a:srgbClr val="000000"/>
                </a:solidFill>
              </a:rPr>
              <a:t>(</a:t>
            </a:r>
            <a:r>
              <a:rPr lang="en-US" b="1" dirty="0">
                <a:solidFill>
                  <a:srgbClr val="00B050"/>
                </a:solidFill>
              </a:rPr>
              <a:t>topic/feature branch</a:t>
            </a:r>
            <a:r>
              <a:rPr lang="en-US" dirty="0">
                <a:solidFill>
                  <a:srgbClr val="000000"/>
                </a:solidFill>
              </a:rPr>
              <a:t>):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rgbClr val="000000"/>
                </a:solidFill>
              </a:rPr>
              <a:t>Build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rgbClr val="000000"/>
                </a:solidFill>
              </a:rPr>
              <a:t>Unit test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rgbClr val="000000"/>
                </a:solidFill>
              </a:rPr>
              <a:t>Static Code Analysis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rgbClr val="000000"/>
                </a:solidFill>
              </a:rPr>
              <a:t>Code coverage test</a:t>
            </a:r>
          </a:p>
          <a:p>
            <a:pPr marL="285750" indent="-285750">
              <a:buFontTx/>
              <a:buChar char="-"/>
            </a:pPr>
            <a:r>
              <a:rPr lang="en-US">
                <a:solidFill>
                  <a:srgbClr val="000000"/>
                </a:solidFill>
              </a:rPr>
              <a:t>Security </a:t>
            </a:r>
            <a:r>
              <a:rPr lang="en-US" dirty="0">
                <a:solidFill>
                  <a:srgbClr val="000000"/>
                </a:solidFill>
              </a:rPr>
              <a:t>code analysis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rgbClr val="000000"/>
                </a:solidFill>
              </a:rPr>
              <a:t>…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rgbClr val="000000"/>
                </a:solidFill>
              </a:rPr>
              <a:t>STG Deploy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rgbClr val="000000"/>
                </a:solidFill>
              </a:rPr>
              <a:t>Functional Tests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rgbClr val="000000"/>
                </a:solidFill>
              </a:rPr>
              <a:t>Regression Tests</a:t>
            </a:r>
          </a:p>
          <a:p>
            <a:pPr marL="285750" indent="-2857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Arial"/>
              <a:buNone/>
            </a:pPr>
            <a:fld id="{00000000-1234-1234-1234-123412341234}" type="slidenum">
              <a:rPr lang="en-US" sz="700" b="0" i="0" u="none" smtClean="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47</a:t>
            </a:fld>
            <a:endParaRPr lang="en-US" sz="700" b="0" i="0" u="non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Text Placeholder 2"/>
          <p:cNvSpPr txBox="1">
            <a:spLocks/>
          </p:cNvSpPr>
          <p:nvPr/>
        </p:nvSpPr>
        <p:spPr>
          <a:xfrm>
            <a:off x="4648201" y="1371600"/>
            <a:ext cx="4437062" cy="48768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228600" marR="0" lvl="0" indent="-1016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EA411A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rgbClr val="5E5E5E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628650" marR="0" lvl="1" indent="-15875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EA411A"/>
              </a:buClr>
              <a:buSzPct val="100000"/>
              <a:buFont typeface="Arial"/>
              <a:buChar char="–"/>
              <a:defRPr sz="2000" b="0" i="0" u="none" strike="noStrike" cap="none">
                <a:solidFill>
                  <a:srgbClr val="5E5E5E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-63500" algn="l" rtl="0">
              <a:lnSpc>
                <a:spcPct val="115000"/>
              </a:lnSpc>
              <a:spcBef>
                <a:spcPts val="450"/>
              </a:spcBef>
              <a:spcAft>
                <a:spcPts val="0"/>
              </a:spcAft>
              <a:buClr>
                <a:srgbClr val="EA411A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rgbClr val="5E5E5E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200150" marR="0" lvl="3" indent="-57150" algn="l" rtl="0">
              <a:lnSpc>
                <a:spcPct val="115000"/>
              </a:lnSpc>
              <a:spcBef>
                <a:spcPts val="450"/>
              </a:spcBef>
              <a:spcAft>
                <a:spcPts val="0"/>
              </a:spcAft>
              <a:buClr>
                <a:srgbClr val="EA411A"/>
              </a:buClr>
              <a:buSzPct val="100000"/>
              <a:buFont typeface="Arial"/>
              <a:buChar char="–"/>
              <a:defRPr sz="1800" b="0" i="0" u="none" strike="noStrike" cap="none">
                <a:solidFill>
                  <a:srgbClr val="5E5E5E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485900" marR="0" lvl="4" indent="-762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EA411A"/>
              </a:buClr>
              <a:buSzPct val="100000"/>
              <a:buFont typeface="Arial"/>
              <a:buChar char="»"/>
              <a:defRPr sz="1600" b="0" i="0" u="none" strike="noStrike" cap="none">
                <a:solidFill>
                  <a:srgbClr val="5E5E5E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943100" marR="0" lvl="5" indent="-762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EA411A"/>
              </a:buClr>
              <a:buSzPct val="100000"/>
              <a:buFont typeface="Arial"/>
              <a:buChar char="»"/>
              <a:defRPr sz="1600" b="0" i="0" u="none" strike="noStrike" cap="none">
                <a:solidFill>
                  <a:srgbClr val="5E5E5E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400300" marR="0" lvl="6" indent="-762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EA411A"/>
              </a:buClr>
              <a:buSzPct val="100000"/>
              <a:buFont typeface="Arial"/>
              <a:buChar char="»"/>
              <a:defRPr sz="1600" b="0" i="0" u="none" strike="noStrike" cap="none">
                <a:solidFill>
                  <a:srgbClr val="5E5E5E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2857500" marR="0" lvl="7" indent="-762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EA411A"/>
              </a:buClr>
              <a:buSzPct val="100000"/>
              <a:buFont typeface="Arial"/>
              <a:buChar char="»"/>
              <a:defRPr sz="1600" b="0" i="0" u="none" strike="noStrike" cap="none">
                <a:solidFill>
                  <a:srgbClr val="5E5E5E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314700" marR="0" lvl="8" indent="-762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EA411A"/>
              </a:buClr>
              <a:buSzPct val="100000"/>
              <a:buFont typeface="Arial"/>
              <a:buChar char="»"/>
              <a:defRPr sz="1600" b="0" i="0" u="none" strike="noStrike" cap="none">
                <a:solidFill>
                  <a:srgbClr val="5E5E5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27000" indent="0">
              <a:buNone/>
            </a:pPr>
            <a:r>
              <a:rPr lang="en-US" dirty="0">
                <a:solidFill>
                  <a:srgbClr val="000000"/>
                </a:solidFill>
              </a:rPr>
              <a:t>Fast Forward Merge to </a:t>
            </a:r>
            <a:r>
              <a:rPr lang="en-US" b="1" dirty="0">
                <a:solidFill>
                  <a:srgbClr val="FF0000"/>
                </a:solidFill>
              </a:rPr>
              <a:t>master branch</a:t>
            </a:r>
            <a:r>
              <a:rPr lang="en-US" dirty="0">
                <a:solidFill>
                  <a:srgbClr val="000000"/>
                </a:solidFill>
              </a:rPr>
              <a:t>, triggers CI pipeline: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rgbClr val="000000"/>
                </a:solidFill>
              </a:rPr>
              <a:t>PRD Deploy (Automatic/Manual)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rgbClr val="000000"/>
                </a:solidFill>
              </a:rPr>
              <a:t>Functional Test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rgbClr val="000000"/>
                </a:solidFill>
              </a:rPr>
              <a:t>Regression Tests</a:t>
            </a:r>
          </a:p>
          <a:p>
            <a:pPr marL="285750" indent="-285750">
              <a:buFontTx/>
              <a:buChar char="-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185424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 Git Lab CI overview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 CI reference Guide</a:t>
            </a:r>
            <a:br>
              <a:rPr lang="en-US" dirty="0">
                <a:hlinkClick r:id="rId2"/>
              </a:rPr>
            </a:br>
            <a:r>
              <a:rPr lang="en-US" dirty="0">
                <a:hlinkClick r:id="rId2"/>
              </a:rPr>
              <a:t>https://docs.gitlab.com/ee/ci/yaml/</a:t>
            </a:r>
            <a:endParaRPr lang="en-US" dirty="0"/>
          </a:p>
          <a:p>
            <a:r>
              <a:rPr lang="en-US" dirty="0">
                <a:hlinkClick r:id="rId3"/>
              </a:rPr>
              <a:t>CI definition file</a:t>
            </a:r>
            <a:br>
              <a:rPr lang="en-US" dirty="0">
                <a:hlinkClick r:id="rId3"/>
              </a:rPr>
            </a:br>
            <a:r>
              <a:rPr lang="en-US" dirty="0">
                <a:hlinkClick r:id="rId3"/>
              </a:rPr>
              <a:t>https://gitlab.com/ilyaro/demo-be/-/blob/master/.gitlab-ci.yml</a:t>
            </a:r>
          </a:p>
          <a:p>
            <a:r>
              <a:rPr lang="en-US" dirty="0">
                <a:hlinkClick r:id="rId3"/>
              </a:rPr>
              <a:t>Pipelines </a:t>
            </a:r>
            <a:br>
              <a:rPr lang="en-US" dirty="0">
                <a:hlinkClick r:id="rId3"/>
              </a:rPr>
            </a:br>
            <a:r>
              <a:rPr lang="en-US" dirty="0">
                <a:hlinkClick r:id="rId3"/>
              </a:rPr>
              <a:t>https://gitlab.com/ilyaro/demo-be/pipelines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Arial"/>
              <a:buNone/>
            </a:pPr>
            <a:fld id="{00000000-1234-1234-1234-123412341234}" type="slidenum">
              <a:rPr lang="en-US" sz="700" b="0" i="0" u="none" smtClean="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48</a:t>
            </a:fld>
            <a:endParaRPr lang="en-US" sz="700" b="0" i="0" u="non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8394918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Shape 629"/>
          <p:cNvSpPr txBox="1">
            <a:spLocks noGrp="1"/>
          </p:cNvSpPr>
          <p:nvPr>
            <p:ph type="title"/>
          </p:nvPr>
        </p:nvSpPr>
        <p:spPr>
          <a:xfrm>
            <a:off x="261013" y="152400"/>
            <a:ext cx="8229600" cy="8382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lvl="0" algn="ctr">
              <a:buClr>
                <a:schemeClr val="dk2"/>
              </a:buClr>
              <a:buSzPct val="25000"/>
            </a:pPr>
            <a:r>
              <a:rPr lang="en-US" sz="44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Questions?</a:t>
            </a:r>
            <a:br>
              <a:rPr lang="en-US" sz="4400" dirty="0"/>
            </a:br>
            <a:br>
              <a:rPr lang="en-US" sz="4400" dirty="0"/>
            </a:br>
            <a:r>
              <a:rPr lang="en-US" sz="4400" dirty="0"/>
              <a:t>Summary</a:t>
            </a:r>
            <a:br>
              <a:rPr lang="en-US" sz="4400" dirty="0"/>
            </a:br>
            <a:br>
              <a:rPr lang="en-US" sz="4400" dirty="0"/>
            </a:br>
            <a:r>
              <a:rPr lang="en-US" sz="4400" dirty="0"/>
              <a:t>Ilya Rokhkin (Git Trainings)</a:t>
            </a:r>
            <a:br>
              <a:rPr lang="en-US" sz="4400" dirty="0"/>
            </a:br>
            <a:r>
              <a:rPr lang="en-US" sz="2800" dirty="0">
                <a:hlinkClick r:id="rId3"/>
              </a:rPr>
              <a:t>https://github.com/ilyaro/git_best_practices_ppt</a:t>
            </a:r>
            <a:br>
              <a:rPr lang="en-US" sz="2800" dirty="0"/>
            </a:br>
            <a:br>
              <a:rPr lang="en-US" sz="4400" dirty="0"/>
            </a:br>
            <a:r>
              <a:rPr lang="en-US" sz="4000" dirty="0">
                <a:hlinkClick r:id="rId4"/>
              </a:rPr>
              <a:t>rokhkin_ilya@yahoo.com</a:t>
            </a:r>
            <a:br>
              <a:rPr lang="en-US" sz="4000" dirty="0"/>
            </a:br>
            <a:r>
              <a:rPr lang="en-US" sz="4000" dirty="0"/>
              <a:t>054-5224805</a:t>
            </a:r>
            <a:br>
              <a:rPr lang="en-US" sz="4000" dirty="0"/>
            </a:br>
            <a:br>
              <a:rPr lang="en-US" sz="4400" dirty="0"/>
            </a:br>
            <a:endParaRPr lang="en-US" sz="4400" dirty="0"/>
          </a:p>
        </p:txBody>
      </p:sp>
      <p:sp>
        <p:nvSpPr>
          <p:cNvPr id="630" name="Shape 630"/>
          <p:cNvSpPr txBox="1"/>
          <p:nvPr/>
        </p:nvSpPr>
        <p:spPr>
          <a:xfrm>
            <a:off x="6477000" y="6553200"/>
            <a:ext cx="152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Arial"/>
              <a:buNone/>
            </a:pPr>
            <a:r>
              <a:rPr lang="en-US" sz="700" b="0" i="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</a:p>
        </p:txBody>
      </p:sp>
      <p:sp>
        <p:nvSpPr>
          <p:cNvPr id="631" name="Shape 631"/>
          <p:cNvSpPr txBox="1"/>
          <p:nvPr/>
        </p:nvSpPr>
        <p:spPr>
          <a:xfrm>
            <a:off x="8077200" y="6553200"/>
            <a:ext cx="8382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Arial"/>
              <a:buNone/>
            </a:pPr>
            <a:fld id="{00000000-1234-1234-1234-123412341234}" type="slidenum">
              <a:rPr lang="en-US" sz="700" b="0" i="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49</a:t>
            </a:fld>
            <a:endParaRPr lang="en-US" sz="700" b="0" i="0" u="non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Footer Placeholder 1" hidden="1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 hidden="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29126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Git GitLab Best Practices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27000" indent="0" algn="ctr">
              <a:buNone/>
            </a:pPr>
            <a:endParaRPr lang="en-US" sz="4800" dirty="0"/>
          </a:p>
          <a:p>
            <a:pPr marL="127000" indent="0" algn="ctr">
              <a:buNone/>
            </a:pPr>
            <a:r>
              <a:rPr lang="en-US" sz="4800" dirty="0"/>
              <a:t>Thank You!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Arial"/>
              <a:buNone/>
            </a:pPr>
            <a:fld id="{00000000-1234-1234-1234-123412341234}" type="slidenum">
              <a:rPr lang="en-US" sz="700" b="0" i="0" u="none" smtClean="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50</a:t>
            </a:fld>
            <a:endParaRPr lang="en-US" sz="700" b="0" i="0" u="non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Footer Placeholder 4" hidden="1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Date Placeholder 5" hidden="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652845"/>
      </p:ext>
    </p:extLst>
  </p:cSld>
  <p:clrMapOvr>
    <a:masterClrMapping/>
  </p:clrMapOvr>
</p:sld>
</file>

<file path=ppt/theme/theme1.xml><?xml version="1.0" encoding="utf-8"?>
<a:theme xmlns:a="http://schemas.openxmlformats.org/drawingml/2006/main" name="Beach Day">
  <a:themeElements>
    <a:clrScheme name="Beach Day">
      <a:dk1>
        <a:srgbClr val="00FDC8"/>
      </a:dk1>
      <a:lt1>
        <a:srgbClr val="FFFFFF"/>
      </a:lt1>
      <a:dk2>
        <a:srgbClr val="666666"/>
      </a:dk2>
      <a:lt2>
        <a:srgbClr val="EEEEEE"/>
      </a:lt2>
      <a:accent1>
        <a:srgbClr val="212121"/>
      </a:accent1>
      <a:accent2>
        <a:srgbClr val="455A64"/>
      </a:accent2>
      <a:accent3>
        <a:srgbClr val="78909C"/>
      </a:accent3>
      <a:accent4>
        <a:srgbClr val="7C7CE0"/>
      </a:accent4>
      <a:accent5>
        <a:srgbClr val="DB4437"/>
      </a:accent5>
      <a:accent6>
        <a:srgbClr val="F6CD4C"/>
      </a:accent6>
      <a:hlink>
        <a:srgbClr val="DB4437"/>
      </a:hlink>
      <a:folHlink>
        <a:srgbClr val="DB443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e0cf9a1c-2cb1-4d38-9733-321b2d511f49}" enabled="1" method="Standard" siteId="{612a5289-89a8-45c2-a40d-f36fadb6d37c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6409</TotalTime>
  <Words>2258</Words>
  <Application>Microsoft Macintosh PowerPoint</Application>
  <PresentationFormat>On-screen Show (4:3)</PresentationFormat>
  <Paragraphs>682</Paragraphs>
  <Slides>50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6" baseType="lpstr">
      <vt:lpstr>Merriweather</vt:lpstr>
      <vt:lpstr>Arial</vt:lpstr>
      <vt:lpstr>Consolas</vt:lpstr>
      <vt:lpstr>Amatic SC</vt:lpstr>
      <vt:lpstr>Source Code Pro</vt:lpstr>
      <vt:lpstr>Beach Day</vt:lpstr>
      <vt:lpstr>Git and GitLab Best Practices</vt:lpstr>
      <vt:lpstr>Git – meaning?</vt:lpstr>
      <vt:lpstr>PowerPoint Presentation</vt:lpstr>
      <vt:lpstr>Commit Object</vt:lpstr>
      <vt:lpstr>About myself: Ilya Rokhkin  - 20+ years experience in Version Control Systems - Official Git trainer in CKP, Intel, Marvell. - Freelance Git trainer. - Volunteer as Hebrew teacher in “Ulpan” 10+ years  </vt:lpstr>
      <vt:lpstr>Agenda:</vt:lpstr>
      <vt:lpstr>1. Git + GitLab best practices in workflow. Best practice: 1 Commit per Jira issue in main branches </vt:lpstr>
      <vt:lpstr>Create new feature branch FTR-10 (Jira) </vt:lpstr>
      <vt:lpstr>Save-&gt;auto commit</vt:lpstr>
      <vt:lpstr>Save -&gt; auto commit, tag important changes: working1</vt:lpstr>
      <vt:lpstr>Making how many auto commits as needed, tagging as needed working2</vt:lpstr>
      <vt:lpstr>Merge --squash lcl-10 to fix/FTR-10</vt:lpstr>
      <vt:lpstr>Push -&gt; trigger CI, remove branch lcl-10 </vt:lpstr>
      <vt:lpstr>Open Gitlab MR</vt:lpstr>
      <vt:lpstr>Change not approved, need to fix comments</vt:lpstr>
      <vt:lpstr>Again checkout lcl-10,save-&gt;autocommit</vt:lpstr>
      <vt:lpstr>Squash merge to FTR-10 </vt:lpstr>
      <vt:lpstr>Push fix of review, CI, delete local branch lcl-10 </vt:lpstr>
      <vt:lpstr>Open Merge Request, Approve MR</vt:lpstr>
      <vt:lpstr>The other commit was merged, FF merge is not possible now</vt:lpstr>
      <vt:lpstr>Rebase with squash only</vt:lpstr>
      <vt:lpstr>Trigger CI on new commit</vt:lpstr>
      <vt:lpstr>FF Merge, Tag and Remove Source Branch, Fast Forward Merge must</vt:lpstr>
      <vt:lpstr>We got desired result: 1 Commit per Jira issue in main branch.  Start new Feature FTR-11</vt:lpstr>
      <vt:lpstr>2. Git + GitLab best practices hands on https://gitlab.com/ilyaro/git_gitlab_best_practices  https://gitlab.com/ilyaro/git_gitlab_best_practices/-/blob/master/Commands.md </vt:lpstr>
      <vt:lpstr>Best practices – Branch Layout </vt:lpstr>
      <vt:lpstr>Git + GitLab best practices hands on cont.</vt:lpstr>
      <vt:lpstr>Best practices – local feature branches (topics)  </vt:lpstr>
      <vt:lpstr>Best practices – commit  </vt:lpstr>
      <vt:lpstr>Best practices – tag milestones (even local)  </vt:lpstr>
      <vt:lpstr>Git + GitLab best practices hands on cont.</vt:lpstr>
      <vt:lpstr>Best practices – squashing before push  </vt:lpstr>
      <vt:lpstr>Best practices - concise commit messages</vt:lpstr>
      <vt:lpstr>Git + GitLab best practices hands on cont.</vt:lpstr>
      <vt:lpstr>Best practices – clean up local branches </vt:lpstr>
      <vt:lpstr>3. GitLab Best practices Fast-forward Merge in Gitlab</vt:lpstr>
      <vt:lpstr>3. GitLab Best practices cont. </vt:lpstr>
      <vt:lpstr>Squash commit message template must: </vt:lpstr>
      <vt:lpstr>Only 1 Default Branch</vt:lpstr>
      <vt:lpstr>Must Push rules below 3 rules are must</vt:lpstr>
      <vt:lpstr>Branch rules is must</vt:lpstr>
      <vt:lpstr>Must Protected Branch: Allowed to push: no one  (No  one can push directly to master)</vt:lpstr>
      <vt:lpstr>Merge request approvals must be a list of users relevant to approve MR in a specific project (Example: scripts repo approvers DevOps Team members, policy-service repo Omer's team members. Each project owner decides on relevant approvers) At least 1 approver is required  And below 2 approval settings are must</vt:lpstr>
      <vt:lpstr>FF Merge only after: CI Pipeline succeed and Code Review + Approval. Squash + Delete Source  Branch</vt:lpstr>
      <vt:lpstr>Gitlab FF Merge must be related to Jira Version Release. Only tasks in Version must be merged. </vt:lpstr>
      <vt:lpstr>Merge need to change status to “Done”, Approve to status “Code Review”, Push – to status “In Progress” </vt:lpstr>
      <vt:lpstr>3. GitLab Best practices cont. GitLab CI best practices. DevOps templates</vt:lpstr>
      <vt:lpstr>4. Git Lab CI overview</vt:lpstr>
      <vt:lpstr>Questions?  Summary  Ilya Rokhkin (Git Trainings) https://github.com/ilyaro/git_best_practices_ppt  rokhkin_ilya@yahoo.com 054-5224805  </vt:lpstr>
      <vt:lpstr>Git GitLab Best Practices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 General Training</dc:title>
  <cp:lastModifiedBy>Ilya Rokhkin</cp:lastModifiedBy>
  <cp:revision>287</cp:revision>
  <dcterms:modified xsi:type="dcterms:W3CDTF">2024-02-25T06:57:57Z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lqminfo">
    <vt:i4>1</vt:i4>
  </property>
  <property fmtid="{D5CDD505-2E9C-101B-9397-08002B2CF9AE}" pid="3" name="lqmsess">
    <vt:lpwstr>d75e6ad7-b34d-485f-aa93-a06a4245a927</vt:lpwstr>
  </property>
</Properties>
</file>